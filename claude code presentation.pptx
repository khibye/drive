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 id="2147483678" r:id="rId2"/>
  </p:sldMasterIdLst>
  <p:notesMasterIdLst>
    <p:notesMasterId r:id="rId57"/>
  </p:notesMasterIdLst>
  <p:sldIdLst>
    <p:sldId id="256" r:id="rId3"/>
    <p:sldId id="272" r:id="rId4"/>
    <p:sldId id="257" r:id="rId5"/>
    <p:sldId id="308" r:id="rId6"/>
    <p:sldId id="261" r:id="rId7"/>
    <p:sldId id="304" r:id="rId8"/>
    <p:sldId id="309" r:id="rId9"/>
    <p:sldId id="305" r:id="rId10"/>
    <p:sldId id="310" r:id="rId11"/>
    <p:sldId id="306" r:id="rId12"/>
    <p:sldId id="307" r:id="rId13"/>
    <p:sldId id="262" r:id="rId14"/>
    <p:sldId id="263" r:id="rId15"/>
    <p:sldId id="264" r:id="rId16"/>
    <p:sldId id="265" r:id="rId17"/>
    <p:sldId id="266" r:id="rId18"/>
    <p:sldId id="267" r:id="rId19"/>
    <p:sldId id="271" r:id="rId20"/>
    <p:sldId id="269" r:id="rId21"/>
    <p:sldId id="311" r:id="rId22"/>
    <p:sldId id="273" r:id="rId23"/>
    <p:sldId id="259" r:id="rId24"/>
    <p:sldId id="260" r:id="rId25"/>
    <p:sldId id="270"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Lst>
  <p:sldSz cx="9144000" cy="5143500" type="screen16x9"/>
  <p:notesSz cx="6858000" cy="9144000"/>
  <p:embeddedFontLst>
    <p:embeddedFont>
      <p:font typeface="Amatic SC" panose="00000500000000000000" pitchFamily="2" charset="-79"/>
      <p:regular r:id="rId58"/>
      <p:bold r:id="rId59"/>
    </p:embeddedFont>
    <p:embeddedFont>
      <p:font typeface="Audiowide" panose="020B0604020202020204" charset="0"/>
      <p:regular r:id="rId60"/>
    </p:embeddedFont>
    <p:embeddedFont>
      <p:font typeface="Constantia" panose="02030602050306030303" pitchFamily="18" charset="0"/>
      <p:regular r:id="rId61"/>
      <p:bold r:id="rId62"/>
      <p:italic r:id="rId63"/>
      <p:boldItalic r:id="rId64"/>
    </p:embeddedFont>
    <p:embeddedFont>
      <p:font typeface="Helvetica Neue" panose="020B0604020202020204" charset="0"/>
      <p:regular r:id="rId65"/>
      <p:bold r:id="rId66"/>
      <p:italic r:id="rId67"/>
      <p:boldItalic r:id="rId68"/>
    </p:embeddedFont>
    <p:embeddedFont>
      <p:font typeface="Nunito Light" pitchFamily="2" charset="0"/>
      <p:regular r:id="rId69"/>
      <p:italic r:id="rId70"/>
    </p:embeddedFont>
    <p:embeddedFont>
      <p:font typeface="Proxima Nova" panose="020B0604020202020204" charset="0"/>
      <p:regular r:id="rId71"/>
      <p:bold r:id="rId72"/>
      <p:italic r:id="rId73"/>
      <p:boldItalic r:id="rId74"/>
    </p:embeddedFont>
    <p:embeddedFont>
      <p:font typeface="PT Sans" panose="020B0503020203020204" pitchFamily="34" charset="0"/>
      <p:regular r:id="rId75"/>
      <p:bold r:id="rId76"/>
      <p:italic r:id="rId77"/>
      <p:boldItalic r:id="rId78"/>
    </p:embeddedFont>
    <p:embeddedFont>
      <p:font typeface="Raleway ExtraBold" pitchFamily="2" charset="0"/>
      <p:bold r:id="rId79"/>
      <p:boldItalic r:id="rId80"/>
    </p:embeddedFont>
    <p:embeddedFont>
      <p:font typeface="Roboto Condensed Light" panose="02000000000000000000" pitchFamily="2" charset="0"/>
      <p:regular r:id="rId81"/>
      <p:italic r:id="rId82"/>
    </p:embeddedFont>
    <p:embeddedFont>
      <p:font typeface="Roboto Medium" panose="02000000000000000000" pitchFamily="2" charset="0"/>
      <p:regular r:id="rId83"/>
      <p:bold r:id="rId84"/>
      <p:italic r:id="rId85"/>
      <p:boldItalic r:id="rId86"/>
    </p:embeddedFont>
    <p:embeddedFont>
      <p:font typeface="Varela Round" panose="00000500000000000000" pitchFamily="2" charset="-79"/>
      <p:regular r:id="rId8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9775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29065B3-0B4E-4AAB-83C4-9ED8AA3F3DE5}">
  <a:tblStyle styleId="{B29065B3-0B4E-4AAB-83C4-9ED8AA3F3DE5}" styleName="Table_0">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EF422AE0-5DFB-4728-B27B-2D9A3879FD91}" styleName="Table_1">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varScale="1">
        <p:scale>
          <a:sx n="103" d="100"/>
          <a:sy n="103" d="100"/>
        </p:scale>
        <p:origin x="902" y="77"/>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6.fntdata"/><Relationship Id="rId68" Type="http://schemas.openxmlformats.org/officeDocument/2006/relationships/font" Target="fonts/font11.fntdata"/><Relationship Id="rId84" Type="http://schemas.openxmlformats.org/officeDocument/2006/relationships/font" Target="fonts/font27.fntdata"/><Relationship Id="rId89" Type="http://schemas.openxmlformats.org/officeDocument/2006/relationships/viewProps" Target="view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1.fntdata"/><Relationship Id="rId74" Type="http://schemas.openxmlformats.org/officeDocument/2006/relationships/font" Target="fonts/font17.fntdata"/><Relationship Id="rId79" Type="http://schemas.openxmlformats.org/officeDocument/2006/relationships/font" Target="fonts/font22.fntdata"/><Relationship Id="rId5" Type="http://schemas.openxmlformats.org/officeDocument/2006/relationships/slide" Target="slides/slide3.xml"/><Relationship Id="rId90" Type="http://schemas.openxmlformats.org/officeDocument/2006/relationships/theme" Target="theme/theme1.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7.fntdata"/><Relationship Id="rId69" Type="http://schemas.openxmlformats.org/officeDocument/2006/relationships/font" Target="fonts/font12.fntdata"/><Relationship Id="rId77"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5.fntdata"/><Relationship Id="rId80" Type="http://schemas.openxmlformats.org/officeDocument/2006/relationships/font" Target="fonts/font23.fntdata"/><Relationship Id="rId85" Type="http://schemas.openxmlformats.org/officeDocument/2006/relationships/font" Target="fonts/font2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font" Target="fonts/font18.fntdata"/><Relationship Id="rId83" Type="http://schemas.openxmlformats.org/officeDocument/2006/relationships/font" Target="fonts/font26.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font" Target="fonts/font16.fntdata"/><Relationship Id="rId78" Type="http://schemas.openxmlformats.org/officeDocument/2006/relationships/font" Target="fonts/font21.fntdata"/><Relationship Id="rId81" Type="http://schemas.openxmlformats.org/officeDocument/2006/relationships/font" Target="fonts/font24.fntdata"/><Relationship Id="rId86" Type="http://schemas.openxmlformats.org/officeDocument/2006/relationships/font" Target="fonts/font29.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9.fntdata"/><Relationship Id="rId7" Type="http://schemas.openxmlformats.org/officeDocument/2006/relationships/slide" Target="slides/slide5.xml"/><Relationship Id="rId71" Type="http://schemas.openxmlformats.org/officeDocument/2006/relationships/font" Target="fonts/font14.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9.fntdata"/><Relationship Id="rId87" Type="http://schemas.openxmlformats.org/officeDocument/2006/relationships/font" Target="fonts/font30.fntdata"/><Relationship Id="rId61" Type="http://schemas.openxmlformats.org/officeDocument/2006/relationships/font" Target="fonts/font4.fntdata"/><Relationship Id="rId82" Type="http://schemas.openxmlformats.org/officeDocument/2006/relationships/font" Target="fonts/font25.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txBody>
          <a:bodyPr/>
          <a:lstStyle/>
          <a:p>
            <a:endParaRPr lang="he-IL"/>
          </a:p>
        </p:txBody>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
        <p:cNvGrpSpPr/>
        <p:nvPr/>
      </p:nvGrpSpPr>
      <p:grpSpPr>
        <a:xfrm>
          <a:off x="0" y="0"/>
          <a:ext cx="0" cy="0"/>
          <a:chOff x="0" y="0"/>
          <a:chExt cx="0" cy="0"/>
        </a:xfrm>
      </p:grpSpPr>
      <p:sp>
        <p:nvSpPr>
          <p:cNvPr id="238" name="Google Shape;238;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39" name="Google Shape;239;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d00555c1e7_0_126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79" name="Google Shape;579;gd00555c1e7_0_12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
        <p:cNvGrpSpPr/>
        <p:nvPr/>
      </p:nvGrpSpPr>
      <p:grpSpPr>
        <a:xfrm>
          <a:off x="0" y="0"/>
          <a:ext cx="0" cy="0"/>
          <a:chOff x="0" y="0"/>
          <a:chExt cx="0" cy="0"/>
        </a:xfrm>
      </p:grpSpPr>
      <p:sp>
        <p:nvSpPr>
          <p:cNvPr id="244" name="Google Shape;244;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45" name="Google Shape;245;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
          <a:extLst>
            <a:ext uri="{FF2B5EF4-FFF2-40B4-BE49-F238E27FC236}">
              <a16:creationId xmlns:a16="http://schemas.microsoft.com/office/drawing/2014/main" id="{2DF797B7-BA7A-0AF4-7BDE-7FB34271906C}"/>
            </a:ext>
          </a:extLst>
        </p:cNvPr>
        <p:cNvGrpSpPr/>
        <p:nvPr/>
      </p:nvGrpSpPr>
      <p:grpSpPr>
        <a:xfrm>
          <a:off x="0" y="0"/>
          <a:ext cx="0" cy="0"/>
          <a:chOff x="0" y="0"/>
          <a:chExt cx="0" cy="0"/>
        </a:xfrm>
      </p:grpSpPr>
      <p:sp>
        <p:nvSpPr>
          <p:cNvPr id="341" name="Google Shape;341;gd00555c1e7_0_10:notes">
            <a:extLst>
              <a:ext uri="{FF2B5EF4-FFF2-40B4-BE49-F238E27FC236}">
                <a16:creationId xmlns:a16="http://schemas.microsoft.com/office/drawing/2014/main" id="{C4170D05-7708-CAD9-B2BE-441696B94A1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342" name="Google Shape;342;gd00555c1e7_0_10:notes">
            <a:extLst>
              <a:ext uri="{FF2B5EF4-FFF2-40B4-BE49-F238E27FC236}">
                <a16:creationId xmlns:a16="http://schemas.microsoft.com/office/drawing/2014/main" id="{2E59D081-3D02-FB7A-4658-6D39C7A483A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666576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
        <p:cNvGrpSpPr/>
        <p:nvPr/>
      </p:nvGrpSpPr>
      <p:grpSpPr>
        <a:xfrm>
          <a:off x="0" y="0"/>
          <a:ext cx="0" cy="0"/>
          <a:chOff x="0" y="0"/>
          <a:chExt cx="0" cy="0"/>
        </a:xfrm>
      </p:grpSpPr>
      <p:sp>
        <p:nvSpPr>
          <p:cNvPr id="280" name="Google Shape;280;gd00555c1e7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81" name="Google Shape;281;gd00555c1e7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a:extLst>
            <a:ext uri="{FF2B5EF4-FFF2-40B4-BE49-F238E27FC236}">
              <a16:creationId xmlns:a16="http://schemas.microsoft.com/office/drawing/2014/main" id="{68F8D9B9-AB61-A74B-4858-BE4701835441}"/>
            </a:ext>
          </a:extLst>
        </p:cNvPr>
        <p:cNvGrpSpPr/>
        <p:nvPr/>
      </p:nvGrpSpPr>
      <p:grpSpPr>
        <a:xfrm>
          <a:off x="0" y="0"/>
          <a:ext cx="0" cy="0"/>
          <a:chOff x="0" y="0"/>
          <a:chExt cx="0" cy="0"/>
        </a:xfrm>
      </p:grpSpPr>
      <p:sp>
        <p:nvSpPr>
          <p:cNvPr id="578" name="Google Shape;578;gd00555c1e7_0_12693:notes">
            <a:extLst>
              <a:ext uri="{FF2B5EF4-FFF2-40B4-BE49-F238E27FC236}">
                <a16:creationId xmlns:a16="http://schemas.microsoft.com/office/drawing/2014/main" id="{B73AC025-BDAC-5129-B380-882A4BE417C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79" name="Google Shape;579;gd00555c1e7_0_12693:notes">
            <a:extLst>
              <a:ext uri="{FF2B5EF4-FFF2-40B4-BE49-F238E27FC236}">
                <a16:creationId xmlns:a16="http://schemas.microsoft.com/office/drawing/2014/main" id="{16B73BA1-0C7B-4E5A-9D34-5BAFD372CC7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28469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a:extLst>
            <a:ext uri="{FF2B5EF4-FFF2-40B4-BE49-F238E27FC236}">
              <a16:creationId xmlns:a16="http://schemas.microsoft.com/office/drawing/2014/main" id="{77BAC86D-784A-2FC3-8004-FC5321F22686}"/>
            </a:ext>
          </a:extLst>
        </p:cNvPr>
        <p:cNvGrpSpPr/>
        <p:nvPr/>
      </p:nvGrpSpPr>
      <p:grpSpPr>
        <a:xfrm>
          <a:off x="0" y="0"/>
          <a:ext cx="0" cy="0"/>
          <a:chOff x="0" y="0"/>
          <a:chExt cx="0" cy="0"/>
        </a:xfrm>
      </p:grpSpPr>
      <p:sp>
        <p:nvSpPr>
          <p:cNvPr id="511" name="Google Shape;511;gd00555c1e7_0_307:notes">
            <a:extLst>
              <a:ext uri="{FF2B5EF4-FFF2-40B4-BE49-F238E27FC236}">
                <a16:creationId xmlns:a16="http://schemas.microsoft.com/office/drawing/2014/main" id="{BED6CCD0-34D9-CBFA-CB46-6BFEBD5A654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12" name="Google Shape;512;gd00555c1e7_0_307:notes">
            <a:extLst>
              <a:ext uri="{FF2B5EF4-FFF2-40B4-BE49-F238E27FC236}">
                <a16:creationId xmlns:a16="http://schemas.microsoft.com/office/drawing/2014/main" id="{35C3C4E5-C434-098A-4079-6B40E426DE0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4890976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
          <a:extLst>
            <a:ext uri="{FF2B5EF4-FFF2-40B4-BE49-F238E27FC236}">
              <a16:creationId xmlns:a16="http://schemas.microsoft.com/office/drawing/2014/main" id="{8A17383C-992E-8363-15F8-6A286F9FCC1E}"/>
            </a:ext>
          </a:extLst>
        </p:cNvPr>
        <p:cNvGrpSpPr/>
        <p:nvPr/>
      </p:nvGrpSpPr>
      <p:grpSpPr>
        <a:xfrm>
          <a:off x="0" y="0"/>
          <a:ext cx="0" cy="0"/>
          <a:chOff x="0" y="0"/>
          <a:chExt cx="0" cy="0"/>
        </a:xfrm>
      </p:grpSpPr>
      <p:sp>
        <p:nvSpPr>
          <p:cNvPr id="244" name="Google Shape;244;gd431007ba2_0_208:notes">
            <a:extLst>
              <a:ext uri="{FF2B5EF4-FFF2-40B4-BE49-F238E27FC236}">
                <a16:creationId xmlns:a16="http://schemas.microsoft.com/office/drawing/2014/main" id="{60CF8218-9CFB-3A41-1721-87305C49ACC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45" name="Google Shape;245;gd431007ba2_0_208:notes">
            <a:extLst>
              <a:ext uri="{FF2B5EF4-FFF2-40B4-BE49-F238E27FC236}">
                <a16:creationId xmlns:a16="http://schemas.microsoft.com/office/drawing/2014/main" id="{C3BFD50D-0155-3BB2-CD0E-9CBFEE2E694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407964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
          <a:extLst>
            <a:ext uri="{FF2B5EF4-FFF2-40B4-BE49-F238E27FC236}">
              <a16:creationId xmlns:a16="http://schemas.microsoft.com/office/drawing/2014/main" id="{1DC8A594-EB8F-DF70-69E1-AB024565FA65}"/>
            </a:ext>
          </a:extLst>
        </p:cNvPr>
        <p:cNvGrpSpPr/>
        <p:nvPr/>
      </p:nvGrpSpPr>
      <p:grpSpPr>
        <a:xfrm>
          <a:off x="0" y="0"/>
          <a:ext cx="0" cy="0"/>
          <a:chOff x="0" y="0"/>
          <a:chExt cx="0" cy="0"/>
        </a:xfrm>
      </p:grpSpPr>
      <p:sp>
        <p:nvSpPr>
          <p:cNvPr id="244" name="Google Shape;244;gd431007ba2_0_208:notes">
            <a:extLst>
              <a:ext uri="{FF2B5EF4-FFF2-40B4-BE49-F238E27FC236}">
                <a16:creationId xmlns:a16="http://schemas.microsoft.com/office/drawing/2014/main" id="{9C40E7D9-971C-FD1A-E1C2-C0F4CC9586F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45" name="Google Shape;245;gd431007ba2_0_208:notes">
            <a:extLst>
              <a:ext uri="{FF2B5EF4-FFF2-40B4-BE49-F238E27FC236}">
                <a16:creationId xmlns:a16="http://schemas.microsoft.com/office/drawing/2014/main" id="{76A765E1-F25C-D711-E3CC-E4902DBD03C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628065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
          <a:extLst>
            <a:ext uri="{FF2B5EF4-FFF2-40B4-BE49-F238E27FC236}">
              <a16:creationId xmlns:a16="http://schemas.microsoft.com/office/drawing/2014/main" id="{AC482F0D-CFC0-D5F2-C920-5A6C3864A628}"/>
            </a:ext>
          </a:extLst>
        </p:cNvPr>
        <p:cNvGrpSpPr/>
        <p:nvPr/>
      </p:nvGrpSpPr>
      <p:grpSpPr>
        <a:xfrm>
          <a:off x="0" y="0"/>
          <a:ext cx="0" cy="0"/>
          <a:chOff x="0" y="0"/>
          <a:chExt cx="0" cy="0"/>
        </a:xfrm>
      </p:grpSpPr>
      <p:sp>
        <p:nvSpPr>
          <p:cNvPr id="250" name="Google Shape;250;gd431007ba2_0_215:notes">
            <a:extLst>
              <a:ext uri="{FF2B5EF4-FFF2-40B4-BE49-F238E27FC236}">
                <a16:creationId xmlns:a16="http://schemas.microsoft.com/office/drawing/2014/main" id="{79F8AE09-052B-C453-DFC3-4A8BE734921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51" name="Google Shape;251;gd431007ba2_0_215:notes">
            <a:extLst>
              <a:ext uri="{FF2B5EF4-FFF2-40B4-BE49-F238E27FC236}">
                <a16:creationId xmlns:a16="http://schemas.microsoft.com/office/drawing/2014/main" id="{9BF14B89-254E-6DE0-D495-589F43ED7FE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293508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
          <a:extLst>
            <a:ext uri="{FF2B5EF4-FFF2-40B4-BE49-F238E27FC236}">
              <a16:creationId xmlns:a16="http://schemas.microsoft.com/office/drawing/2014/main" id="{BB70F811-4B1A-9DDF-B966-E53C0A848FAD}"/>
            </a:ext>
          </a:extLst>
        </p:cNvPr>
        <p:cNvGrpSpPr/>
        <p:nvPr/>
      </p:nvGrpSpPr>
      <p:grpSpPr>
        <a:xfrm>
          <a:off x="0" y="0"/>
          <a:ext cx="0" cy="0"/>
          <a:chOff x="0" y="0"/>
          <a:chExt cx="0" cy="0"/>
        </a:xfrm>
      </p:grpSpPr>
      <p:sp>
        <p:nvSpPr>
          <p:cNvPr id="280" name="Google Shape;280;gd00555c1e7_0_5:notes">
            <a:extLst>
              <a:ext uri="{FF2B5EF4-FFF2-40B4-BE49-F238E27FC236}">
                <a16:creationId xmlns:a16="http://schemas.microsoft.com/office/drawing/2014/main" id="{48177B6B-F428-9225-70E8-D1FFD14EBE3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81" name="Google Shape;281;gd00555c1e7_0_5:notes">
            <a:extLst>
              <a:ext uri="{FF2B5EF4-FFF2-40B4-BE49-F238E27FC236}">
                <a16:creationId xmlns:a16="http://schemas.microsoft.com/office/drawing/2014/main" id="{BD88E640-E0A7-0BC7-ACD2-B039A9FE1BA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19435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
        <p:cNvGrpSpPr/>
        <p:nvPr/>
      </p:nvGrpSpPr>
      <p:grpSpPr>
        <a:xfrm>
          <a:off x="0" y="0"/>
          <a:ext cx="0" cy="0"/>
          <a:chOff x="0" y="0"/>
          <a:chExt cx="0" cy="0"/>
        </a:xfrm>
      </p:grpSpPr>
      <p:sp>
        <p:nvSpPr>
          <p:cNvPr id="286" name="Google Shape;286;gd00555c1e7_0_2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87" name="Google Shape;287;gd00555c1e7_0_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
        <p:cNvGrpSpPr/>
        <p:nvPr/>
      </p:nvGrpSpPr>
      <p:grpSpPr>
        <a:xfrm>
          <a:off x="0" y="0"/>
          <a:ext cx="0" cy="0"/>
          <a:chOff x="0" y="0"/>
          <a:chExt cx="0" cy="0"/>
        </a:xfrm>
      </p:grpSpPr>
      <p:sp>
        <p:nvSpPr>
          <p:cNvPr id="310" name="Google Shape;310;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311" name="Google Shape;311;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
        <p:cNvGrpSpPr/>
        <p:nvPr/>
      </p:nvGrpSpPr>
      <p:grpSpPr>
        <a:xfrm>
          <a:off x="0" y="0"/>
          <a:ext cx="0" cy="0"/>
          <a:chOff x="0" y="0"/>
          <a:chExt cx="0" cy="0"/>
        </a:xfrm>
      </p:grpSpPr>
      <p:sp>
        <p:nvSpPr>
          <p:cNvPr id="341" name="Google Shape;341;gd00555c1e7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342" name="Google Shape;342;gd00555c1e7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6"/>
        <p:cNvGrpSpPr/>
        <p:nvPr/>
      </p:nvGrpSpPr>
      <p:grpSpPr>
        <a:xfrm>
          <a:off x="0" y="0"/>
          <a:ext cx="0" cy="0"/>
          <a:chOff x="0" y="0"/>
          <a:chExt cx="0" cy="0"/>
        </a:xfrm>
      </p:grpSpPr>
      <p:sp>
        <p:nvSpPr>
          <p:cNvPr id="377" name="Google Shape;377;gd00555c1e7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378" name="Google Shape;378;gd00555c1e7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
        <p:cNvGrpSpPr/>
        <p:nvPr/>
      </p:nvGrpSpPr>
      <p:grpSpPr>
        <a:xfrm>
          <a:off x="0" y="0"/>
          <a:ext cx="0" cy="0"/>
          <a:chOff x="0" y="0"/>
          <a:chExt cx="0" cy="0"/>
        </a:xfrm>
      </p:grpSpPr>
      <p:sp>
        <p:nvSpPr>
          <p:cNvPr id="417" name="Google Shape;417;gd00555c1e7_0_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418" name="Google Shape;418;gd00555c1e7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d00555c1e7_0_126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452" name="Google Shape;452;gd00555c1e7_0_126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0"/>
        <p:cNvGrpSpPr/>
        <p:nvPr/>
      </p:nvGrpSpPr>
      <p:grpSpPr>
        <a:xfrm>
          <a:off x="0" y="0"/>
          <a:ext cx="0" cy="0"/>
          <a:chOff x="0" y="0"/>
          <a:chExt cx="0" cy="0"/>
        </a:xfrm>
      </p:grpSpPr>
      <p:sp>
        <p:nvSpPr>
          <p:cNvPr id="561" name="Google Shape;561;gd00555c1e7_0_2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62" name="Google Shape;562;gd00555c1e7_0_2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p:cNvGrpSpPr/>
        <p:nvPr/>
      </p:nvGrpSpPr>
      <p:grpSpPr>
        <a:xfrm>
          <a:off x="0" y="0"/>
          <a:ext cx="0" cy="0"/>
          <a:chOff x="0" y="0"/>
          <a:chExt cx="0" cy="0"/>
        </a:xfrm>
      </p:grpSpPr>
      <p:sp>
        <p:nvSpPr>
          <p:cNvPr id="511" name="Google Shape;511;gd00555c1e7_0_3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12" name="Google Shape;512;gd00555c1e7_0_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0">
          <a:extLst>
            <a:ext uri="{FF2B5EF4-FFF2-40B4-BE49-F238E27FC236}">
              <a16:creationId xmlns:a16="http://schemas.microsoft.com/office/drawing/2014/main" id="{BA639162-8F32-B353-F1CE-78C806BC61E7}"/>
            </a:ext>
          </a:extLst>
        </p:cNvPr>
        <p:cNvGrpSpPr/>
        <p:nvPr/>
      </p:nvGrpSpPr>
      <p:grpSpPr>
        <a:xfrm>
          <a:off x="0" y="0"/>
          <a:ext cx="0" cy="0"/>
          <a:chOff x="0" y="0"/>
          <a:chExt cx="0" cy="0"/>
        </a:xfrm>
      </p:grpSpPr>
      <p:sp>
        <p:nvSpPr>
          <p:cNvPr id="561" name="Google Shape;561;gd00555c1e7_0_237:notes">
            <a:extLst>
              <a:ext uri="{FF2B5EF4-FFF2-40B4-BE49-F238E27FC236}">
                <a16:creationId xmlns:a16="http://schemas.microsoft.com/office/drawing/2014/main" id="{9589E4F0-DA5C-121B-5A0F-3929DE802A6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62" name="Google Shape;562;gd00555c1e7_0_237:notes">
            <a:extLst>
              <a:ext uri="{FF2B5EF4-FFF2-40B4-BE49-F238E27FC236}">
                <a16:creationId xmlns:a16="http://schemas.microsoft.com/office/drawing/2014/main" id="{82F41629-59CF-7502-A078-D7CC2111485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4646577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
        <p:cNvGrpSpPr/>
        <p:nvPr/>
      </p:nvGrpSpPr>
      <p:grpSpPr>
        <a:xfrm>
          <a:off x="0" y="0"/>
          <a:ext cx="0" cy="0"/>
          <a:chOff x="0" y="0"/>
          <a:chExt cx="0" cy="0"/>
        </a:xfrm>
      </p:grpSpPr>
      <p:sp>
        <p:nvSpPr>
          <p:cNvPr id="592" name="Google Shape;592;gd00555c1e7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93" name="Google Shape;593;gd00555c1e7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p:cNvGrpSpPr/>
        <p:nvPr/>
      </p:nvGrpSpPr>
      <p:grpSpPr>
        <a:xfrm>
          <a:off x="0" y="0"/>
          <a:ext cx="0" cy="0"/>
          <a:chOff x="0" y="0"/>
          <a:chExt cx="0" cy="0"/>
        </a:xfrm>
      </p:grpSpPr>
      <p:sp>
        <p:nvSpPr>
          <p:cNvPr id="267" name="Google Shape;267;gd00555c1e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68" name="Google Shape;268;gd00555c1e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
        <p:cNvGrpSpPr/>
        <p:nvPr/>
      </p:nvGrpSpPr>
      <p:grpSpPr>
        <a:xfrm>
          <a:off x="0" y="0"/>
          <a:ext cx="0" cy="0"/>
          <a:chOff x="0" y="0"/>
          <a:chExt cx="0" cy="0"/>
        </a:xfrm>
      </p:grpSpPr>
      <p:sp>
        <p:nvSpPr>
          <p:cNvPr id="273" name="Google Shape;273;gfb74c86f7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274" name="Google Shape;274;gfb74c86f7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
        <p:cNvGrpSpPr/>
        <p:nvPr/>
      </p:nvGrpSpPr>
      <p:grpSpPr>
        <a:xfrm>
          <a:off x="0" y="0"/>
          <a:ext cx="0" cy="0"/>
          <a:chOff x="0" y="0"/>
          <a:chExt cx="0" cy="0"/>
        </a:xfrm>
      </p:grpSpPr>
      <p:sp>
        <p:nvSpPr>
          <p:cNvPr id="556" name="Google Shape;556;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57" name="Google Shape;557;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d00555c1e7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598" name="Google Shape;598;gd00555c1e7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4"/>
        <p:cNvGrpSpPr/>
        <p:nvPr/>
      </p:nvGrpSpPr>
      <p:grpSpPr>
        <a:xfrm>
          <a:off x="0" y="0"/>
          <a:ext cx="0" cy="0"/>
          <a:chOff x="0" y="0"/>
          <a:chExt cx="0" cy="0"/>
        </a:xfrm>
      </p:grpSpPr>
      <p:sp>
        <p:nvSpPr>
          <p:cNvPr id="605" name="Google Shape;605;gd00555c1e7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06" name="Google Shape;606;gd00555c1e7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0"/>
        <p:cNvGrpSpPr/>
        <p:nvPr/>
      </p:nvGrpSpPr>
      <p:grpSpPr>
        <a:xfrm>
          <a:off x="0" y="0"/>
          <a:ext cx="0" cy="0"/>
          <a:chOff x="0" y="0"/>
          <a:chExt cx="0" cy="0"/>
        </a:xfrm>
      </p:grpSpPr>
      <p:sp>
        <p:nvSpPr>
          <p:cNvPr id="611" name="Google Shape;611;gd00555c1e7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12" name="Google Shape;612;gd00555c1e7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6"/>
        <p:cNvGrpSpPr/>
        <p:nvPr/>
      </p:nvGrpSpPr>
      <p:grpSpPr>
        <a:xfrm>
          <a:off x="0" y="0"/>
          <a:ext cx="0" cy="0"/>
          <a:chOff x="0" y="0"/>
          <a:chExt cx="0" cy="0"/>
        </a:xfrm>
      </p:grpSpPr>
      <p:sp>
        <p:nvSpPr>
          <p:cNvPr id="617" name="Google Shape;617;gd00555c1e7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18" name="Google Shape;618;gd00555c1e7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d00555c1e7_0_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28" name="Google Shape;628;gd00555c1e7_0_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3"/>
        <p:cNvGrpSpPr/>
        <p:nvPr/>
      </p:nvGrpSpPr>
      <p:grpSpPr>
        <a:xfrm>
          <a:off x="0" y="0"/>
          <a:ext cx="0" cy="0"/>
          <a:chOff x="0" y="0"/>
          <a:chExt cx="0" cy="0"/>
        </a:xfrm>
      </p:grpSpPr>
      <p:sp>
        <p:nvSpPr>
          <p:cNvPr id="644" name="Google Shape;644;gd00555c1e7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45" name="Google Shape;645;gd00555c1e7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d00555c1e7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664" name="Google Shape;664;gd00555c1e7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2"/>
        <p:cNvGrpSpPr/>
        <p:nvPr/>
      </p:nvGrpSpPr>
      <p:grpSpPr>
        <a:xfrm>
          <a:off x="0" y="0"/>
          <a:ext cx="0" cy="0"/>
          <a:chOff x="0" y="0"/>
          <a:chExt cx="0" cy="0"/>
        </a:xfrm>
      </p:grpSpPr>
      <p:sp>
        <p:nvSpPr>
          <p:cNvPr id="733" name="Google Shape;733;g10a4c97f96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734" name="Google Shape;734;g10a4c97f96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5"/>
        <p:cNvGrpSpPr/>
        <p:nvPr/>
      </p:nvGrpSpPr>
      <p:grpSpPr>
        <a:xfrm>
          <a:off x="0" y="0"/>
          <a:ext cx="0" cy="0"/>
          <a:chOff x="0" y="0"/>
          <a:chExt cx="0" cy="0"/>
        </a:xfrm>
      </p:grpSpPr>
      <p:sp>
        <p:nvSpPr>
          <p:cNvPr id="746" name="Google Shape;746;gd00555c1e7_0_3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747" name="Google Shape;747;gd00555c1e7_0_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d00555c1e7_0_3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769" name="Google Shape;769;gd00555c1e7_0_3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
        <p:cNvGrpSpPr/>
        <p:nvPr/>
      </p:nvGrpSpPr>
      <p:grpSpPr>
        <a:xfrm>
          <a:off x="0" y="0"/>
          <a:ext cx="0" cy="0"/>
          <a:chOff x="0" y="0"/>
          <a:chExt cx="0" cy="0"/>
        </a:xfrm>
      </p:grpSpPr>
      <p:sp>
        <p:nvSpPr>
          <p:cNvPr id="1050" name="Google Shape;1050;gd00555c1e7_0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51" name="Google Shape;1051;gd00555c1e7_0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
        <p:cNvGrpSpPr/>
        <p:nvPr/>
      </p:nvGrpSpPr>
      <p:grpSpPr>
        <a:xfrm>
          <a:off x="0" y="0"/>
          <a:ext cx="0" cy="0"/>
          <a:chOff x="0" y="0"/>
          <a:chExt cx="0" cy="0"/>
        </a:xfrm>
      </p:grpSpPr>
      <p:sp>
        <p:nvSpPr>
          <p:cNvPr id="1060" name="Google Shape;1060;gd00555c1e7_0_4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61" name="Google Shape;1061;gd00555c1e7_0_4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7"/>
        <p:cNvGrpSpPr/>
        <p:nvPr/>
      </p:nvGrpSpPr>
      <p:grpSpPr>
        <a:xfrm>
          <a:off x="0" y="0"/>
          <a:ext cx="0" cy="0"/>
          <a:chOff x="0" y="0"/>
          <a:chExt cx="0" cy="0"/>
        </a:xfrm>
      </p:grpSpPr>
      <p:sp>
        <p:nvSpPr>
          <p:cNvPr id="1068" name="Google Shape;1068;gd00555c1e7_0_9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69" name="Google Shape;1069;gd00555c1e7_0_9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4"/>
        <p:cNvGrpSpPr/>
        <p:nvPr/>
      </p:nvGrpSpPr>
      <p:grpSpPr>
        <a:xfrm>
          <a:off x="0" y="0"/>
          <a:ext cx="0" cy="0"/>
          <a:chOff x="0" y="0"/>
          <a:chExt cx="0" cy="0"/>
        </a:xfrm>
      </p:grpSpPr>
      <p:sp>
        <p:nvSpPr>
          <p:cNvPr id="1075" name="Google Shape;1075;gd00555c1e7_0_9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76" name="Google Shape;1076;gd00555c1e7_0_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1"/>
        <p:cNvGrpSpPr/>
        <p:nvPr/>
      </p:nvGrpSpPr>
      <p:grpSpPr>
        <a:xfrm>
          <a:off x="0" y="0"/>
          <a:ext cx="0" cy="0"/>
          <a:chOff x="0" y="0"/>
          <a:chExt cx="0" cy="0"/>
        </a:xfrm>
      </p:grpSpPr>
      <p:sp>
        <p:nvSpPr>
          <p:cNvPr id="1082" name="Google Shape;1082;gd00555c1e7_0_9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83" name="Google Shape;1083;gd00555c1e7_0_9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
        <p:cNvGrpSpPr/>
        <p:nvPr/>
      </p:nvGrpSpPr>
      <p:grpSpPr>
        <a:xfrm>
          <a:off x="0" y="0"/>
          <a:ext cx="0" cy="0"/>
          <a:chOff x="0" y="0"/>
          <a:chExt cx="0" cy="0"/>
        </a:xfrm>
      </p:grpSpPr>
      <p:sp>
        <p:nvSpPr>
          <p:cNvPr id="1099" name="Google Shape;1099;gd00555c1e7_0_10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100" name="Google Shape;1100;gd00555c1e7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
        <p:cNvGrpSpPr/>
        <p:nvPr/>
      </p:nvGrpSpPr>
      <p:grpSpPr>
        <a:xfrm>
          <a:off x="0" y="0"/>
          <a:ext cx="0" cy="0"/>
          <a:chOff x="0" y="0"/>
          <a:chExt cx="0" cy="0"/>
        </a:xfrm>
      </p:grpSpPr>
      <p:sp>
        <p:nvSpPr>
          <p:cNvPr id="1115" name="Google Shape;1115;gd00555c1e7_0_10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116" name="Google Shape;1116;gd00555c1e7_0_10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1"/>
        <p:cNvGrpSpPr/>
        <p:nvPr/>
      </p:nvGrpSpPr>
      <p:grpSpPr>
        <a:xfrm>
          <a:off x="0" y="0"/>
          <a:ext cx="0" cy="0"/>
          <a:chOff x="0" y="0"/>
          <a:chExt cx="0" cy="0"/>
        </a:xfrm>
      </p:grpSpPr>
      <p:sp>
        <p:nvSpPr>
          <p:cNvPr id="1452" name="Google Shape;1452;gd00555c1e7_0_13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453" name="Google Shape;1453;gd00555c1e7_0_13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d00555c1e7_0_78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7953" name="Google Shape;7953;gd00555c1e7_0_78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8"/>
        <p:cNvGrpSpPr/>
        <p:nvPr/>
      </p:nvGrpSpPr>
      <p:grpSpPr>
        <a:xfrm>
          <a:off x="0" y="0"/>
          <a:ext cx="0" cy="0"/>
          <a:chOff x="0" y="0"/>
          <a:chExt cx="0" cy="0"/>
        </a:xfrm>
      </p:grpSpPr>
      <p:sp>
        <p:nvSpPr>
          <p:cNvPr id="8379" name="Google Shape;8379;gd00555c1e7_0_83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8380" name="Google Shape;8380;gd00555c1e7_0_8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41"/>
        <p:cNvGrpSpPr/>
        <p:nvPr/>
      </p:nvGrpSpPr>
      <p:grpSpPr>
        <a:xfrm>
          <a:off x="0" y="0"/>
          <a:ext cx="0" cy="0"/>
          <a:chOff x="0" y="0"/>
          <a:chExt cx="0" cy="0"/>
        </a:xfrm>
      </p:grpSpPr>
      <p:sp>
        <p:nvSpPr>
          <p:cNvPr id="8542" name="Google Shape;8542;gd00555c1e7_0_84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8543" name="Google Shape;8543;gd00555c1e7_0_84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43"/>
        <p:cNvGrpSpPr/>
        <p:nvPr/>
      </p:nvGrpSpPr>
      <p:grpSpPr>
        <a:xfrm>
          <a:off x="0" y="0"/>
          <a:ext cx="0" cy="0"/>
          <a:chOff x="0" y="0"/>
          <a:chExt cx="0" cy="0"/>
        </a:xfrm>
      </p:grpSpPr>
      <p:sp>
        <p:nvSpPr>
          <p:cNvPr id="8944" name="Google Shape;8944;gd00555c1e7_0_88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8945" name="Google Shape;8945;gd00555c1e7_0_88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14"/>
        <p:cNvGrpSpPr/>
        <p:nvPr/>
      </p:nvGrpSpPr>
      <p:grpSpPr>
        <a:xfrm>
          <a:off x="0" y="0"/>
          <a:ext cx="0" cy="0"/>
          <a:chOff x="0" y="0"/>
          <a:chExt cx="0" cy="0"/>
        </a:xfrm>
      </p:grpSpPr>
      <p:sp>
        <p:nvSpPr>
          <p:cNvPr id="9315" name="Google Shape;9315;gd00555c1e7_0_92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9316" name="Google Shape;9316;gd00555c1e7_0_92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16"/>
        <p:cNvGrpSpPr/>
        <p:nvPr/>
      </p:nvGrpSpPr>
      <p:grpSpPr>
        <a:xfrm>
          <a:off x="0" y="0"/>
          <a:ext cx="0" cy="0"/>
          <a:chOff x="0" y="0"/>
          <a:chExt cx="0" cy="0"/>
        </a:xfrm>
      </p:grpSpPr>
      <p:sp>
        <p:nvSpPr>
          <p:cNvPr id="9617" name="Google Shape;9617;gd00555c1e7_0_95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9618" name="Google Shape;9618;gd00555c1e7_0_95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8"/>
        <p:cNvGrpSpPr/>
        <p:nvPr/>
      </p:nvGrpSpPr>
      <p:grpSpPr>
        <a:xfrm>
          <a:off x="0" y="0"/>
          <a:ext cx="0" cy="0"/>
          <a:chOff x="0" y="0"/>
          <a:chExt cx="0" cy="0"/>
        </a:xfrm>
      </p:grpSpPr>
      <p:sp>
        <p:nvSpPr>
          <p:cNvPr id="9909" name="Google Shape;9909;gd00555c1e7_0_98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9910" name="Google Shape;9910;gd00555c1e7_0_98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67"/>
        <p:cNvGrpSpPr/>
        <p:nvPr/>
      </p:nvGrpSpPr>
      <p:grpSpPr>
        <a:xfrm>
          <a:off x="0" y="0"/>
          <a:ext cx="0" cy="0"/>
          <a:chOff x="0" y="0"/>
          <a:chExt cx="0" cy="0"/>
        </a:xfrm>
      </p:grpSpPr>
      <p:sp>
        <p:nvSpPr>
          <p:cNvPr id="10268" name="Google Shape;10268;gd00555c1e7_0_101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269" name="Google Shape;10269;gd00555c1e7_0_10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4"/>
        <p:cNvGrpSpPr/>
        <p:nvPr/>
      </p:nvGrpSpPr>
      <p:grpSpPr>
        <a:xfrm>
          <a:off x="0" y="0"/>
          <a:ext cx="0" cy="0"/>
          <a:chOff x="0" y="0"/>
          <a:chExt cx="0" cy="0"/>
        </a:xfrm>
      </p:grpSpPr>
      <p:sp>
        <p:nvSpPr>
          <p:cNvPr id="10685" name="Google Shape;10685;gd00555c1e7_0_106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0686" name="Google Shape;10686;gd00555c1e7_0_106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24"/>
        <p:cNvGrpSpPr/>
        <p:nvPr/>
      </p:nvGrpSpPr>
      <p:grpSpPr>
        <a:xfrm>
          <a:off x="0" y="0"/>
          <a:ext cx="0" cy="0"/>
          <a:chOff x="0" y="0"/>
          <a:chExt cx="0" cy="0"/>
        </a:xfrm>
      </p:grpSpPr>
      <p:sp>
        <p:nvSpPr>
          <p:cNvPr id="11025" name="Google Shape;11025;gd00555c1e7_0_109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1026" name="Google Shape;11026;gd00555c1e7_0_109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12"/>
        <p:cNvGrpSpPr/>
        <p:nvPr/>
      </p:nvGrpSpPr>
      <p:grpSpPr>
        <a:xfrm>
          <a:off x="0" y="0"/>
          <a:ext cx="0" cy="0"/>
          <a:chOff x="0" y="0"/>
          <a:chExt cx="0" cy="0"/>
        </a:xfrm>
      </p:grpSpPr>
      <p:sp>
        <p:nvSpPr>
          <p:cNvPr id="11213" name="Google Shape;11213;gd00555c1e7_0_11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1214" name="Google Shape;11214;gd00555c1e7_0_11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8"/>
        <p:cNvGrpSpPr/>
        <p:nvPr/>
      </p:nvGrpSpPr>
      <p:grpSpPr>
        <a:xfrm>
          <a:off x="0" y="0"/>
          <a:ext cx="0" cy="0"/>
          <a:chOff x="0" y="0"/>
          <a:chExt cx="0" cy="0"/>
        </a:xfrm>
      </p:grpSpPr>
      <p:sp>
        <p:nvSpPr>
          <p:cNvPr id="11459" name="Google Shape;11459;gd00555c1e7_0_125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he-IL"/>
          </a:p>
        </p:txBody>
      </p:sp>
      <p:sp>
        <p:nvSpPr>
          <p:cNvPr id="11460" name="Google Shape;11460;gd00555c1e7_0_12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hyperlink" Target="http://bit.ly/2Tynxth" TargetMode="Externa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51000"/>
          </a:blip>
          <a:stretch>
            <a:fillRect/>
          </a:stretch>
        </p:blipFill>
        <p:spPr>
          <a:xfrm rot="10800000">
            <a:off x="1" y="1"/>
            <a:ext cx="3013100" cy="2981424"/>
          </a:xfrm>
          <a:prstGeom prst="rect">
            <a:avLst/>
          </a:prstGeom>
          <a:noFill/>
          <a:ln>
            <a:noFill/>
          </a:ln>
        </p:spPr>
      </p:pic>
      <p:pic>
        <p:nvPicPr>
          <p:cNvPr id="10" name="Google Shape;10;p2"/>
          <p:cNvPicPr preferRelativeResize="0"/>
          <p:nvPr/>
        </p:nvPicPr>
        <p:blipFill rotWithShape="1">
          <a:blip r:embed="rId3">
            <a:alphaModFix/>
          </a:blip>
          <a:srcRect r="34141"/>
          <a:stretch/>
        </p:blipFill>
        <p:spPr>
          <a:xfrm rot="10800000">
            <a:off x="-14799" y="-1"/>
            <a:ext cx="3992525" cy="3409976"/>
          </a:xfrm>
          <a:prstGeom prst="rect">
            <a:avLst/>
          </a:prstGeom>
          <a:noFill/>
          <a:ln>
            <a:noFill/>
          </a:ln>
        </p:spPr>
      </p:pic>
      <p:pic>
        <p:nvPicPr>
          <p:cNvPr id="11" name="Google Shape;11;p2"/>
          <p:cNvPicPr preferRelativeResize="0"/>
          <p:nvPr/>
        </p:nvPicPr>
        <p:blipFill>
          <a:blip r:embed="rId4">
            <a:alphaModFix/>
          </a:blip>
          <a:stretch>
            <a:fillRect/>
          </a:stretch>
        </p:blipFill>
        <p:spPr>
          <a:xfrm>
            <a:off x="6002400" y="2001888"/>
            <a:ext cx="3141601" cy="3141601"/>
          </a:xfrm>
          <a:prstGeom prst="rect">
            <a:avLst/>
          </a:prstGeom>
          <a:noFill/>
          <a:ln>
            <a:noFill/>
          </a:ln>
        </p:spPr>
      </p:pic>
      <p:pic>
        <p:nvPicPr>
          <p:cNvPr id="12" name="Google Shape;12;p2"/>
          <p:cNvPicPr preferRelativeResize="0"/>
          <p:nvPr/>
        </p:nvPicPr>
        <p:blipFill>
          <a:blip r:embed="rId3">
            <a:alphaModFix/>
          </a:blip>
          <a:stretch>
            <a:fillRect/>
          </a:stretch>
        </p:blipFill>
        <p:spPr>
          <a:xfrm>
            <a:off x="1953025" y="1097950"/>
            <a:ext cx="7192099" cy="4045550"/>
          </a:xfrm>
          <a:prstGeom prst="rect">
            <a:avLst/>
          </a:prstGeom>
          <a:noFill/>
          <a:ln>
            <a:noFill/>
          </a:ln>
        </p:spPr>
      </p:pic>
      <p:sp>
        <p:nvSpPr>
          <p:cNvPr id="13" name="Google Shape;13;p2"/>
          <p:cNvSpPr txBox="1">
            <a:spLocks noGrp="1"/>
          </p:cNvSpPr>
          <p:nvPr>
            <p:ph type="ctrTitle"/>
          </p:nvPr>
        </p:nvSpPr>
        <p:spPr>
          <a:xfrm>
            <a:off x="693000" y="1742675"/>
            <a:ext cx="6047100" cy="1281000"/>
          </a:xfrm>
          <a:prstGeom prst="rect">
            <a:avLst/>
          </a:prstGeom>
        </p:spPr>
        <p:txBody>
          <a:bodyPr spcFirstLastPara="1" wrap="square" lIns="91425" tIns="91425" rIns="91425" bIns="91425" anchor="ctr" anchorCtr="0">
            <a:noAutofit/>
          </a:bodyPr>
          <a:lstStyle>
            <a:lvl1pPr lvl="0" algn="l">
              <a:lnSpc>
                <a:spcPct val="80000"/>
              </a:lnSpc>
              <a:spcBef>
                <a:spcPts val="0"/>
              </a:spcBef>
              <a:spcAft>
                <a:spcPts val="0"/>
              </a:spcAft>
              <a:buSzPts val="45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4" name="Google Shape;14;p2"/>
          <p:cNvSpPr txBox="1">
            <a:spLocks noGrp="1"/>
          </p:cNvSpPr>
          <p:nvPr>
            <p:ph type="subTitle" idx="1"/>
          </p:nvPr>
        </p:nvSpPr>
        <p:spPr>
          <a:xfrm>
            <a:off x="693000" y="3035125"/>
            <a:ext cx="3726600" cy="365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a:lnSpc>
                <a:spcPct val="100000"/>
              </a:lnSpc>
              <a:spcBef>
                <a:spcPts val="0"/>
              </a:spcBef>
              <a:spcAft>
                <a:spcPts val="0"/>
              </a:spcAft>
              <a:buSzPts val="15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5"/>
        <p:cNvGrpSpPr/>
        <p:nvPr/>
      </p:nvGrpSpPr>
      <p:grpSpPr>
        <a:xfrm>
          <a:off x="0" y="0"/>
          <a:ext cx="0" cy="0"/>
          <a:chOff x="0" y="0"/>
          <a:chExt cx="0" cy="0"/>
        </a:xfrm>
      </p:grpSpPr>
      <p:pic>
        <p:nvPicPr>
          <p:cNvPr id="16" name="Google Shape;16;p3"/>
          <p:cNvPicPr preferRelativeResize="0"/>
          <p:nvPr/>
        </p:nvPicPr>
        <p:blipFill rotWithShape="1">
          <a:blip r:embed="rId2">
            <a:alphaModFix/>
          </a:blip>
          <a:srcRect r="29443" b="29088"/>
          <a:stretch/>
        </p:blipFill>
        <p:spPr>
          <a:xfrm>
            <a:off x="6927450" y="2915800"/>
            <a:ext cx="2216549" cy="2227700"/>
          </a:xfrm>
          <a:prstGeom prst="rect">
            <a:avLst/>
          </a:prstGeom>
          <a:noFill/>
          <a:ln>
            <a:noFill/>
          </a:ln>
        </p:spPr>
      </p:pic>
      <p:pic>
        <p:nvPicPr>
          <p:cNvPr id="17" name="Google Shape;17;p3"/>
          <p:cNvPicPr preferRelativeResize="0"/>
          <p:nvPr/>
        </p:nvPicPr>
        <p:blipFill>
          <a:blip r:embed="rId3">
            <a:alphaModFix/>
          </a:blip>
          <a:stretch>
            <a:fillRect/>
          </a:stretch>
        </p:blipFill>
        <p:spPr>
          <a:xfrm rot="10800000">
            <a:off x="-1" y="-12"/>
            <a:ext cx="3141600" cy="3108574"/>
          </a:xfrm>
          <a:prstGeom prst="rect">
            <a:avLst/>
          </a:prstGeom>
          <a:noFill/>
          <a:ln>
            <a:noFill/>
          </a:ln>
        </p:spPr>
      </p:pic>
      <p:sp>
        <p:nvSpPr>
          <p:cNvPr id="18" name="Google Shape;18;p3"/>
          <p:cNvSpPr txBox="1">
            <a:spLocks noGrp="1"/>
          </p:cNvSpPr>
          <p:nvPr>
            <p:ph type="title"/>
          </p:nvPr>
        </p:nvSpPr>
        <p:spPr>
          <a:xfrm>
            <a:off x="2038200" y="2465719"/>
            <a:ext cx="50676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9" name="Google Shape;19;p3"/>
          <p:cNvSpPr txBox="1">
            <a:spLocks noGrp="1"/>
          </p:cNvSpPr>
          <p:nvPr>
            <p:ph type="title" idx="2" hasCustomPrompt="1"/>
          </p:nvPr>
        </p:nvSpPr>
        <p:spPr>
          <a:xfrm>
            <a:off x="4023300" y="1341671"/>
            <a:ext cx="1097400" cy="1097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6000"/>
              <a:buNone/>
              <a:defRPr sz="45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0" name="Google Shape;20;p3"/>
          <p:cNvSpPr txBox="1">
            <a:spLocks noGrp="1"/>
          </p:cNvSpPr>
          <p:nvPr>
            <p:ph type="subTitle" idx="1"/>
          </p:nvPr>
        </p:nvSpPr>
        <p:spPr>
          <a:xfrm>
            <a:off x="2542200" y="3436129"/>
            <a:ext cx="4059600" cy="365700"/>
          </a:xfrm>
          <a:prstGeom prst="rect">
            <a:avLst/>
          </a:prstGeom>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pic>
        <p:nvPicPr>
          <p:cNvPr id="21" name="Google Shape;21;p3"/>
          <p:cNvPicPr preferRelativeResize="0"/>
          <p:nvPr/>
        </p:nvPicPr>
        <p:blipFill>
          <a:blip r:embed="rId4">
            <a:alphaModFix/>
          </a:blip>
          <a:stretch>
            <a:fillRect/>
          </a:stretch>
        </p:blipFill>
        <p:spPr>
          <a:xfrm rot="10800000">
            <a:off x="1" y="-3"/>
            <a:ext cx="9139474" cy="5140951"/>
          </a:xfrm>
          <a:prstGeom prst="rect">
            <a:avLst/>
          </a:prstGeom>
          <a:noFill/>
          <a:ln>
            <a:noFill/>
          </a:ln>
        </p:spPr>
      </p:pic>
      <p:pic>
        <p:nvPicPr>
          <p:cNvPr id="22" name="Google Shape;22;p3"/>
          <p:cNvPicPr preferRelativeResize="0"/>
          <p:nvPr/>
        </p:nvPicPr>
        <p:blipFill rotWithShape="1">
          <a:blip r:embed="rId4">
            <a:alphaModFix/>
          </a:blip>
          <a:srcRect r="60000"/>
          <a:stretch/>
        </p:blipFill>
        <p:spPr>
          <a:xfrm>
            <a:off x="5486400" y="0"/>
            <a:ext cx="3657600" cy="514350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3"/>
        <p:cNvGrpSpPr/>
        <p:nvPr/>
      </p:nvGrpSpPr>
      <p:grpSpPr>
        <a:xfrm>
          <a:off x="0" y="0"/>
          <a:ext cx="0" cy="0"/>
          <a:chOff x="0" y="0"/>
          <a:chExt cx="0" cy="0"/>
        </a:xfrm>
      </p:grpSpPr>
      <p:pic>
        <p:nvPicPr>
          <p:cNvPr id="24" name="Google Shape;24;p4"/>
          <p:cNvPicPr preferRelativeResize="0"/>
          <p:nvPr/>
        </p:nvPicPr>
        <p:blipFill rotWithShape="1">
          <a:blip r:embed="rId2">
            <a:alphaModFix amt="69000"/>
          </a:blip>
          <a:srcRect t="-45165" r="39043" b="31399"/>
          <a:stretch/>
        </p:blipFill>
        <p:spPr>
          <a:xfrm>
            <a:off x="5515100" y="1956000"/>
            <a:ext cx="3628900" cy="3187499"/>
          </a:xfrm>
          <a:prstGeom prst="rect">
            <a:avLst/>
          </a:prstGeom>
          <a:noFill/>
          <a:ln>
            <a:noFill/>
          </a:ln>
        </p:spPr>
      </p:pic>
      <p:pic>
        <p:nvPicPr>
          <p:cNvPr id="25" name="Google Shape;25;p4"/>
          <p:cNvPicPr preferRelativeResize="0"/>
          <p:nvPr/>
        </p:nvPicPr>
        <p:blipFill rotWithShape="1">
          <a:blip r:embed="rId3">
            <a:alphaModFix/>
          </a:blip>
          <a:srcRect r="60000" b="8892"/>
          <a:stretch/>
        </p:blipFill>
        <p:spPr>
          <a:xfrm>
            <a:off x="5486400" y="457200"/>
            <a:ext cx="3657600" cy="4686301"/>
          </a:xfrm>
          <a:prstGeom prst="rect">
            <a:avLst/>
          </a:prstGeom>
          <a:noFill/>
          <a:ln>
            <a:noFill/>
          </a:ln>
        </p:spPr>
      </p:pic>
      <p:pic>
        <p:nvPicPr>
          <p:cNvPr id="26" name="Google Shape;26;p4"/>
          <p:cNvPicPr preferRelativeResize="0"/>
          <p:nvPr/>
        </p:nvPicPr>
        <p:blipFill>
          <a:blip r:embed="rId4">
            <a:alphaModFix/>
          </a:blip>
          <a:stretch>
            <a:fillRect/>
          </a:stretch>
        </p:blipFill>
        <p:spPr>
          <a:xfrm>
            <a:off x="1" y="0"/>
            <a:ext cx="3770425" cy="3715776"/>
          </a:xfrm>
          <a:prstGeom prst="rect">
            <a:avLst/>
          </a:prstGeom>
          <a:noFill/>
          <a:ln>
            <a:noFill/>
          </a:ln>
        </p:spPr>
      </p:pic>
      <p:pic>
        <p:nvPicPr>
          <p:cNvPr id="27" name="Google Shape;27;p4"/>
          <p:cNvPicPr preferRelativeResize="0"/>
          <p:nvPr/>
        </p:nvPicPr>
        <p:blipFill rotWithShape="1">
          <a:blip r:embed="rId3">
            <a:alphaModFix/>
          </a:blip>
          <a:srcRect r="70835"/>
          <a:stretch/>
        </p:blipFill>
        <p:spPr>
          <a:xfrm rot="10800000">
            <a:off x="173" y="0"/>
            <a:ext cx="2666827" cy="5143500"/>
          </a:xfrm>
          <a:prstGeom prst="rect">
            <a:avLst/>
          </a:prstGeom>
          <a:noFill/>
          <a:ln>
            <a:noFill/>
          </a:ln>
        </p:spPr>
      </p:pic>
      <p:sp>
        <p:nvSpPr>
          <p:cNvPr id="28" name="Google Shape;28;p4"/>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sp>
        <p:nvSpPr>
          <p:cNvPr id="29" name="Google Shape;29;p4"/>
          <p:cNvSpPr txBox="1">
            <a:spLocks noGrp="1"/>
          </p:cNvSpPr>
          <p:nvPr>
            <p:ph type="body" idx="1"/>
          </p:nvPr>
        </p:nvSpPr>
        <p:spPr>
          <a:xfrm>
            <a:off x="716888" y="1174961"/>
            <a:ext cx="7704000" cy="31875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Char char="●"/>
              <a:defRPr sz="1100"/>
            </a:lvl1pPr>
            <a:lvl2pPr marL="914400" lvl="1" indent="-330200" rtl="0">
              <a:lnSpc>
                <a:spcPct val="100000"/>
              </a:lnSpc>
              <a:spcBef>
                <a:spcPts val="0"/>
              </a:spcBef>
              <a:spcAft>
                <a:spcPts val="0"/>
              </a:spcAft>
              <a:buSzPts val="1600"/>
              <a:buFont typeface="Roboto Condensed Light"/>
              <a:buChar char="○"/>
              <a:defRPr sz="1600"/>
            </a:lvl2pPr>
            <a:lvl3pPr marL="1371600" lvl="2" indent="-330200" rtl="0">
              <a:lnSpc>
                <a:spcPct val="100000"/>
              </a:lnSpc>
              <a:spcBef>
                <a:spcPts val="0"/>
              </a:spcBef>
              <a:spcAft>
                <a:spcPts val="0"/>
              </a:spcAft>
              <a:buSzPts val="1600"/>
              <a:buFont typeface="Roboto Condensed Light"/>
              <a:buChar char="■"/>
              <a:defRPr sz="1600"/>
            </a:lvl3pPr>
            <a:lvl4pPr marL="1828800" lvl="3" indent="-330200" rtl="0">
              <a:lnSpc>
                <a:spcPct val="100000"/>
              </a:lnSpc>
              <a:spcBef>
                <a:spcPts val="0"/>
              </a:spcBef>
              <a:spcAft>
                <a:spcPts val="0"/>
              </a:spcAft>
              <a:buSzPts val="1600"/>
              <a:buFont typeface="Roboto Condensed Light"/>
              <a:buChar char="●"/>
              <a:defRPr sz="1600"/>
            </a:lvl4pPr>
            <a:lvl5pPr marL="2286000" lvl="4" indent="-330200" rtl="0">
              <a:lnSpc>
                <a:spcPct val="100000"/>
              </a:lnSpc>
              <a:spcBef>
                <a:spcPts val="0"/>
              </a:spcBef>
              <a:spcAft>
                <a:spcPts val="0"/>
              </a:spcAft>
              <a:buSzPts val="1600"/>
              <a:buFont typeface="Roboto Condensed Light"/>
              <a:buChar char="○"/>
              <a:defRPr sz="1600"/>
            </a:lvl5pPr>
            <a:lvl6pPr marL="2743200" lvl="5" indent="-330200" rtl="0">
              <a:lnSpc>
                <a:spcPct val="100000"/>
              </a:lnSpc>
              <a:spcBef>
                <a:spcPts val="0"/>
              </a:spcBef>
              <a:spcAft>
                <a:spcPts val="0"/>
              </a:spcAft>
              <a:buSzPts val="1600"/>
              <a:buFont typeface="Roboto Condensed Light"/>
              <a:buChar char="■"/>
              <a:defRPr sz="1600"/>
            </a:lvl6pPr>
            <a:lvl7pPr marL="3200400" lvl="6" indent="-330200" rtl="0">
              <a:lnSpc>
                <a:spcPct val="100000"/>
              </a:lnSpc>
              <a:spcBef>
                <a:spcPts val="0"/>
              </a:spcBef>
              <a:spcAft>
                <a:spcPts val="0"/>
              </a:spcAft>
              <a:buSzPts val="1600"/>
              <a:buFont typeface="Roboto Condensed Light"/>
              <a:buChar char="●"/>
              <a:defRPr sz="1600"/>
            </a:lvl7pPr>
            <a:lvl8pPr marL="3657600" lvl="7" indent="-330200" rtl="0">
              <a:lnSpc>
                <a:spcPct val="100000"/>
              </a:lnSpc>
              <a:spcBef>
                <a:spcPts val="0"/>
              </a:spcBef>
              <a:spcAft>
                <a:spcPts val="0"/>
              </a:spcAft>
              <a:buSzPts val="1600"/>
              <a:buFont typeface="Roboto Condensed Light"/>
              <a:buChar char="○"/>
              <a:defRPr sz="1600"/>
            </a:lvl8pPr>
            <a:lvl9pPr marL="4114800" lvl="8" indent="-330200" rtl="0">
              <a:lnSpc>
                <a:spcPct val="100000"/>
              </a:lnSpc>
              <a:spcBef>
                <a:spcPts val="0"/>
              </a:spcBef>
              <a:spcAft>
                <a:spcPts val="0"/>
              </a:spcAft>
              <a:buSzPts val="1600"/>
              <a:buFont typeface="Roboto Condensed Light"/>
              <a:buChar char="■"/>
              <a:defRPr sz="16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0"/>
        <p:cNvGrpSpPr/>
        <p:nvPr/>
      </p:nvGrpSpPr>
      <p:grpSpPr>
        <a:xfrm>
          <a:off x="0" y="0"/>
          <a:ext cx="0" cy="0"/>
          <a:chOff x="0" y="0"/>
          <a:chExt cx="0" cy="0"/>
        </a:xfrm>
      </p:grpSpPr>
      <p:pic>
        <p:nvPicPr>
          <p:cNvPr id="41" name="Google Shape;41;p6"/>
          <p:cNvPicPr preferRelativeResize="0"/>
          <p:nvPr/>
        </p:nvPicPr>
        <p:blipFill>
          <a:blip r:embed="rId2">
            <a:alphaModFix amt="12000"/>
          </a:blip>
          <a:stretch>
            <a:fillRect/>
          </a:stretch>
        </p:blipFill>
        <p:spPr>
          <a:xfrm>
            <a:off x="6004049" y="2034925"/>
            <a:ext cx="3141600" cy="3108574"/>
          </a:xfrm>
          <a:prstGeom prst="rect">
            <a:avLst/>
          </a:prstGeom>
          <a:noFill/>
          <a:ln>
            <a:noFill/>
          </a:ln>
        </p:spPr>
      </p:pic>
      <p:pic>
        <p:nvPicPr>
          <p:cNvPr id="42" name="Google Shape;42;p6"/>
          <p:cNvPicPr preferRelativeResize="0"/>
          <p:nvPr/>
        </p:nvPicPr>
        <p:blipFill rotWithShape="1">
          <a:blip r:embed="rId3">
            <a:alphaModFix/>
          </a:blip>
          <a:srcRect r="19153" b="13074"/>
          <a:stretch/>
        </p:blipFill>
        <p:spPr>
          <a:xfrm rot="-5400000" flipH="1">
            <a:off x="5800174" y="1807626"/>
            <a:ext cx="4169352" cy="2521600"/>
          </a:xfrm>
          <a:prstGeom prst="rect">
            <a:avLst/>
          </a:prstGeom>
          <a:noFill/>
          <a:ln>
            <a:noFill/>
          </a:ln>
        </p:spPr>
      </p:pic>
      <p:pic>
        <p:nvPicPr>
          <p:cNvPr id="43" name="Google Shape;43;p6"/>
          <p:cNvPicPr preferRelativeResize="0"/>
          <p:nvPr/>
        </p:nvPicPr>
        <p:blipFill>
          <a:blip r:embed="rId4">
            <a:alphaModFix amt="38000"/>
          </a:blip>
          <a:stretch>
            <a:fillRect/>
          </a:stretch>
        </p:blipFill>
        <p:spPr>
          <a:xfrm rot="10800000">
            <a:off x="1" y="1"/>
            <a:ext cx="3013100" cy="2981424"/>
          </a:xfrm>
          <a:prstGeom prst="rect">
            <a:avLst/>
          </a:prstGeom>
          <a:noFill/>
          <a:ln>
            <a:noFill/>
          </a:ln>
        </p:spPr>
      </p:pic>
      <p:sp>
        <p:nvSpPr>
          <p:cNvPr id="44" name="Google Shape;44;p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45" name="Google Shape;45;p6"/>
          <p:cNvPicPr preferRelativeResize="0"/>
          <p:nvPr/>
        </p:nvPicPr>
        <p:blipFill rotWithShape="1">
          <a:blip r:embed="rId3">
            <a:alphaModFix/>
          </a:blip>
          <a:srcRect l="11789" t="57978" r="36952"/>
          <a:stretch/>
        </p:blipFill>
        <p:spPr>
          <a:xfrm rot="10800000">
            <a:off x="-75474" y="-76200"/>
            <a:ext cx="2643499" cy="121905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6"/>
        <p:cNvGrpSpPr/>
        <p:nvPr/>
      </p:nvGrpSpPr>
      <p:grpSpPr>
        <a:xfrm>
          <a:off x="0" y="0"/>
          <a:ext cx="0" cy="0"/>
          <a:chOff x="0" y="0"/>
          <a:chExt cx="0" cy="0"/>
        </a:xfrm>
      </p:grpSpPr>
      <p:pic>
        <p:nvPicPr>
          <p:cNvPr id="47" name="Google Shape;47;p7"/>
          <p:cNvPicPr preferRelativeResize="0"/>
          <p:nvPr/>
        </p:nvPicPr>
        <p:blipFill rotWithShape="1">
          <a:blip r:embed="rId2">
            <a:alphaModFix/>
          </a:blip>
          <a:srcRect t="26681" r="21832"/>
          <a:stretch/>
        </p:blipFill>
        <p:spPr>
          <a:xfrm>
            <a:off x="6688200" y="0"/>
            <a:ext cx="2455801" cy="2303400"/>
          </a:xfrm>
          <a:prstGeom prst="rect">
            <a:avLst/>
          </a:prstGeom>
          <a:noFill/>
          <a:ln>
            <a:noFill/>
          </a:ln>
        </p:spPr>
      </p:pic>
      <p:pic>
        <p:nvPicPr>
          <p:cNvPr id="48" name="Google Shape;48;p7"/>
          <p:cNvPicPr preferRelativeResize="0"/>
          <p:nvPr/>
        </p:nvPicPr>
        <p:blipFill rotWithShape="1">
          <a:blip r:embed="rId3">
            <a:alphaModFix/>
          </a:blip>
          <a:srcRect b="18053"/>
          <a:stretch/>
        </p:blipFill>
        <p:spPr>
          <a:xfrm rot="5400000" flipH="1">
            <a:off x="-1623213" y="1616938"/>
            <a:ext cx="6009648" cy="2770076"/>
          </a:xfrm>
          <a:prstGeom prst="rect">
            <a:avLst/>
          </a:prstGeom>
          <a:noFill/>
          <a:ln>
            <a:noFill/>
          </a:ln>
        </p:spPr>
      </p:pic>
      <p:sp>
        <p:nvSpPr>
          <p:cNvPr id="49" name="Google Shape;49;p7"/>
          <p:cNvSpPr txBox="1">
            <a:spLocks noGrp="1"/>
          </p:cNvSpPr>
          <p:nvPr>
            <p:ph type="body" idx="1"/>
          </p:nvPr>
        </p:nvSpPr>
        <p:spPr>
          <a:xfrm>
            <a:off x="1905150" y="1891429"/>
            <a:ext cx="5333700" cy="21582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Clr>
                <a:schemeClr val="dk1"/>
              </a:buClr>
              <a:buSzPts val="1600"/>
              <a:buFont typeface="Nunito Light"/>
              <a:buChar char="●"/>
              <a:defRPr/>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23850" rtl="0">
              <a:lnSpc>
                <a:spcPct val="100000"/>
              </a:lnSpc>
              <a:spcBef>
                <a:spcPts val="1600"/>
              </a:spcBef>
              <a:spcAft>
                <a:spcPts val="0"/>
              </a:spcAft>
              <a:buSzPts val="1500"/>
              <a:buFont typeface="Nunito Light"/>
              <a:buChar char="○"/>
              <a:defRPr/>
            </a:lvl5pPr>
            <a:lvl6pPr marL="2743200" lvl="5" indent="-323850" rtl="0">
              <a:lnSpc>
                <a:spcPct val="100000"/>
              </a:lnSpc>
              <a:spcBef>
                <a:spcPts val="1600"/>
              </a:spcBef>
              <a:spcAft>
                <a:spcPts val="0"/>
              </a:spcAft>
              <a:buSzPts val="15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23850" rtl="0">
              <a:lnSpc>
                <a:spcPct val="100000"/>
              </a:lnSpc>
              <a:spcBef>
                <a:spcPts val="1600"/>
              </a:spcBef>
              <a:spcAft>
                <a:spcPts val="1600"/>
              </a:spcAft>
              <a:buSzPts val="1500"/>
              <a:buFont typeface="Nunito Light"/>
              <a:buChar char="■"/>
              <a:defRPr/>
            </a:lvl9pPr>
          </a:lstStyle>
          <a:p>
            <a:endParaRPr/>
          </a:p>
        </p:txBody>
      </p:sp>
      <p:sp>
        <p:nvSpPr>
          <p:cNvPr id="50" name="Google Shape;5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51" name="Google Shape;51;p7"/>
          <p:cNvPicPr preferRelativeResize="0"/>
          <p:nvPr/>
        </p:nvPicPr>
        <p:blipFill rotWithShape="1">
          <a:blip r:embed="rId3">
            <a:alphaModFix/>
          </a:blip>
          <a:srcRect r="60000"/>
          <a:stretch/>
        </p:blipFill>
        <p:spPr>
          <a:xfrm rot="10800000" flipH="1">
            <a:off x="5486400" y="0"/>
            <a:ext cx="3657600" cy="5143500"/>
          </a:xfrm>
          <a:prstGeom prst="rect">
            <a:avLst/>
          </a:prstGeom>
          <a:noFill/>
          <a:ln>
            <a:noFill/>
          </a:ln>
        </p:spPr>
      </p:pic>
      <p:pic>
        <p:nvPicPr>
          <p:cNvPr id="52" name="Google Shape;52;p7"/>
          <p:cNvPicPr preferRelativeResize="0"/>
          <p:nvPr/>
        </p:nvPicPr>
        <p:blipFill>
          <a:blip r:embed="rId4">
            <a:alphaModFix amt="38000"/>
          </a:blip>
          <a:stretch>
            <a:fillRect/>
          </a:stretch>
        </p:blipFill>
        <p:spPr>
          <a:xfrm rot="10800000">
            <a:off x="1" y="1"/>
            <a:ext cx="3013100" cy="2981424"/>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3"/>
        <p:cNvGrpSpPr/>
        <p:nvPr/>
      </p:nvGrpSpPr>
      <p:grpSpPr>
        <a:xfrm>
          <a:off x="0" y="0"/>
          <a:ext cx="0" cy="0"/>
          <a:chOff x="0" y="0"/>
          <a:chExt cx="0" cy="0"/>
        </a:xfrm>
      </p:grpSpPr>
      <p:pic>
        <p:nvPicPr>
          <p:cNvPr id="54" name="Google Shape;54;p8"/>
          <p:cNvPicPr preferRelativeResize="0"/>
          <p:nvPr/>
        </p:nvPicPr>
        <p:blipFill rotWithShape="1">
          <a:blip r:embed="rId2">
            <a:alphaModFix/>
          </a:blip>
          <a:srcRect r="25518"/>
          <a:stretch/>
        </p:blipFill>
        <p:spPr>
          <a:xfrm>
            <a:off x="6818750" y="2906775"/>
            <a:ext cx="2339950" cy="2244351"/>
          </a:xfrm>
          <a:prstGeom prst="rect">
            <a:avLst/>
          </a:prstGeom>
          <a:noFill/>
          <a:ln>
            <a:noFill/>
          </a:ln>
        </p:spPr>
      </p:pic>
      <p:sp>
        <p:nvSpPr>
          <p:cNvPr id="55" name="Google Shape;55;p8"/>
          <p:cNvSpPr txBox="1">
            <a:spLocks noGrp="1"/>
          </p:cNvSpPr>
          <p:nvPr>
            <p:ph type="title"/>
          </p:nvPr>
        </p:nvSpPr>
        <p:spPr>
          <a:xfrm>
            <a:off x="1356300" y="1618350"/>
            <a:ext cx="6431400" cy="19068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pic>
        <p:nvPicPr>
          <p:cNvPr id="56" name="Google Shape;56;p8"/>
          <p:cNvPicPr preferRelativeResize="0"/>
          <p:nvPr/>
        </p:nvPicPr>
        <p:blipFill rotWithShape="1">
          <a:blip r:embed="rId3">
            <a:alphaModFix/>
          </a:blip>
          <a:srcRect r="12534"/>
          <a:stretch/>
        </p:blipFill>
        <p:spPr>
          <a:xfrm rot="10800000">
            <a:off x="-3425" y="351"/>
            <a:ext cx="5292725" cy="3403874"/>
          </a:xfrm>
          <a:prstGeom prst="rect">
            <a:avLst/>
          </a:prstGeom>
          <a:noFill/>
          <a:ln>
            <a:noFill/>
          </a:ln>
        </p:spPr>
      </p:pic>
      <p:pic>
        <p:nvPicPr>
          <p:cNvPr id="57" name="Google Shape;57;p8"/>
          <p:cNvPicPr preferRelativeResize="0"/>
          <p:nvPr/>
        </p:nvPicPr>
        <p:blipFill rotWithShape="1">
          <a:blip r:embed="rId3">
            <a:alphaModFix/>
          </a:blip>
          <a:srcRect r="12534"/>
          <a:stretch/>
        </p:blipFill>
        <p:spPr>
          <a:xfrm rot="-5400000" flipH="1">
            <a:off x="4810408" y="802784"/>
            <a:ext cx="5292725" cy="3403874"/>
          </a:xfrm>
          <a:prstGeom prst="rect">
            <a:avLst/>
          </a:prstGeom>
          <a:noFill/>
          <a:ln>
            <a:noFill/>
          </a:ln>
        </p:spPr>
      </p:pic>
      <p:pic>
        <p:nvPicPr>
          <p:cNvPr id="58" name="Google Shape;58;p8"/>
          <p:cNvPicPr preferRelativeResize="0"/>
          <p:nvPr/>
        </p:nvPicPr>
        <p:blipFill>
          <a:blip r:embed="rId4">
            <a:alphaModFix amt="38000"/>
          </a:blip>
          <a:stretch>
            <a:fillRect/>
          </a:stretch>
        </p:blipFill>
        <p:spPr>
          <a:xfrm rot="10800000">
            <a:off x="1" y="1"/>
            <a:ext cx="3013100" cy="2981424"/>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9"/>
        <p:cNvGrpSpPr/>
        <p:nvPr/>
      </p:nvGrpSpPr>
      <p:grpSpPr>
        <a:xfrm>
          <a:off x="0" y="0"/>
          <a:ext cx="0" cy="0"/>
          <a:chOff x="0" y="0"/>
          <a:chExt cx="0" cy="0"/>
        </a:xfrm>
      </p:grpSpPr>
      <p:sp>
        <p:nvSpPr>
          <p:cNvPr id="60" name="Google Shape;60;p9"/>
          <p:cNvSpPr txBox="1">
            <a:spLocks noGrp="1"/>
          </p:cNvSpPr>
          <p:nvPr>
            <p:ph type="title"/>
          </p:nvPr>
        </p:nvSpPr>
        <p:spPr>
          <a:xfrm>
            <a:off x="1556700" y="1582697"/>
            <a:ext cx="6030600" cy="82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5000"/>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61" name="Google Shape;61;p9"/>
          <p:cNvSpPr txBox="1">
            <a:spLocks noGrp="1"/>
          </p:cNvSpPr>
          <p:nvPr>
            <p:ph type="subTitle" idx="1"/>
          </p:nvPr>
        </p:nvSpPr>
        <p:spPr>
          <a:xfrm>
            <a:off x="1557300" y="2407003"/>
            <a:ext cx="6029400" cy="1153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700"/>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pic>
        <p:nvPicPr>
          <p:cNvPr id="62" name="Google Shape;62;p9"/>
          <p:cNvPicPr preferRelativeResize="0"/>
          <p:nvPr/>
        </p:nvPicPr>
        <p:blipFill rotWithShape="1">
          <a:blip r:embed="rId2">
            <a:alphaModFix/>
          </a:blip>
          <a:srcRect r="29443" b="29088"/>
          <a:stretch/>
        </p:blipFill>
        <p:spPr>
          <a:xfrm>
            <a:off x="6927450" y="2915800"/>
            <a:ext cx="2216549" cy="2227700"/>
          </a:xfrm>
          <a:prstGeom prst="rect">
            <a:avLst/>
          </a:prstGeom>
          <a:noFill/>
          <a:ln>
            <a:noFill/>
          </a:ln>
        </p:spPr>
      </p:pic>
      <p:pic>
        <p:nvPicPr>
          <p:cNvPr id="63" name="Google Shape;63;p9"/>
          <p:cNvPicPr preferRelativeResize="0"/>
          <p:nvPr/>
        </p:nvPicPr>
        <p:blipFill rotWithShape="1">
          <a:blip r:embed="rId3">
            <a:alphaModFix/>
          </a:blip>
          <a:srcRect r="15190" b="11222"/>
          <a:stretch/>
        </p:blipFill>
        <p:spPr>
          <a:xfrm>
            <a:off x="2946800" y="1493675"/>
            <a:ext cx="6197198" cy="3648726"/>
          </a:xfrm>
          <a:prstGeom prst="rect">
            <a:avLst/>
          </a:prstGeom>
          <a:noFill/>
          <a:ln>
            <a:noFill/>
          </a:ln>
        </p:spPr>
      </p:pic>
      <p:pic>
        <p:nvPicPr>
          <p:cNvPr id="64" name="Google Shape;64;p9"/>
          <p:cNvPicPr preferRelativeResize="0"/>
          <p:nvPr/>
        </p:nvPicPr>
        <p:blipFill>
          <a:blip r:embed="rId4">
            <a:alphaModFix/>
          </a:blip>
          <a:stretch>
            <a:fillRect/>
          </a:stretch>
        </p:blipFill>
        <p:spPr>
          <a:xfrm rot="10800000">
            <a:off x="-1" y="-12"/>
            <a:ext cx="3141600" cy="3108574"/>
          </a:xfrm>
          <a:prstGeom prst="rect">
            <a:avLst/>
          </a:prstGeom>
          <a:noFill/>
          <a:ln>
            <a:noFill/>
          </a:ln>
        </p:spPr>
      </p:pic>
      <p:pic>
        <p:nvPicPr>
          <p:cNvPr id="65" name="Google Shape;65;p9"/>
          <p:cNvPicPr preferRelativeResize="0"/>
          <p:nvPr/>
        </p:nvPicPr>
        <p:blipFill rotWithShape="1">
          <a:blip r:embed="rId3">
            <a:alphaModFix/>
          </a:blip>
          <a:srcRect r="11426" b="11222"/>
          <a:stretch/>
        </p:blipFill>
        <p:spPr>
          <a:xfrm rot="10800000">
            <a:off x="-3425" y="4099"/>
            <a:ext cx="6471950" cy="3648726"/>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6"/>
        <p:cNvGrpSpPr/>
        <p:nvPr/>
      </p:nvGrpSpPr>
      <p:grpSpPr>
        <a:xfrm>
          <a:off x="0" y="0"/>
          <a:ext cx="0" cy="0"/>
          <a:chOff x="0" y="0"/>
          <a:chExt cx="0" cy="0"/>
        </a:xfrm>
      </p:grpSpPr>
      <p:sp>
        <p:nvSpPr>
          <p:cNvPr id="67" name="Google Shape;67;p10"/>
          <p:cNvSpPr txBox="1">
            <a:spLocks noGrp="1"/>
          </p:cNvSpPr>
          <p:nvPr>
            <p:ph type="title"/>
          </p:nvPr>
        </p:nvSpPr>
        <p:spPr>
          <a:xfrm>
            <a:off x="645425" y="539875"/>
            <a:ext cx="4971600" cy="1557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200"/>
              <a:buNone/>
              <a:defRPr>
                <a:highlight>
                  <a:schemeClr val="dk2"/>
                </a:highlight>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8"/>
        <p:cNvGrpSpPr/>
        <p:nvPr/>
      </p:nvGrpSpPr>
      <p:grpSpPr>
        <a:xfrm>
          <a:off x="0" y="0"/>
          <a:ext cx="0" cy="0"/>
          <a:chOff x="0" y="0"/>
          <a:chExt cx="0" cy="0"/>
        </a:xfrm>
      </p:grpSpPr>
      <p:pic>
        <p:nvPicPr>
          <p:cNvPr id="69" name="Google Shape;69;p11"/>
          <p:cNvPicPr preferRelativeResize="0"/>
          <p:nvPr/>
        </p:nvPicPr>
        <p:blipFill rotWithShape="1">
          <a:blip r:embed="rId2">
            <a:alphaModFix amt="54000"/>
          </a:blip>
          <a:srcRect l="30815" b="36805"/>
          <a:stretch/>
        </p:blipFill>
        <p:spPr>
          <a:xfrm>
            <a:off x="0" y="3165800"/>
            <a:ext cx="2173524" cy="1985275"/>
          </a:xfrm>
          <a:prstGeom prst="rect">
            <a:avLst/>
          </a:prstGeom>
          <a:noFill/>
          <a:ln>
            <a:noFill/>
          </a:ln>
        </p:spPr>
      </p:pic>
      <p:pic>
        <p:nvPicPr>
          <p:cNvPr id="70" name="Google Shape;70;p11"/>
          <p:cNvPicPr preferRelativeResize="0"/>
          <p:nvPr/>
        </p:nvPicPr>
        <p:blipFill>
          <a:blip r:embed="rId3">
            <a:alphaModFix/>
          </a:blip>
          <a:stretch>
            <a:fillRect/>
          </a:stretch>
        </p:blipFill>
        <p:spPr>
          <a:xfrm flipH="1">
            <a:off x="-7575" y="2173917"/>
            <a:ext cx="5292725" cy="2977158"/>
          </a:xfrm>
          <a:prstGeom prst="rect">
            <a:avLst/>
          </a:prstGeom>
          <a:noFill/>
          <a:ln>
            <a:noFill/>
          </a:ln>
        </p:spPr>
      </p:pic>
      <p:pic>
        <p:nvPicPr>
          <p:cNvPr id="71" name="Google Shape;71;p11"/>
          <p:cNvPicPr preferRelativeResize="0"/>
          <p:nvPr/>
        </p:nvPicPr>
        <p:blipFill>
          <a:blip r:embed="rId4">
            <a:alphaModFix amt="52000"/>
          </a:blip>
          <a:stretch>
            <a:fillRect/>
          </a:stretch>
        </p:blipFill>
        <p:spPr>
          <a:xfrm rot="10800000" flipH="1">
            <a:off x="6002399" y="-7575"/>
            <a:ext cx="3141600" cy="3108574"/>
          </a:xfrm>
          <a:prstGeom prst="rect">
            <a:avLst/>
          </a:prstGeom>
          <a:noFill/>
          <a:ln>
            <a:noFill/>
          </a:ln>
        </p:spPr>
      </p:pic>
      <p:sp>
        <p:nvSpPr>
          <p:cNvPr id="72" name="Google Shape;72;p11"/>
          <p:cNvSpPr txBox="1">
            <a:spLocks noGrp="1"/>
          </p:cNvSpPr>
          <p:nvPr>
            <p:ph type="title" hasCustomPrompt="1"/>
          </p:nvPr>
        </p:nvSpPr>
        <p:spPr>
          <a:xfrm>
            <a:off x="713250" y="1841638"/>
            <a:ext cx="7717500" cy="11343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3" name="Google Shape;73;p11"/>
          <p:cNvSpPr txBox="1">
            <a:spLocks noGrp="1"/>
          </p:cNvSpPr>
          <p:nvPr>
            <p:ph type="subTitle" idx="1"/>
          </p:nvPr>
        </p:nvSpPr>
        <p:spPr>
          <a:xfrm>
            <a:off x="1010400" y="2936163"/>
            <a:ext cx="7123200" cy="3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pic>
        <p:nvPicPr>
          <p:cNvPr id="74" name="Google Shape;74;p11"/>
          <p:cNvPicPr preferRelativeResize="0"/>
          <p:nvPr/>
        </p:nvPicPr>
        <p:blipFill>
          <a:blip r:embed="rId3">
            <a:alphaModFix/>
          </a:blip>
          <a:stretch>
            <a:fillRect/>
          </a:stretch>
        </p:blipFill>
        <p:spPr>
          <a:xfrm rot="10800000" flipH="1">
            <a:off x="3858866" y="-7574"/>
            <a:ext cx="5292725" cy="2977158"/>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75"/>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76"/>
        <p:cNvGrpSpPr/>
        <p:nvPr/>
      </p:nvGrpSpPr>
      <p:grpSpPr>
        <a:xfrm>
          <a:off x="0" y="0"/>
          <a:ext cx="0" cy="0"/>
          <a:chOff x="0" y="0"/>
          <a:chExt cx="0" cy="0"/>
        </a:xfrm>
      </p:grpSpPr>
      <p:pic>
        <p:nvPicPr>
          <p:cNvPr id="77" name="Google Shape;77;p13"/>
          <p:cNvPicPr preferRelativeResize="0"/>
          <p:nvPr/>
        </p:nvPicPr>
        <p:blipFill rotWithShape="1">
          <a:blip r:embed="rId2">
            <a:alphaModFix/>
          </a:blip>
          <a:srcRect l="48573" b="24283"/>
          <a:stretch/>
        </p:blipFill>
        <p:spPr>
          <a:xfrm>
            <a:off x="0" y="2764850"/>
            <a:ext cx="1615675" cy="2378649"/>
          </a:xfrm>
          <a:prstGeom prst="rect">
            <a:avLst/>
          </a:prstGeom>
          <a:noFill/>
          <a:ln>
            <a:noFill/>
          </a:ln>
        </p:spPr>
      </p:pic>
      <p:sp>
        <p:nvSpPr>
          <p:cNvPr id="78" name="Google Shape;78;p13"/>
          <p:cNvSpPr txBox="1">
            <a:spLocks noGrp="1"/>
          </p:cNvSpPr>
          <p:nvPr>
            <p:ph type="title"/>
          </p:nvPr>
        </p:nvSpPr>
        <p:spPr>
          <a:xfrm>
            <a:off x="1760908" y="1718838"/>
            <a:ext cx="25011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9" name="Google Shape;79;p13"/>
          <p:cNvSpPr txBox="1">
            <a:spLocks noGrp="1"/>
          </p:cNvSpPr>
          <p:nvPr>
            <p:ph type="subTitle" idx="1"/>
          </p:nvPr>
        </p:nvSpPr>
        <p:spPr>
          <a:xfrm>
            <a:off x="1760908" y="2091292"/>
            <a:ext cx="2501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80" name="Google Shape;80;p13"/>
          <p:cNvSpPr txBox="1">
            <a:spLocks noGrp="1"/>
          </p:cNvSpPr>
          <p:nvPr>
            <p:ph type="title" idx="2"/>
          </p:nvPr>
        </p:nvSpPr>
        <p:spPr>
          <a:xfrm>
            <a:off x="5770136" y="1718838"/>
            <a:ext cx="25056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1" name="Google Shape;81;p13"/>
          <p:cNvSpPr txBox="1">
            <a:spLocks noGrp="1"/>
          </p:cNvSpPr>
          <p:nvPr>
            <p:ph type="subTitle" idx="3"/>
          </p:nvPr>
        </p:nvSpPr>
        <p:spPr>
          <a:xfrm>
            <a:off x="5770136" y="2091292"/>
            <a:ext cx="2505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82" name="Google Shape;82;p13"/>
          <p:cNvSpPr txBox="1">
            <a:spLocks noGrp="1"/>
          </p:cNvSpPr>
          <p:nvPr>
            <p:ph type="title" idx="4"/>
          </p:nvPr>
        </p:nvSpPr>
        <p:spPr>
          <a:xfrm>
            <a:off x="1760908" y="3359713"/>
            <a:ext cx="25011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3" name="Google Shape;83;p13"/>
          <p:cNvSpPr txBox="1">
            <a:spLocks noGrp="1"/>
          </p:cNvSpPr>
          <p:nvPr>
            <p:ph type="subTitle" idx="5"/>
          </p:nvPr>
        </p:nvSpPr>
        <p:spPr>
          <a:xfrm>
            <a:off x="1760908" y="3728336"/>
            <a:ext cx="2501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84" name="Google Shape;84;p13"/>
          <p:cNvSpPr txBox="1">
            <a:spLocks noGrp="1"/>
          </p:cNvSpPr>
          <p:nvPr>
            <p:ph type="title" idx="6"/>
          </p:nvPr>
        </p:nvSpPr>
        <p:spPr>
          <a:xfrm>
            <a:off x="5770136" y="3359713"/>
            <a:ext cx="25056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5" name="Google Shape;85;p13"/>
          <p:cNvSpPr txBox="1">
            <a:spLocks noGrp="1"/>
          </p:cNvSpPr>
          <p:nvPr>
            <p:ph type="subTitle" idx="7"/>
          </p:nvPr>
        </p:nvSpPr>
        <p:spPr>
          <a:xfrm>
            <a:off x="5770136" y="3728336"/>
            <a:ext cx="2505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86" name="Google Shape;86;p13"/>
          <p:cNvSpPr txBox="1">
            <a:spLocks noGrp="1"/>
          </p:cNvSpPr>
          <p:nvPr>
            <p:ph type="title" idx="8" hasCustomPrompt="1"/>
          </p:nvPr>
        </p:nvSpPr>
        <p:spPr>
          <a:xfrm>
            <a:off x="868264" y="1781761"/>
            <a:ext cx="7347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5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a:spLocks noGrp="1"/>
          </p:cNvSpPr>
          <p:nvPr>
            <p:ph type="title" idx="9" hasCustomPrompt="1"/>
          </p:nvPr>
        </p:nvSpPr>
        <p:spPr>
          <a:xfrm>
            <a:off x="868275" y="3420728"/>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5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a:spLocks noGrp="1"/>
          </p:cNvSpPr>
          <p:nvPr>
            <p:ph type="title" idx="13" hasCustomPrompt="1"/>
          </p:nvPr>
        </p:nvSpPr>
        <p:spPr>
          <a:xfrm>
            <a:off x="4883509" y="1781761"/>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5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a:spLocks noGrp="1"/>
          </p:cNvSpPr>
          <p:nvPr>
            <p:ph type="title" idx="14" hasCustomPrompt="1"/>
          </p:nvPr>
        </p:nvSpPr>
        <p:spPr>
          <a:xfrm>
            <a:off x="4888039" y="3420728"/>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5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91" name="Google Shape;91;p13"/>
          <p:cNvPicPr preferRelativeResize="0"/>
          <p:nvPr/>
        </p:nvPicPr>
        <p:blipFill rotWithShape="1">
          <a:blip r:embed="rId3">
            <a:alphaModFix/>
          </a:blip>
          <a:srcRect r="60000"/>
          <a:stretch/>
        </p:blipFill>
        <p:spPr>
          <a:xfrm flipH="1">
            <a:off x="0" y="0"/>
            <a:ext cx="3657600" cy="5143500"/>
          </a:xfrm>
          <a:prstGeom prst="rect">
            <a:avLst/>
          </a:prstGeom>
          <a:noFill/>
          <a:ln>
            <a:noFill/>
          </a:ln>
        </p:spPr>
      </p:pic>
      <p:pic>
        <p:nvPicPr>
          <p:cNvPr id="92" name="Google Shape;92;p13"/>
          <p:cNvPicPr preferRelativeResize="0"/>
          <p:nvPr/>
        </p:nvPicPr>
        <p:blipFill>
          <a:blip r:embed="rId4">
            <a:alphaModFix/>
          </a:blip>
          <a:stretch>
            <a:fillRect/>
          </a:stretch>
        </p:blipFill>
        <p:spPr>
          <a:xfrm rot="10800000" flipH="1">
            <a:off x="7382078" y="2"/>
            <a:ext cx="1775476" cy="1756800"/>
          </a:xfrm>
          <a:prstGeom prst="rect">
            <a:avLst/>
          </a:prstGeom>
          <a:noFill/>
          <a:ln>
            <a:noFill/>
          </a:ln>
        </p:spPr>
      </p:pic>
      <p:pic>
        <p:nvPicPr>
          <p:cNvPr id="93" name="Google Shape;93;p13"/>
          <p:cNvPicPr preferRelativeResize="0"/>
          <p:nvPr/>
        </p:nvPicPr>
        <p:blipFill rotWithShape="1">
          <a:blip r:embed="rId3">
            <a:alphaModFix/>
          </a:blip>
          <a:srcRect r="60000"/>
          <a:stretch/>
        </p:blipFill>
        <p:spPr>
          <a:xfrm rot="10800000" flipH="1">
            <a:off x="5486400" y="0"/>
            <a:ext cx="3657600" cy="51435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4"/>
        <p:cNvGrpSpPr/>
        <p:nvPr/>
      </p:nvGrpSpPr>
      <p:grpSpPr>
        <a:xfrm>
          <a:off x="0" y="0"/>
          <a:ext cx="0" cy="0"/>
          <a:chOff x="0" y="0"/>
          <a:chExt cx="0" cy="0"/>
        </a:xfrm>
      </p:grpSpPr>
      <p:pic>
        <p:nvPicPr>
          <p:cNvPr id="95" name="Google Shape;95;p14"/>
          <p:cNvPicPr preferRelativeResize="0"/>
          <p:nvPr/>
        </p:nvPicPr>
        <p:blipFill>
          <a:blip r:embed="rId2">
            <a:alphaModFix amt="60000"/>
          </a:blip>
          <a:stretch>
            <a:fillRect/>
          </a:stretch>
        </p:blipFill>
        <p:spPr>
          <a:xfrm>
            <a:off x="6002399" y="2034925"/>
            <a:ext cx="3141600" cy="3108574"/>
          </a:xfrm>
          <a:prstGeom prst="rect">
            <a:avLst/>
          </a:prstGeom>
          <a:noFill/>
          <a:ln>
            <a:noFill/>
          </a:ln>
        </p:spPr>
      </p:pic>
      <p:pic>
        <p:nvPicPr>
          <p:cNvPr id="96" name="Google Shape;96;p14"/>
          <p:cNvPicPr preferRelativeResize="0"/>
          <p:nvPr/>
        </p:nvPicPr>
        <p:blipFill>
          <a:blip r:embed="rId3">
            <a:alphaModFix amt="38000"/>
          </a:blip>
          <a:stretch>
            <a:fillRect/>
          </a:stretch>
        </p:blipFill>
        <p:spPr>
          <a:xfrm rot="10800000">
            <a:off x="1" y="1"/>
            <a:ext cx="3013100" cy="2981424"/>
          </a:xfrm>
          <a:prstGeom prst="rect">
            <a:avLst/>
          </a:prstGeom>
          <a:noFill/>
          <a:ln>
            <a:noFill/>
          </a:ln>
        </p:spPr>
      </p:pic>
      <p:sp>
        <p:nvSpPr>
          <p:cNvPr id="97" name="Google Shape;97;p14"/>
          <p:cNvSpPr txBox="1">
            <a:spLocks noGrp="1"/>
          </p:cNvSpPr>
          <p:nvPr>
            <p:ph type="title"/>
          </p:nvPr>
        </p:nvSpPr>
        <p:spPr>
          <a:xfrm>
            <a:off x="2135250" y="3062200"/>
            <a:ext cx="4873500" cy="5319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8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98" name="Google Shape;98;p14"/>
          <p:cNvSpPr txBox="1">
            <a:spLocks noGrp="1"/>
          </p:cNvSpPr>
          <p:nvPr>
            <p:ph type="subTitle" idx="1"/>
          </p:nvPr>
        </p:nvSpPr>
        <p:spPr>
          <a:xfrm>
            <a:off x="969750" y="1549400"/>
            <a:ext cx="7204500" cy="1478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pic>
        <p:nvPicPr>
          <p:cNvPr id="99" name="Google Shape;99;p14"/>
          <p:cNvPicPr preferRelativeResize="0"/>
          <p:nvPr/>
        </p:nvPicPr>
        <p:blipFill rotWithShape="1">
          <a:blip r:embed="rId4">
            <a:alphaModFix/>
          </a:blip>
          <a:srcRect r="12534"/>
          <a:stretch/>
        </p:blipFill>
        <p:spPr>
          <a:xfrm rot="-5400000" flipH="1">
            <a:off x="4810458" y="795201"/>
            <a:ext cx="5292725" cy="3403874"/>
          </a:xfrm>
          <a:prstGeom prst="rect">
            <a:avLst/>
          </a:prstGeom>
          <a:noFill/>
          <a:ln>
            <a:noFill/>
          </a:ln>
        </p:spPr>
      </p:pic>
      <p:pic>
        <p:nvPicPr>
          <p:cNvPr id="100" name="Google Shape;100;p14"/>
          <p:cNvPicPr preferRelativeResize="0"/>
          <p:nvPr/>
        </p:nvPicPr>
        <p:blipFill rotWithShape="1">
          <a:blip r:embed="rId4">
            <a:alphaModFix/>
          </a:blip>
          <a:srcRect b="35359"/>
          <a:stretch/>
        </p:blipFill>
        <p:spPr>
          <a:xfrm rot="10800000">
            <a:off x="0" y="-3500"/>
            <a:ext cx="6050875" cy="22003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CUSTOM_22">
    <p:spTree>
      <p:nvGrpSpPr>
        <p:cNvPr id="1" name="Shape 101"/>
        <p:cNvGrpSpPr/>
        <p:nvPr/>
      </p:nvGrpSpPr>
      <p:grpSpPr>
        <a:xfrm>
          <a:off x="0" y="0"/>
          <a:ext cx="0" cy="0"/>
          <a:chOff x="0" y="0"/>
          <a:chExt cx="0" cy="0"/>
        </a:xfrm>
      </p:grpSpPr>
      <p:pic>
        <p:nvPicPr>
          <p:cNvPr id="102" name="Google Shape;102;p15"/>
          <p:cNvPicPr preferRelativeResize="0"/>
          <p:nvPr/>
        </p:nvPicPr>
        <p:blipFill rotWithShape="1">
          <a:blip r:embed="rId2">
            <a:alphaModFix amt="62000"/>
          </a:blip>
          <a:srcRect t="39515" r="22058"/>
          <a:stretch/>
        </p:blipFill>
        <p:spPr>
          <a:xfrm>
            <a:off x="6704650" y="-22125"/>
            <a:ext cx="2448700" cy="1900249"/>
          </a:xfrm>
          <a:prstGeom prst="rect">
            <a:avLst/>
          </a:prstGeom>
          <a:noFill/>
          <a:ln>
            <a:noFill/>
          </a:ln>
        </p:spPr>
      </p:pic>
      <p:pic>
        <p:nvPicPr>
          <p:cNvPr id="103" name="Google Shape;103;p15"/>
          <p:cNvPicPr preferRelativeResize="0"/>
          <p:nvPr/>
        </p:nvPicPr>
        <p:blipFill>
          <a:blip r:embed="rId3">
            <a:alphaModFix amt="38000"/>
          </a:blip>
          <a:stretch>
            <a:fillRect/>
          </a:stretch>
        </p:blipFill>
        <p:spPr>
          <a:xfrm flipH="1">
            <a:off x="-34899" y="2162076"/>
            <a:ext cx="3013100" cy="2981424"/>
          </a:xfrm>
          <a:prstGeom prst="rect">
            <a:avLst/>
          </a:prstGeom>
          <a:noFill/>
          <a:ln>
            <a:noFill/>
          </a:ln>
        </p:spPr>
      </p:pic>
      <p:sp>
        <p:nvSpPr>
          <p:cNvPr id="104" name="Google Shape;104;p15"/>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105" name="Google Shape;105;p15"/>
          <p:cNvPicPr preferRelativeResize="0"/>
          <p:nvPr/>
        </p:nvPicPr>
        <p:blipFill rotWithShape="1">
          <a:blip r:embed="rId4">
            <a:alphaModFix/>
          </a:blip>
          <a:srcRect r="58770"/>
          <a:stretch/>
        </p:blipFill>
        <p:spPr>
          <a:xfrm flipH="1">
            <a:off x="2" y="1969125"/>
            <a:ext cx="2333698" cy="3183975"/>
          </a:xfrm>
          <a:prstGeom prst="rect">
            <a:avLst/>
          </a:prstGeom>
          <a:noFill/>
          <a:ln>
            <a:noFill/>
          </a:ln>
        </p:spPr>
      </p:pic>
      <p:pic>
        <p:nvPicPr>
          <p:cNvPr id="106" name="Google Shape;106;p15"/>
          <p:cNvPicPr preferRelativeResize="0"/>
          <p:nvPr/>
        </p:nvPicPr>
        <p:blipFill rotWithShape="1">
          <a:blip r:embed="rId4">
            <a:alphaModFix/>
          </a:blip>
          <a:srcRect r="57647"/>
          <a:stretch/>
        </p:blipFill>
        <p:spPr>
          <a:xfrm rot="10800000" flipH="1">
            <a:off x="6475277" y="-22124"/>
            <a:ext cx="2677776" cy="3556499"/>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_13">
    <p:spTree>
      <p:nvGrpSpPr>
        <p:cNvPr id="1" name="Shape 107"/>
        <p:cNvGrpSpPr/>
        <p:nvPr/>
      </p:nvGrpSpPr>
      <p:grpSpPr>
        <a:xfrm>
          <a:off x="0" y="0"/>
          <a:ext cx="0" cy="0"/>
          <a:chOff x="0" y="0"/>
          <a:chExt cx="0" cy="0"/>
        </a:xfrm>
      </p:grpSpPr>
      <p:pic>
        <p:nvPicPr>
          <p:cNvPr id="108" name="Google Shape;108;p16"/>
          <p:cNvPicPr preferRelativeResize="0"/>
          <p:nvPr/>
        </p:nvPicPr>
        <p:blipFill>
          <a:blip r:embed="rId2">
            <a:alphaModFix amt="38000"/>
          </a:blip>
          <a:stretch>
            <a:fillRect/>
          </a:stretch>
        </p:blipFill>
        <p:spPr>
          <a:xfrm flipH="1">
            <a:off x="-11132" y="2169659"/>
            <a:ext cx="3013100" cy="2981424"/>
          </a:xfrm>
          <a:prstGeom prst="rect">
            <a:avLst/>
          </a:prstGeom>
          <a:noFill/>
          <a:ln>
            <a:noFill/>
          </a:ln>
        </p:spPr>
      </p:pic>
      <p:sp>
        <p:nvSpPr>
          <p:cNvPr id="109" name="Google Shape;109;p16"/>
          <p:cNvSpPr txBox="1">
            <a:spLocks noGrp="1"/>
          </p:cNvSpPr>
          <p:nvPr>
            <p:ph type="title"/>
          </p:nvPr>
        </p:nvSpPr>
        <p:spPr>
          <a:xfrm>
            <a:off x="1009650" y="2972200"/>
            <a:ext cx="7124700" cy="9144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110" name="Google Shape;110;p16"/>
          <p:cNvSpPr txBox="1">
            <a:spLocks noGrp="1"/>
          </p:cNvSpPr>
          <p:nvPr>
            <p:ph type="subTitle" idx="1"/>
          </p:nvPr>
        </p:nvSpPr>
        <p:spPr>
          <a:xfrm>
            <a:off x="1010400" y="3924475"/>
            <a:ext cx="7123200" cy="64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600"/>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pic>
        <p:nvPicPr>
          <p:cNvPr id="111" name="Google Shape;111;p16"/>
          <p:cNvPicPr preferRelativeResize="0"/>
          <p:nvPr/>
        </p:nvPicPr>
        <p:blipFill rotWithShape="1">
          <a:blip r:embed="rId3">
            <a:alphaModFix/>
          </a:blip>
          <a:srcRect l="2407" r="12537" b="24116"/>
          <a:stretch/>
        </p:blipFill>
        <p:spPr>
          <a:xfrm rot="5400000">
            <a:off x="-1285601" y="1278550"/>
            <a:ext cx="5147002" cy="2582901"/>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4">
    <p:spTree>
      <p:nvGrpSpPr>
        <p:cNvPr id="1" name="Shape 112"/>
        <p:cNvGrpSpPr/>
        <p:nvPr/>
      </p:nvGrpSpPr>
      <p:grpSpPr>
        <a:xfrm>
          <a:off x="0" y="0"/>
          <a:ext cx="0" cy="0"/>
          <a:chOff x="0" y="0"/>
          <a:chExt cx="0" cy="0"/>
        </a:xfrm>
      </p:grpSpPr>
      <p:pic>
        <p:nvPicPr>
          <p:cNvPr id="113" name="Google Shape;113;p17"/>
          <p:cNvPicPr preferRelativeResize="0"/>
          <p:nvPr/>
        </p:nvPicPr>
        <p:blipFill rotWithShape="1">
          <a:blip r:embed="rId2">
            <a:alphaModFix amt="47000"/>
          </a:blip>
          <a:srcRect l="31342" t="43624"/>
          <a:stretch/>
        </p:blipFill>
        <p:spPr>
          <a:xfrm rot="5400000" flipH="1">
            <a:off x="7187584" y="3179500"/>
            <a:ext cx="2156900" cy="1771100"/>
          </a:xfrm>
          <a:prstGeom prst="rect">
            <a:avLst/>
          </a:prstGeom>
          <a:noFill/>
          <a:ln>
            <a:noFill/>
          </a:ln>
        </p:spPr>
      </p:pic>
      <p:pic>
        <p:nvPicPr>
          <p:cNvPr id="114" name="Google Shape;114;p17"/>
          <p:cNvPicPr preferRelativeResize="0"/>
          <p:nvPr/>
        </p:nvPicPr>
        <p:blipFill rotWithShape="1">
          <a:blip r:embed="rId2">
            <a:alphaModFix amt="47000"/>
          </a:blip>
          <a:srcRect l="31342" t="43624"/>
          <a:stretch/>
        </p:blipFill>
        <p:spPr>
          <a:xfrm>
            <a:off x="0" y="0"/>
            <a:ext cx="2156900" cy="1771100"/>
          </a:xfrm>
          <a:prstGeom prst="rect">
            <a:avLst/>
          </a:prstGeom>
          <a:noFill/>
          <a:ln>
            <a:noFill/>
          </a:ln>
        </p:spPr>
      </p:pic>
      <p:pic>
        <p:nvPicPr>
          <p:cNvPr id="115" name="Google Shape;115;p17"/>
          <p:cNvPicPr preferRelativeResize="0"/>
          <p:nvPr/>
        </p:nvPicPr>
        <p:blipFill rotWithShape="1">
          <a:blip r:embed="rId3">
            <a:alphaModFix/>
          </a:blip>
          <a:srcRect r="40213"/>
          <a:stretch/>
        </p:blipFill>
        <p:spPr>
          <a:xfrm rot="5400000" flipH="1">
            <a:off x="-120577" y="120575"/>
            <a:ext cx="4078200" cy="3837051"/>
          </a:xfrm>
          <a:prstGeom prst="rect">
            <a:avLst/>
          </a:prstGeom>
          <a:noFill/>
          <a:ln>
            <a:noFill/>
          </a:ln>
        </p:spPr>
      </p:pic>
      <p:sp>
        <p:nvSpPr>
          <p:cNvPr id="116" name="Google Shape;116;p17"/>
          <p:cNvSpPr txBox="1">
            <a:spLocks noGrp="1"/>
          </p:cNvSpPr>
          <p:nvPr>
            <p:ph type="title"/>
          </p:nvPr>
        </p:nvSpPr>
        <p:spPr>
          <a:xfrm>
            <a:off x="1793550" y="3151150"/>
            <a:ext cx="55569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117" name="Google Shape;117;p17"/>
          <p:cNvSpPr txBox="1">
            <a:spLocks noGrp="1"/>
          </p:cNvSpPr>
          <p:nvPr>
            <p:ph type="subTitle" idx="1"/>
          </p:nvPr>
        </p:nvSpPr>
        <p:spPr>
          <a:xfrm>
            <a:off x="1792200" y="3676375"/>
            <a:ext cx="55596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pic>
        <p:nvPicPr>
          <p:cNvPr id="118" name="Google Shape;118;p17"/>
          <p:cNvPicPr preferRelativeResize="0"/>
          <p:nvPr/>
        </p:nvPicPr>
        <p:blipFill rotWithShape="1">
          <a:blip r:embed="rId3">
            <a:alphaModFix/>
          </a:blip>
          <a:srcRect r="40213"/>
          <a:stretch/>
        </p:blipFill>
        <p:spPr>
          <a:xfrm rot="-5400000" flipH="1">
            <a:off x="5186373" y="1185875"/>
            <a:ext cx="4078200" cy="3837051"/>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19"/>
        <p:cNvGrpSpPr/>
        <p:nvPr/>
      </p:nvGrpSpPr>
      <p:grpSpPr>
        <a:xfrm>
          <a:off x="0" y="0"/>
          <a:ext cx="0" cy="0"/>
          <a:chOff x="0" y="0"/>
          <a:chExt cx="0" cy="0"/>
        </a:xfrm>
      </p:grpSpPr>
      <p:pic>
        <p:nvPicPr>
          <p:cNvPr id="120" name="Google Shape;120;p18"/>
          <p:cNvPicPr preferRelativeResize="0"/>
          <p:nvPr/>
        </p:nvPicPr>
        <p:blipFill>
          <a:blip r:embed="rId2">
            <a:alphaModFix amt="20000"/>
          </a:blip>
          <a:stretch>
            <a:fillRect/>
          </a:stretch>
        </p:blipFill>
        <p:spPr>
          <a:xfrm>
            <a:off x="6130901" y="2154079"/>
            <a:ext cx="3013100" cy="2981424"/>
          </a:xfrm>
          <a:prstGeom prst="rect">
            <a:avLst/>
          </a:prstGeom>
          <a:noFill/>
          <a:ln>
            <a:noFill/>
          </a:ln>
        </p:spPr>
      </p:pic>
      <p:pic>
        <p:nvPicPr>
          <p:cNvPr id="121" name="Google Shape;121;p18"/>
          <p:cNvPicPr preferRelativeResize="0"/>
          <p:nvPr/>
        </p:nvPicPr>
        <p:blipFill rotWithShape="1">
          <a:blip r:embed="rId3">
            <a:alphaModFix/>
          </a:blip>
          <a:srcRect r="60000"/>
          <a:stretch/>
        </p:blipFill>
        <p:spPr>
          <a:xfrm rot="-5400000" flipH="1">
            <a:off x="4751062" y="742950"/>
            <a:ext cx="3657600" cy="5143500"/>
          </a:xfrm>
          <a:prstGeom prst="rect">
            <a:avLst/>
          </a:prstGeom>
          <a:noFill/>
          <a:ln>
            <a:noFill/>
          </a:ln>
        </p:spPr>
      </p:pic>
      <p:pic>
        <p:nvPicPr>
          <p:cNvPr id="122" name="Google Shape;122;p18"/>
          <p:cNvPicPr preferRelativeResize="0"/>
          <p:nvPr/>
        </p:nvPicPr>
        <p:blipFill>
          <a:blip r:embed="rId2">
            <a:alphaModFix amt="48000"/>
          </a:blip>
          <a:stretch>
            <a:fillRect/>
          </a:stretch>
        </p:blipFill>
        <p:spPr>
          <a:xfrm rot="10800000">
            <a:off x="1" y="-6879"/>
            <a:ext cx="3013100" cy="2981424"/>
          </a:xfrm>
          <a:prstGeom prst="rect">
            <a:avLst/>
          </a:prstGeom>
          <a:noFill/>
          <a:ln>
            <a:noFill/>
          </a:ln>
        </p:spPr>
      </p:pic>
      <p:pic>
        <p:nvPicPr>
          <p:cNvPr id="123" name="Google Shape;123;p18"/>
          <p:cNvPicPr preferRelativeResize="0"/>
          <p:nvPr/>
        </p:nvPicPr>
        <p:blipFill rotWithShape="1">
          <a:blip r:embed="rId3">
            <a:alphaModFix/>
          </a:blip>
          <a:srcRect r="60000"/>
          <a:stretch/>
        </p:blipFill>
        <p:spPr>
          <a:xfrm rot="5400000" flipH="1">
            <a:off x="742950" y="-711567"/>
            <a:ext cx="3657600" cy="5143500"/>
          </a:xfrm>
          <a:prstGeom prst="rect">
            <a:avLst/>
          </a:prstGeom>
          <a:noFill/>
          <a:ln>
            <a:noFill/>
          </a:ln>
        </p:spPr>
      </p:pic>
      <p:sp>
        <p:nvSpPr>
          <p:cNvPr id="124" name="Google Shape;124;p18"/>
          <p:cNvSpPr txBox="1">
            <a:spLocks noGrp="1"/>
          </p:cNvSpPr>
          <p:nvPr>
            <p:ph type="title"/>
          </p:nvPr>
        </p:nvSpPr>
        <p:spPr>
          <a:xfrm>
            <a:off x="1001116" y="2740454"/>
            <a:ext cx="3063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2300" b="0">
                <a:solidFill>
                  <a:schemeClr val="lt1"/>
                </a:solidFill>
              </a:defRPr>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125" name="Google Shape;125;p18"/>
          <p:cNvSpPr txBox="1">
            <a:spLocks noGrp="1"/>
          </p:cNvSpPr>
          <p:nvPr>
            <p:ph type="title" idx="2"/>
          </p:nvPr>
        </p:nvSpPr>
        <p:spPr>
          <a:xfrm>
            <a:off x="5079584" y="2740454"/>
            <a:ext cx="3063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2300" b="0">
                <a:solidFill>
                  <a:schemeClr val="lt1"/>
                </a:solidFill>
              </a:defRPr>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126" name="Google Shape;126;p18"/>
          <p:cNvSpPr txBox="1">
            <a:spLocks noGrp="1"/>
          </p:cNvSpPr>
          <p:nvPr>
            <p:ph type="subTitle" idx="1"/>
          </p:nvPr>
        </p:nvSpPr>
        <p:spPr>
          <a:xfrm>
            <a:off x="5081834" y="3077951"/>
            <a:ext cx="3058800" cy="101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7" name="Google Shape;127;p18"/>
          <p:cNvSpPr txBox="1">
            <a:spLocks noGrp="1"/>
          </p:cNvSpPr>
          <p:nvPr>
            <p:ph type="subTitle" idx="3"/>
          </p:nvPr>
        </p:nvSpPr>
        <p:spPr>
          <a:xfrm>
            <a:off x="1003366" y="3077951"/>
            <a:ext cx="3058800" cy="101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8" name="Google Shape;128;p18"/>
          <p:cNvSpPr txBox="1">
            <a:spLocks noGrp="1"/>
          </p:cNvSpPr>
          <p:nvPr>
            <p:ph type="title" idx="4"/>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2">
  <p:cSld name="CUSTOM_14">
    <p:spTree>
      <p:nvGrpSpPr>
        <p:cNvPr id="1" name="Shape 129"/>
        <p:cNvGrpSpPr/>
        <p:nvPr/>
      </p:nvGrpSpPr>
      <p:grpSpPr>
        <a:xfrm>
          <a:off x="0" y="0"/>
          <a:ext cx="0" cy="0"/>
          <a:chOff x="0" y="0"/>
          <a:chExt cx="0" cy="0"/>
        </a:xfrm>
      </p:grpSpPr>
      <p:pic>
        <p:nvPicPr>
          <p:cNvPr id="130" name="Google Shape;130;p19"/>
          <p:cNvPicPr preferRelativeResize="0"/>
          <p:nvPr/>
        </p:nvPicPr>
        <p:blipFill rotWithShape="1">
          <a:blip r:embed="rId2">
            <a:alphaModFix amt="50000"/>
          </a:blip>
          <a:srcRect l="29652" t="45569"/>
          <a:stretch/>
        </p:blipFill>
        <p:spPr>
          <a:xfrm rot="10800000">
            <a:off x="6941559" y="3427601"/>
            <a:ext cx="2210026" cy="1709999"/>
          </a:xfrm>
          <a:prstGeom prst="rect">
            <a:avLst/>
          </a:prstGeom>
          <a:noFill/>
          <a:ln>
            <a:noFill/>
          </a:ln>
        </p:spPr>
      </p:pic>
      <p:pic>
        <p:nvPicPr>
          <p:cNvPr id="131" name="Google Shape;131;p19"/>
          <p:cNvPicPr preferRelativeResize="0"/>
          <p:nvPr/>
        </p:nvPicPr>
        <p:blipFill rotWithShape="1">
          <a:blip r:embed="rId3">
            <a:alphaModFix/>
          </a:blip>
          <a:srcRect r="47794"/>
          <a:stretch/>
        </p:blipFill>
        <p:spPr>
          <a:xfrm rot="10800000">
            <a:off x="3" y="0"/>
            <a:ext cx="3159125" cy="3403874"/>
          </a:xfrm>
          <a:prstGeom prst="rect">
            <a:avLst/>
          </a:prstGeom>
          <a:noFill/>
          <a:ln>
            <a:noFill/>
          </a:ln>
        </p:spPr>
      </p:pic>
      <p:pic>
        <p:nvPicPr>
          <p:cNvPr id="132" name="Google Shape;132;p19"/>
          <p:cNvPicPr preferRelativeResize="0"/>
          <p:nvPr/>
        </p:nvPicPr>
        <p:blipFill rotWithShape="1">
          <a:blip r:embed="rId2">
            <a:alphaModFix amt="50000"/>
          </a:blip>
          <a:srcRect l="29652" t="45569"/>
          <a:stretch/>
        </p:blipFill>
        <p:spPr>
          <a:xfrm>
            <a:off x="0" y="0"/>
            <a:ext cx="2210026" cy="1709999"/>
          </a:xfrm>
          <a:prstGeom prst="rect">
            <a:avLst/>
          </a:prstGeom>
          <a:noFill/>
          <a:ln>
            <a:noFill/>
          </a:ln>
        </p:spPr>
      </p:pic>
      <p:sp>
        <p:nvSpPr>
          <p:cNvPr id="133" name="Google Shape;133;p19"/>
          <p:cNvSpPr txBox="1">
            <a:spLocks noGrp="1"/>
          </p:cNvSpPr>
          <p:nvPr>
            <p:ph type="body" idx="1"/>
          </p:nvPr>
        </p:nvSpPr>
        <p:spPr>
          <a:xfrm>
            <a:off x="794950" y="1860550"/>
            <a:ext cx="3749400" cy="2769300"/>
          </a:xfrm>
          <a:prstGeom prst="rect">
            <a:avLst/>
          </a:prstGeom>
        </p:spPr>
        <p:txBody>
          <a:bodyPr spcFirstLastPara="1" wrap="square" lIns="91425" tIns="91425" rIns="91425" bIns="91425" anchor="t" anchorCtr="0">
            <a:noAutofit/>
          </a:bodyPr>
          <a:lstStyle>
            <a:lvl1pPr marL="457200" lvl="0" indent="-330200" rtl="0">
              <a:lnSpc>
                <a:spcPct val="100000"/>
              </a:lnSpc>
              <a:spcBef>
                <a:spcPts val="0"/>
              </a:spcBef>
              <a:spcAft>
                <a:spcPts val="0"/>
              </a:spcAft>
              <a:buSzPts val="1600"/>
              <a:buFont typeface="Nunito Light"/>
              <a:buChar char="●"/>
              <a:defRPr/>
            </a:lvl1pPr>
            <a:lvl2pPr marL="914400" lvl="1" indent="-330200" rtl="0">
              <a:lnSpc>
                <a:spcPct val="100000"/>
              </a:lnSpc>
              <a:spcBef>
                <a:spcPts val="0"/>
              </a:spcBef>
              <a:spcAft>
                <a:spcPts val="0"/>
              </a:spcAft>
              <a:buSzPts val="1600"/>
              <a:buFont typeface="Nunito Light"/>
              <a:buChar char="○"/>
              <a:defRPr sz="1600"/>
            </a:lvl2pPr>
            <a:lvl3pPr marL="1371600" lvl="2" indent="-330200" rtl="0">
              <a:lnSpc>
                <a:spcPct val="100000"/>
              </a:lnSpc>
              <a:spcBef>
                <a:spcPts val="0"/>
              </a:spcBef>
              <a:spcAft>
                <a:spcPts val="0"/>
              </a:spcAft>
              <a:buSzPts val="1600"/>
              <a:buFont typeface="Nunito Light"/>
              <a:buChar char="■"/>
              <a:defRPr sz="1600"/>
            </a:lvl3pPr>
            <a:lvl4pPr marL="1828800" lvl="3" indent="-330200" rtl="0">
              <a:lnSpc>
                <a:spcPct val="100000"/>
              </a:lnSpc>
              <a:spcBef>
                <a:spcPts val="0"/>
              </a:spcBef>
              <a:spcAft>
                <a:spcPts val="0"/>
              </a:spcAft>
              <a:buSzPts val="1600"/>
              <a:buFont typeface="Nunito Light"/>
              <a:buChar char="●"/>
              <a:defRPr sz="1600"/>
            </a:lvl4pPr>
            <a:lvl5pPr marL="2286000" lvl="4" indent="-330200" rtl="0">
              <a:lnSpc>
                <a:spcPct val="100000"/>
              </a:lnSpc>
              <a:spcBef>
                <a:spcPts val="0"/>
              </a:spcBef>
              <a:spcAft>
                <a:spcPts val="0"/>
              </a:spcAft>
              <a:buSzPts val="1600"/>
              <a:buFont typeface="Nunito Light"/>
              <a:buChar char="○"/>
              <a:defRPr sz="1600"/>
            </a:lvl5pPr>
            <a:lvl6pPr marL="2743200" lvl="5" indent="-330200" rtl="0">
              <a:lnSpc>
                <a:spcPct val="100000"/>
              </a:lnSpc>
              <a:spcBef>
                <a:spcPts val="0"/>
              </a:spcBef>
              <a:spcAft>
                <a:spcPts val="0"/>
              </a:spcAft>
              <a:buSzPts val="1600"/>
              <a:buFont typeface="Nunito Light"/>
              <a:buChar char="■"/>
              <a:defRPr sz="1600"/>
            </a:lvl6pPr>
            <a:lvl7pPr marL="3200400" lvl="6" indent="-330200" rtl="0">
              <a:lnSpc>
                <a:spcPct val="100000"/>
              </a:lnSpc>
              <a:spcBef>
                <a:spcPts val="0"/>
              </a:spcBef>
              <a:spcAft>
                <a:spcPts val="0"/>
              </a:spcAft>
              <a:buSzPts val="1600"/>
              <a:buFont typeface="Nunito Light"/>
              <a:buChar char="●"/>
              <a:defRPr sz="1600"/>
            </a:lvl7pPr>
            <a:lvl8pPr marL="3657600" lvl="7" indent="-330200" rtl="0">
              <a:lnSpc>
                <a:spcPct val="100000"/>
              </a:lnSpc>
              <a:spcBef>
                <a:spcPts val="0"/>
              </a:spcBef>
              <a:spcAft>
                <a:spcPts val="0"/>
              </a:spcAft>
              <a:buSzPts val="1600"/>
              <a:buFont typeface="Nunito Light"/>
              <a:buChar char="○"/>
              <a:defRPr sz="1600"/>
            </a:lvl8pPr>
            <a:lvl9pPr marL="4114800" lvl="8" indent="-330200" rtl="0">
              <a:lnSpc>
                <a:spcPct val="100000"/>
              </a:lnSpc>
              <a:spcBef>
                <a:spcPts val="0"/>
              </a:spcBef>
              <a:spcAft>
                <a:spcPts val="0"/>
              </a:spcAft>
              <a:buSzPts val="1600"/>
              <a:buFont typeface="Nunito Light"/>
              <a:buChar char="■"/>
              <a:defRPr sz="1600"/>
            </a:lvl9pPr>
          </a:lstStyle>
          <a:p>
            <a:endParaRPr/>
          </a:p>
        </p:txBody>
      </p:sp>
      <p:sp>
        <p:nvSpPr>
          <p:cNvPr id="134" name="Google Shape;134;p19"/>
          <p:cNvSpPr txBox="1">
            <a:spLocks noGrp="1"/>
          </p:cNvSpPr>
          <p:nvPr>
            <p:ph type="body" idx="2"/>
          </p:nvPr>
        </p:nvSpPr>
        <p:spPr>
          <a:xfrm>
            <a:off x="4599650" y="1860550"/>
            <a:ext cx="3749400" cy="2769300"/>
          </a:xfrm>
          <a:prstGeom prst="rect">
            <a:avLst/>
          </a:prstGeom>
        </p:spPr>
        <p:txBody>
          <a:bodyPr spcFirstLastPara="1" wrap="square" lIns="91425" tIns="91425" rIns="91425" bIns="91425" anchor="t" anchorCtr="0">
            <a:noAutofit/>
          </a:bodyPr>
          <a:lstStyle>
            <a:lvl1pPr marL="457200" lvl="0" indent="-330200" rtl="0">
              <a:lnSpc>
                <a:spcPct val="100000"/>
              </a:lnSpc>
              <a:spcBef>
                <a:spcPts val="300"/>
              </a:spcBef>
              <a:spcAft>
                <a:spcPts val="0"/>
              </a:spcAft>
              <a:buSzPts val="1600"/>
              <a:buFont typeface="Nunito Light"/>
              <a:buChar char="●"/>
              <a:defRPr/>
            </a:lvl1pPr>
            <a:lvl2pPr marL="914400" lvl="1" indent="-330200" rtl="0">
              <a:lnSpc>
                <a:spcPct val="100000"/>
              </a:lnSpc>
              <a:spcBef>
                <a:spcPts val="0"/>
              </a:spcBef>
              <a:spcAft>
                <a:spcPts val="0"/>
              </a:spcAft>
              <a:buSzPts val="1600"/>
              <a:buFont typeface="Nunito Light"/>
              <a:buChar char="○"/>
              <a:defRPr sz="1600"/>
            </a:lvl2pPr>
            <a:lvl3pPr marL="1371600" lvl="2" indent="-330200" rtl="0">
              <a:lnSpc>
                <a:spcPct val="100000"/>
              </a:lnSpc>
              <a:spcBef>
                <a:spcPts val="0"/>
              </a:spcBef>
              <a:spcAft>
                <a:spcPts val="0"/>
              </a:spcAft>
              <a:buSzPts val="1600"/>
              <a:buFont typeface="Nunito Light"/>
              <a:buChar char="■"/>
              <a:defRPr sz="1600"/>
            </a:lvl3pPr>
            <a:lvl4pPr marL="1828800" lvl="3" indent="-330200" rtl="0">
              <a:lnSpc>
                <a:spcPct val="100000"/>
              </a:lnSpc>
              <a:spcBef>
                <a:spcPts val="0"/>
              </a:spcBef>
              <a:spcAft>
                <a:spcPts val="0"/>
              </a:spcAft>
              <a:buSzPts val="1600"/>
              <a:buFont typeface="Nunito Light"/>
              <a:buChar char="●"/>
              <a:defRPr sz="1600"/>
            </a:lvl4pPr>
            <a:lvl5pPr marL="2286000" lvl="4" indent="-330200" rtl="0">
              <a:lnSpc>
                <a:spcPct val="100000"/>
              </a:lnSpc>
              <a:spcBef>
                <a:spcPts val="0"/>
              </a:spcBef>
              <a:spcAft>
                <a:spcPts val="0"/>
              </a:spcAft>
              <a:buSzPts val="1600"/>
              <a:buFont typeface="Nunito Light"/>
              <a:buChar char="○"/>
              <a:defRPr sz="1600"/>
            </a:lvl5pPr>
            <a:lvl6pPr marL="2743200" lvl="5" indent="-330200" rtl="0">
              <a:lnSpc>
                <a:spcPct val="100000"/>
              </a:lnSpc>
              <a:spcBef>
                <a:spcPts val="0"/>
              </a:spcBef>
              <a:spcAft>
                <a:spcPts val="0"/>
              </a:spcAft>
              <a:buSzPts val="1600"/>
              <a:buFont typeface="Nunito Light"/>
              <a:buChar char="■"/>
              <a:defRPr sz="1600"/>
            </a:lvl6pPr>
            <a:lvl7pPr marL="3200400" lvl="6" indent="-330200" rtl="0">
              <a:lnSpc>
                <a:spcPct val="100000"/>
              </a:lnSpc>
              <a:spcBef>
                <a:spcPts val="0"/>
              </a:spcBef>
              <a:spcAft>
                <a:spcPts val="0"/>
              </a:spcAft>
              <a:buSzPts val="1600"/>
              <a:buFont typeface="Nunito Light"/>
              <a:buChar char="●"/>
              <a:defRPr sz="1600"/>
            </a:lvl7pPr>
            <a:lvl8pPr marL="3657600" lvl="7" indent="-330200" rtl="0">
              <a:lnSpc>
                <a:spcPct val="100000"/>
              </a:lnSpc>
              <a:spcBef>
                <a:spcPts val="0"/>
              </a:spcBef>
              <a:spcAft>
                <a:spcPts val="0"/>
              </a:spcAft>
              <a:buSzPts val="1600"/>
              <a:buFont typeface="Nunito Light"/>
              <a:buChar char="○"/>
              <a:defRPr sz="1600"/>
            </a:lvl8pPr>
            <a:lvl9pPr marL="4114800" lvl="8" indent="-330200" rtl="0">
              <a:lnSpc>
                <a:spcPct val="100000"/>
              </a:lnSpc>
              <a:spcBef>
                <a:spcPts val="0"/>
              </a:spcBef>
              <a:spcAft>
                <a:spcPts val="0"/>
              </a:spcAft>
              <a:buSzPts val="1600"/>
              <a:buFont typeface="Nunito Light"/>
              <a:buChar char="■"/>
              <a:defRPr sz="1600"/>
            </a:lvl9pPr>
          </a:lstStyle>
          <a:p>
            <a:endParaRPr/>
          </a:p>
        </p:txBody>
      </p:sp>
      <p:sp>
        <p:nvSpPr>
          <p:cNvPr id="135" name="Google Shape;135;p19"/>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sp>
        <p:nvSpPr>
          <p:cNvPr id="136" name="Google Shape;136;p19"/>
          <p:cNvSpPr txBox="1">
            <a:spLocks noGrp="1"/>
          </p:cNvSpPr>
          <p:nvPr>
            <p:ph type="subTitle" idx="3"/>
          </p:nvPr>
        </p:nvSpPr>
        <p:spPr>
          <a:xfrm>
            <a:off x="2361000" y="1161300"/>
            <a:ext cx="4422000" cy="548700"/>
          </a:xfrm>
          <a:prstGeom prst="rect">
            <a:avLst/>
          </a:prstGeom>
        </p:spPr>
        <p:txBody>
          <a:bodyPr spcFirstLastPara="1" wrap="square" lIns="91425" tIns="91425" rIns="91425" bIns="91425" anchor="ctr" anchorCtr="0">
            <a:noAutofit/>
          </a:bodyPr>
          <a:lstStyle>
            <a:lvl1pPr lvl="0" algn="ctr" rtl="0">
              <a:lnSpc>
                <a:spcPct val="100000"/>
              </a:lnSpc>
              <a:spcBef>
                <a:spcPts val="30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pic>
        <p:nvPicPr>
          <p:cNvPr id="137" name="Google Shape;137;p19"/>
          <p:cNvPicPr preferRelativeResize="0"/>
          <p:nvPr/>
        </p:nvPicPr>
        <p:blipFill rotWithShape="1">
          <a:blip r:embed="rId3">
            <a:alphaModFix/>
          </a:blip>
          <a:srcRect r="47794"/>
          <a:stretch/>
        </p:blipFill>
        <p:spPr>
          <a:xfrm>
            <a:off x="5984878" y="1739625"/>
            <a:ext cx="3159125" cy="3403874"/>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38"/>
        <p:cNvGrpSpPr/>
        <p:nvPr/>
      </p:nvGrpSpPr>
      <p:grpSpPr>
        <a:xfrm>
          <a:off x="0" y="0"/>
          <a:ext cx="0" cy="0"/>
          <a:chOff x="0" y="0"/>
          <a:chExt cx="0" cy="0"/>
        </a:xfrm>
      </p:grpSpPr>
      <p:sp>
        <p:nvSpPr>
          <p:cNvPr id="139" name="Google Shape;139;p20"/>
          <p:cNvSpPr txBox="1">
            <a:spLocks noGrp="1"/>
          </p:cNvSpPr>
          <p:nvPr>
            <p:ph type="title"/>
          </p:nvPr>
        </p:nvSpPr>
        <p:spPr>
          <a:xfrm>
            <a:off x="714192" y="2744522"/>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0" name="Google Shape;140;p20"/>
          <p:cNvSpPr txBox="1">
            <a:spLocks noGrp="1"/>
          </p:cNvSpPr>
          <p:nvPr>
            <p:ph type="subTitle" idx="1"/>
          </p:nvPr>
        </p:nvSpPr>
        <p:spPr>
          <a:xfrm>
            <a:off x="712992" y="3082846"/>
            <a:ext cx="20598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1" name="Google Shape;141;p20"/>
          <p:cNvSpPr txBox="1">
            <a:spLocks noGrp="1"/>
          </p:cNvSpPr>
          <p:nvPr>
            <p:ph type="title" idx="2"/>
          </p:nvPr>
        </p:nvSpPr>
        <p:spPr>
          <a:xfrm>
            <a:off x="3543300" y="2744522"/>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2" name="Google Shape;142;p20"/>
          <p:cNvSpPr txBox="1">
            <a:spLocks noGrp="1"/>
          </p:cNvSpPr>
          <p:nvPr>
            <p:ph type="subTitle" idx="3"/>
          </p:nvPr>
        </p:nvSpPr>
        <p:spPr>
          <a:xfrm>
            <a:off x="3543750" y="3082850"/>
            <a:ext cx="20565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3" name="Google Shape;143;p20"/>
          <p:cNvSpPr txBox="1">
            <a:spLocks noGrp="1"/>
          </p:cNvSpPr>
          <p:nvPr>
            <p:ph type="title" idx="4"/>
          </p:nvPr>
        </p:nvSpPr>
        <p:spPr>
          <a:xfrm>
            <a:off x="6373772" y="2744522"/>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4" name="Google Shape;144;p20"/>
          <p:cNvSpPr txBox="1">
            <a:spLocks noGrp="1"/>
          </p:cNvSpPr>
          <p:nvPr>
            <p:ph type="subTitle" idx="5"/>
          </p:nvPr>
        </p:nvSpPr>
        <p:spPr>
          <a:xfrm>
            <a:off x="6374222" y="3082850"/>
            <a:ext cx="20565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5" name="Google Shape;145;p20"/>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146" name="Google Shape;146;p20"/>
          <p:cNvPicPr preferRelativeResize="0"/>
          <p:nvPr/>
        </p:nvPicPr>
        <p:blipFill rotWithShape="1">
          <a:blip r:embed="rId2">
            <a:alphaModFix/>
          </a:blip>
          <a:srcRect r="16037" b="11995"/>
          <a:stretch/>
        </p:blipFill>
        <p:spPr>
          <a:xfrm flipH="1">
            <a:off x="1" y="2347975"/>
            <a:ext cx="4741474" cy="2795526"/>
          </a:xfrm>
          <a:prstGeom prst="rect">
            <a:avLst/>
          </a:prstGeom>
          <a:noFill/>
          <a:ln>
            <a:noFill/>
          </a:ln>
        </p:spPr>
      </p:pic>
      <p:pic>
        <p:nvPicPr>
          <p:cNvPr id="147" name="Google Shape;147;p20"/>
          <p:cNvPicPr preferRelativeResize="0"/>
          <p:nvPr/>
        </p:nvPicPr>
        <p:blipFill rotWithShape="1">
          <a:blip r:embed="rId2">
            <a:alphaModFix/>
          </a:blip>
          <a:srcRect b="40494"/>
          <a:stretch/>
        </p:blipFill>
        <p:spPr>
          <a:xfrm rot="10800000" flipH="1">
            <a:off x="3501350" y="4151"/>
            <a:ext cx="5647075" cy="1890251"/>
          </a:xfrm>
          <a:prstGeom prst="rect">
            <a:avLst/>
          </a:prstGeom>
          <a:noFill/>
          <a:ln>
            <a:noFill/>
          </a:ln>
        </p:spPr>
      </p:pic>
      <p:pic>
        <p:nvPicPr>
          <p:cNvPr id="148" name="Google Shape;148;p20"/>
          <p:cNvPicPr preferRelativeResize="0"/>
          <p:nvPr/>
        </p:nvPicPr>
        <p:blipFill>
          <a:blip r:embed="rId3">
            <a:alphaModFix amt="38000"/>
          </a:blip>
          <a:stretch>
            <a:fillRect/>
          </a:stretch>
        </p:blipFill>
        <p:spPr>
          <a:xfrm rot="10800000">
            <a:off x="1" y="1"/>
            <a:ext cx="3013100" cy="2981424"/>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49"/>
        <p:cNvGrpSpPr/>
        <p:nvPr/>
      </p:nvGrpSpPr>
      <p:grpSpPr>
        <a:xfrm>
          <a:off x="0" y="0"/>
          <a:ext cx="0" cy="0"/>
          <a:chOff x="0" y="0"/>
          <a:chExt cx="0" cy="0"/>
        </a:xfrm>
      </p:grpSpPr>
      <p:pic>
        <p:nvPicPr>
          <p:cNvPr id="150" name="Google Shape;150;p21"/>
          <p:cNvPicPr preferRelativeResize="0"/>
          <p:nvPr/>
        </p:nvPicPr>
        <p:blipFill>
          <a:blip r:embed="rId2">
            <a:alphaModFix amt="38000"/>
          </a:blip>
          <a:stretch>
            <a:fillRect/>
          </a:stretch>
        </p:blipFill>
        <p:spPr>
          <a:xfrm rot="10800000" flipH="1">
            <a:off x="6130901" y="-25574"/>
            <a:ext cx="3013100" cy="2981424"/>
          </a:xfrm>
          <a:prstGeom prst="rect">
            <a:avLst/>
          </a:prstGeom>
          <a:noFill/>
          <a:ln>
            <a:noFill/>
          </a:ln>
        </p:spPr>
      </p:pic>
      <p:sp>
        <p:nvSpPr>
          <p:cNvPr id="151" name="Google Shape;151;p21"/>
          <p:cNvSpPr txBox="1">
            <a:spLocks noGrp="1"/>
          </p:cNvSpPr>
          <p:nvPr>
            <p:ph type="title"/>
          </p:nvPr>
        </p:nvSpPr>
        <p:spPr>
          <a:xfrm>
            <a:off x="714192" y="1677907"/>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2" name="Google Shape;152;p21"/>
          <p:cNvSpPr txBox="1">
            <a:spLocks noGrp="1"/>
          </p:cNvSpPr>
          <p:nvPr>
            <p:ph type="subTitle" idx="1"/>
          </p:nvPr>
        </p:nvSpPr>
        <p:spPr>
          <a:xfrm>
            <a:off x="712992" y="3597381"/>
            <a:ext cx="2059800" cy="64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53" name="Google Shape;153;p21"/>
          <p:cNvSpPr txBox="1">
            <a:spLocks noGrp="1"/>
          </p:cNvSpPr>
          <p:nvPr>
            <p:ph type="title" idx="2"/>
          </p:nvPr>
        </p:nvSpPr>
        <p:spPr>
          <a:xfrm>
            <a:off x="3543300" y="1677907"/>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4" name="Google Shape;154;p21"/>
          <p:cNvSpPr txBox="1">
            <a:spLocks noGrp="1"/>
          </p:cNvSpPr>
          <p:nvPr>
            <p:ph type="subTitle" idx="3"/>
          </p:nvPr>
        </p:nvSpPr>
        <p:spPr>
          <a:xfrm>
            <a:off x="3543750" y="3597381"/>
            <a:ext cx="2056500" cy="64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55" name="Google Shape;155;p21"/>
          <p:cNvSpPr txBox="1">
            <a:spLocks noGrp="1"/>
          </p:cNvSpPr>
          <p:nvPr>
            <p:ph type="title" idx="4"/>
          </p:nvPr>
        </p:nvSpPr>
        <p:spPr>
          <a:xfrm>
            <a:off x="6373772" y="1677907"/>
            <a:ext cx="20574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6" name="Google Shape;156;p21"/>
          <p:cNvSpPr txBox="1">
            <a:spLocks noGrp="1"/>
          </p:cNvSpPr>
          <p:nvPr>
            <p:ph type="subTitle" idx="5"/>
          </p:nvPr>
        </p:nvSpPr>
        <p:spPr>
          <a:xfrm>
            <a:off x="6374222" y="3597381"/>
            <a:ext cx="2056500" cy="64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57" name="Google Shape;157;p21"/>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158" name="Google Shape;158;p21"/>
          <p:cNvPicPr preferRelativeResize="0"/>
          <p:nvPr/>
        </p:nvPicPr>
        <p:blipFill rotWithShape="1">
          <a:blip r:embed="rId3">
            <a:alphaModFix/>
          </a:blip>
          <a:srcRect r="24619"/>
          <a:stretch/>
        </p:blipFill>
        <p:spPr>
          <a:xfrm rot="10800000">
            <a:off x="-7584" y="-4067"/>
            <a:ext cx="3841651" cy="2866701"/>
          </a:xfrm>
          <a:prstGeom prst="rect">
            <a:avLst/>
          </a:prstGeom>
          <a:noFill/>
          <a:ln>
            <a:noFill/>
          </a:ln>
        </p:spPr>
      </p:pic>
      <p:pic>
        <p:nvPicPr>
          <p:cNvPr id="159" name="Google Shape;159;p21"/>
          <p:cNvPicPr preferRelativeResize="0"/>
          <p:nvPr/>
        </p:nvPicPr>
        <p:blipFill rotWithShape="1">
          <a:blip r:embed="rId3">
            <a:alphaModFix/>
          </a:blip>
          <a:srcRect r="42664"/>
          <a:stretch/>
        </p:blipFill>
        <p:spPr>
          <a:xfrm rot="-5400000">
            <a:off x="6249662" y="31787"/>
            <a:ext cx="2921976" cy="2866701"/>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60"/>
        <p:cNvGrpSpPr/>
        <p:nvPr/>
      </p:nvGrpSpPr>
      <p:grpSpPr>
        <a:xfrm>
          <a:off x="0" y="0"/>
          <a:ext cx="0" cy="0"/>
          <a:chOff x="0" y="0"/>
          <a:chExt cx="0" cy="0"/>
        </a:xfrm>
      </p:grpSpPr>
      <p:pic>
        <p:nvPicPr>
          <p:cNvPr id="161" name="Google Shape;161;p22"/>
          <p:cNvPicPr preferRelativeResize="0"/>
          <p:nvPr/>
        </p:nvPicPr>
        <p:blipFill>
          <a:blip r:embed="rId2">
            <a:alphaModFix amt="38000"/>
          </a:blip>
          <a:stretch>
            <a:fillRect/>
          </a:stretch>
        </p:blipFill>
        <p:spPr>
          <a:xfrm rot="10800000">
            <a:off x="1" y="1"/>
            <a:ext cx="3013100" cy="2981424"/>
          </a:xfrm>
          <a:prstGeom prst="rect">
            <a:avLst/>
          </a:prstGeom>
          <a:noFill/>
          <a:ln>
            <a:noFill/>
          </a:ln>
        </p:spPr>
      </p:pic>
      <p:sp>
        <p:nvSpPr>
          <p:cNvPr id="162" name="Google Shape;162;p22"/>
          <p:cNvSpPr txBox="1">
            <a:spLocks noGrp="1"/>
          </p:cNvSpPr>
          <p:nvPr>
            <p:ph type="title"/>
          </p:nvPr>
        </p:nvSpPr>
        <p:spPr>
          <a:xfrm>
            <a:off x="1313441" y="1544063"/>
            <a:ext cx="2084400" cy="365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3" name="Google Shape;163;p22"/>
          <p:cNvSpPr txBox="1">
            <a:spLocks noGrp="1"/>
          </p:cNvSpPr>
          <p:nvPr>
            <p:ph type="subTitle" idx="1"/>
          </p:nvPr>
        </p:nvSpPr>
        <p:spPr>
          <a:xfrm>
            <a:off x="1313441" y="1825787"/>
            <a:ext cx="2084400" cy="665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64" name="Google Shape;164;p22"/>
          <p:cNvSpPr txBox="1">
            <a:spLocks noGrp="1"/>
          </p:cNvSpPr>
          <p:nvPr>
            <p:ph type="title" idx="2"/>
          </p:nvPr>
        </p:nvSpPr>
        <p:spPr>
          <a:xfrm>
            <a:off x="5739834" y="1544063"/>
            <a:ext cx="2084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5" name="Google Shape;165;p22"/>
          <p:cNvSpPr txBox="1">
            <a:spLocks noGrp="1"/>
          </p:cNvSpPr>
          <p:nvPr>
            <p:ph type="subTitle" idx="3"/>
          </p:nvPr>
        </p:nvSpPr>
        <p:spPr>
          <a:xfrm>
            <a:off x="5739830" y="1825787"/>
            <a:ext cx="2084400" cy="665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66" name="Google Shape;166;p22"/>
          <p:cNvSpPr txBox="1">
            <a:spLocks noGrp="1"/>
          </p:cNvSpPr>
          <p:nvPr>
            <p:ph type="title" idx="4"/>
          </p:nvPr>
        </p:nvSpPr>
        <p:spPr>
          <a:xfrm>
            <a:off x="1313447" y="3449063"/>
            <a:ext cx="2084400" cy="365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7" name="Google Shape;167;p22"/>
          <p:cNvSpPr txBox="1">
            <a:spLocks noGrp="1"/>
          </p:cNvSpPr>
          <p:nvPr>
            <p:ph type="subTitle" idx="5"/>
          </p:nvPr>
        </p:nvSpPr>
        <p:spPr>
          <a:xfrm>
            <a:off x="1313447" y="3730788"/>
            <a:ext cx="2084400" cy="665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68" name="Google Shape;168;p22"/>
          <p:cNvSpPr txBox="1">
            <a:spLocks noGrp="1"/>
          </p:cNvSpPr>
          <p:nvPr>
            <p:ph type="title" idx="6"/>
          </p:nvPr>
        </p:nvSpPr>
        <p:spPr>
          <a:xfrm>
            <a:off x="5746159" y="3449063"/>
            <a:ext cx="2084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9" name="Google Shape;169;p22"/>
          <p:cNvSpPr txBox="1">
            <a:spLocks noGrp="1"/>
          </p:cNvSpPr>
          <p:nvPr>
            <p:ph type="subTitle" idx="7"/>
          </p:nvPr>
        </p:nvSpPr>
        <p:spPr>
          <a:xfrm>
            <a:off x="5746155" y="3730788"/>
            <a:ext cx="2084400" cy="665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70" name="Google Shape;170;p22"/>
          <p:cNvSpPr txBox="1">
            <a:spLocks noGrp="1"/>
          </p:cNvSpPr>
          <p:nvPr>
            <p:ph type="title" idx="8"/>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171" name="Google Shape;171;p22"/>
          <p:cNvPicPr preferRelativeResize="0"/>
          <p:nvPr/>
        </p:nvPicPr>
        <p:blipFill rotWithShape="1">
          <a:blip r:embed="rId3">
            <a:alphaModFix/>
          </a:blip>
          <a:srcRect l="10121" r="19153" b="13074"/>
          <a:stretch/>
        </p:blipFill>
        <p:spPr>
          <a:xfrm rot="-5400000">
            <a:off x="4779724" y="788823"/>
            <a:ext cx="5160677" cy="3567874"/>
          </a:xfrm>
          <a:prstGeom prst="rect">
            <a:avLst/>
          </a:prstGeom>
          <a:noFill/>
          <a:ln>
            <a:noFill/>
          </a:ln>
        </p:spPr>
      </p:pic>
      <p:pic>
        <p:nvPicPr>
          <p:cNvPr id="172" name="Google Shape;172;p22"/>
          <p:cNvPicPr preferRelativeResize="0"/>
          <p:nvPr/>
        </p:nvPicPr>
        <p:blipFill rotWithShape="1">
          <a:blip r:embed="rId3">
            <a:alphaModFix/>
          </a:blip>
          <a:srcRect l="10121" r="19153" b="13074"/>
          <a:stretch/>
        </p:blipFill>
        <p:spPr>
          <a:xfrm rot="5400000">
            <a:off x="-796401" y="780228"/>
            <a:ext cx="5160677" cy="3567874"/>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73"/>
        <p:cNvGrpSpPr/>
        <p:nvPr/>
      </p:nvGrpSpPr>
      <p:grpSpPr>
        <a:xfrm>
          <a:off x="0" y="0"/>
          <a:ext cx="0" cy="0"/>
          <a:chOff x="0" y="0"/>
          <a:chExt cx="0" cy="0"/>
        </a:xfrm>
      </p:grpSpPr>
      <p:pic>
        <p:nvPicPr>
          <p:cNvPr id="174" name="Google Shape;174;p23"/>
          <p:cNvPicPr preferRelativeResize="0"/>
          <p:nvPr/>
        </p:nvPicPr>
        <p:blipFill>
          <a:blip r:embed="rId2">
            <a:alphaModFix amt="38000"/>
          </a:blip>
          <a:stretch>
            <a:fillRect/>
          </a:stretch>
        </p:blipFill>
        <p:spPr>
          <a:xfrm flipH="1">
            <a:off x="1" y="2162076"/>
            <a:ext cx="3013100" cy="2981424"/>
          </a:xfrm>
          <a:prstGeom prst="rect">
            <a:avLst/>
          </a:prstGeom>
          <a:noFill/>
          <a:ln>
            <a:noFill/>
          </a:ln>
        </p:spPr>
      </p:pic>
      <p:pic>
        <p:nvPicPr>
          <p:cNvPr id="175" name="Google Shape;175;p23"/>
          <p:cNvPicPr preferRelativeResize="0"/>
          <p:nvPr/>
        </p:nvPicPr>
        <p:blipFill rotWithShape="1">
          <a:blip r:embed="rId3">
            <a:alphaModFix/>
          </a:blip>
          <a:srcRect l="10121" r="19153" b="18745"/>
          <a:stretch/>
        </p:blipFill>
        <p:spPr>
          <a:xfrm rot="10800000" flipH="1">
            <a:off x="3983322" y="4151"/>
            <a:ext cx="5160677" cy="3335124"/>
          </a:xfrm>
          <a:prstGeom prst="rect">
            <a:avLst/>
          </a:prstGeom>
          <a:noFill/>
          <a:ln>
            <a:noFill/>
          </a:ln>
        </p:spPr>
      </p:pic>
      <p:pic>
        <p:nvPicPr>
          <p:cNvPr id="176" name="Google Shape;176;p23"/>
          <p:cNvPicPr preferRelativeResize="0"/>
          <p:nvPr/>
        </p:nvPicPr>
        <p:blipFill rotWithShape="1">
          <a:blip r:embed="rId3">
            <a:alphaModFix/>
          </a:blip>
          <a:srcRect l="10121" r="19153" b="18745"/>
          <a:stretch/>
        </p:blipFill>
        <p:spPr>
          <a:xfrm rot="5400000">
            <a:off x="-912778" y="904189"/>
            <a:ext cx="5160677" cy="3335124"/>
          </a:xfrm>
          <a:prstGeom prst="rect">
            <a:avLst/>
          </a:prstGeom>
          <a:noFill/>
          <a:ln>
            <a:noFill/>
          </a:ln>
        </p:spPr>
      </p:pic>
      <p:sp>
        <p:nvSpPr>
          <p:cNvPr id="177" name="Google Shape;177;p23"/>
          <p:cNvSpPr txBox="1">
            <a:spLocks noGrp="1"/>
          </p:cNvSpPr>
          <p:nvPr>
            <p:ph type="title"/>
          </p:nvPr>
        </p:nvSpPr>
        <p:spPr>
          <a:xfrm>
            <a:off x="1941708" y="1370034"/>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78" name="Google Shape;178;p23"/>
          <p:cNvSpPr txBox="1">
            <a:spLocks noGrp="1"/>
          </p:cNvSpPr>
          <p:nvPr>
            <p:ph type="subTitle" idx="1"/>
          </p:nvPr>
        </p:nvSpPr>
        <p:spPr>
          <a:xfrm>
            <a:off x="1941708" y="1740611"/>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79" name="Google Shape;179;p23"/>
          <p:cNvSpPr txBox="1">
            <a:spLocks noGrp="1"/>
          </p:cNvSpPr>
          <p:nvPr>
            <p:ph type="title" idx="2"/>
          </p:nvPr>
        </p:nvSpPr>
        <p:spPr>
          <a:xfrm>
            <a:off x="1941708" y="3727177"/>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0" name="Google Shape;180;p23"/>
          <p:cNvSpPr txBox="1">
            <a:spLocks noGrp="1"/>
          </p:cNvSpPr>
          <p:nvPr>
            <p:ph type="subTitle" idx="3"/>
          </p:nvPr>
        </p:nvSpPr>
        <p:spPr>
          <a:xfrm>
            <a:off x="1941708" y="4097754"/>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81" name="Google Shape;181;p23"/>
          <p:cNvSpPr txBox="1">
            <a:spLocks noGrp="1"/>
          </p:cNvSpPr>
          <p:nvPr>
            <p:ph type="title" idx="4"/>
          </p:nvPr>
        </p:nvSpPr>
        <p:spPr>
          <a:xfrm>
            <a:off x="1941708" y="2513037"/>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2" name="Google Shape;182;p23"/>
          <p:cNvSpPr txBox="1">
            <a:spLocks noGrp="1"/>
          </p:cNvSpPr>
          <p:nvPr>
            <p:ph type="subTitle" idx="5"/>
          </p:nvPr>
        </p:nvSpPr>
        <p:spPr>
          <a:xfrm>
            <a:off x="1941708" y="2883613"/>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83" name="Google Shape;183;p23"/>
          <p:cNvSpPr txBox="1">
            <a:spLocks noGrp="1"/>
          </p:cNvSpPr>
          <p:nvPr>
            <p:ph type="title" idx="6"/>
          </p:nvPr>
        </p:nvSpPr>
        <p:spPr>
          <a:xfrm>
            <a:off x="5902701" y="2513037"/>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4" name="Google Shape;184;p23"/>
          <p:cNvSpPr txBox="1">
            <a:spLocks noGrp="1"/>
          </p:cNvSpPr>
          <p:nvPr>
            <p:ph type="subTitle" idx="7"/>
          </p:nvPr>
        </p:nvSpPr>
        <p:spPr>
          <a:xfrm>
            <a:off x="5902701" y="2883613"/>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85" name="Google Shape;185;p23"/>
          <p:cNvSpPr txBox="1">
            <a:spLocks noGrp="1"/>
          </p:cNvSpPr>
          <p:nvPr>
            <p:ph type="title" idx="8"/>
          </p:nvPr>
        </p:nvSpPr>
        <p:spPr>
          <a:xfrm>
            <a:off x="5902701" y="1370034"/>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6" name="Google Shape;186;p23"/>
          <p:cNvSpPr txBox="1">
            <a:spLocks noGrp="1"/>
          </p:cNvSpPr>
          <p:nvPr>
            <p:ph type="subTitle" idx="9"/>
          </p:nvPr>
        </p:nvSpPr>
        <p:spPr>
          <a:xfrm>
            <a:off x="5902701" y="1740611"/>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87" name="Google Shape;187;p23"/>
          <p:cNvSpPr txBox="1">
            <a:spLocks noGrp="1"/>
          </p:cNvSpPr>
          <p:nvPr>
            <p:ph type="title" idx="13"/>
          </p:nvPr>
        </p:nvSpPr>
        <p:spPr>
          <a:xfrm>
            <a:off x="5902701" y="3665192"/>
            <a:ext cx="21834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8" name="Google Shape;188;p23"/>
          <p:cNvSpPr txBox="1">
            <a:spLocks noGrp="1"/>
          </p:cNvSpPr>
          <p:nvPr>
            <p:ph type="subTitle" idx="14"/>
          </p:nvPr>
        </p:nvSpPr>
        <p:spPr>
          <a:xfrm>
            <a:off x="5902701" y="4035769"/>
            <a:ext cx="2183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89" name="Google Shape;189;p23"/>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90"/>
        <p:cNvGrpSpPr/>
        <p:nvPr/>
      </p:nvGrpSpPr>
      <p:grpSpPr>
        <a:xfrm>
          <a:off x="0" y="0"/>
          <a:ext cx="0" cy="0"/>
          <a:chOff x="0" y="0"/>
          <a:chExt cx="0" cy="0"/>
        </a:xfrm>
      </p:grpSpPr>
      <p:pic>
        <p:nvPicPr>
          <p:cNvPr id="191" name="Google Shape;191;p24"/>
          <p:cNvPicPr preferRelativeResize="0"/>
          <p:nvPr/>
        </p:nvPicPr>
        <p:blipFill>
          <a:blip r:embed="rId2">
            <a:alphaModFix amt="38000"/>
          </a:blip>
          <a:stretch>
            <a:fillRect/>
          </a:stretch>
        </p:blipFill>
        <p:spPr>
          <a:xfrm rot="10800000">
            <a:off x="1" y="1"/>
            <a:ext cx="3013100" cy="2981424"/>
          </a:xfrm>
          <a:prstGeom prst="rect">
            <a:avLst/>
          </a:prstGeom>
          <a:noFill/>
          <a:ln>
            <a:noFill/>
          </a:ln>
        </p:spPr>
      </p:pic>
      <p:pic>
        <p:nvPicPr>
          <p:cNvPr id="192" name="Google Shape;192;p24"/>
          <p:cNvPicPr preferRelativeResize="0"/>
          <p:nvPr/>
        </p:nvPicPr>
        <p:blipFill>
          <a:blip r:embed="rId2">
            <a:alphaModFix amt="38000"/>
          </a:blip>
          <a:stretch>
            <a:fillRect/>
          </a:stretch>
        </p:blipFill>
        <p:spPr>
          <a:xfrm>
            <a:off x="6130901" y="2162076"/>
            <a:ext cx="3013100" cy="2981424"/>
          </a:xfrm>
          <a:prstGeom prst="rect">
            <a:avLst/>
          </a:prstGeom>
          <a:noFill/>
          <a:ln>
            <a:noFill/>
          </a:ln>
        </p:spPr>
      </p:pic>
      <p:sp>
        <p:nvSpPr>
          <p:cNvPr id="193" name="Google Shape;193;p24"/>
          <p:cNvSpPr txBox="1">
            <a:spLocks noGrp="1"/>
          </p:cNvSpPr>
          <p:nvPr>
            <p:ph type="title" hasCustomPrompt="1"/>
          </p:nvPr>
        </p:nvSpPr>
        <p:spPr>
          <a:xfrm>
            <a:off x="1850250" y="609522"/>
            <a:ext cx="5443500" cy="640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94" name="Google Shape;194;p24"/>
          <p:cNvSpPr txBox="1">
            <a:spLocks noGrp="1"/>
          </p:cNvSpPr>
          <p:nvPr>
            <p:ph type="subTitle" idx="1"/>
          </p:nvPr>
        </p:nvSpPr>
        <p:spPr>
          <a:xfrm>
            <a:off x="1850250" y="1226113"/>
            <a:ext cx="5443500" cy="3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95" name="Google Shape;195;p24"/>
          <p:cNvSpPr txBox="1">
            <a:spLocks noGrp="1"/>
          </p:cNvSpPr>
          <p:nvPr>
            <p:ph type="title" idx="2" hasCustomPrompt="1"/>
          </p:nvPr>
        </p:nvSpPr>
        <p:spPr>
          <a:xfrm>
            <a:off x="1850250" y="2083259"/>
            <a:ext cx="5443500" cy="640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96" name="Google Shape;196;p24"/>
          <p:cNvSpPr txBox="1">
            <a:spLocks noGrp="1"/>
          </p:cNvSpPr>
          <p:nvPr>
            <p:ph type="subTitle" idx="3"/>
          </p:nvPr>
        </p:nvSpPr>
        <p:spPr>
          <a:xfrm>
            <a:off x="1850250" y="2698386"/>
            <a:ext cx="5443500" cy="3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97" name="Google Shape;197;p24"/>
          <p:cNvSpPr txBox="1">
            <a:spLocks noGrp="1"/>
          </p:cNvSpPr>
          <p:nvPr>
            <p:ph type="title" idx="4" hasCustomPrompt="1"/>
          </p:nvPr>
        </p:nvSpPr>
        <p:spPr>
          <a:xfrm>
            <a:off x="1850250" y="3554615"/>
            <a:ext cx="5443500" cy="640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98" name="Google Shape;198;p24"/>
          <p:cNvSpPr txBox="1">
            <a:spLocks noGrp="1"/>
          </p:cNvSpPr>
          <p:nvPr>
            <p:ph type="subTitle" idx="5"/>
          </p:nvPr>
        </p:nvSpPr>
        <p:spPr>
          <a:xfrm>
            <a:off x="1850250" y="4168278"/>
            <a:ext cx="5443500" cy="3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pic>
        <p:nvPicPr>
          <p:cNvPr id="199" name="Google Shape;199;p24"/>
          <p:cNvPicPr preferRelativeResize="0"/>
          <p:nvPr/>
        </p:nvPicPr>
        <p:blipFill rotWithShape="1">
          <a:blip r:embed="rId3">
            <a:alphaModFix/>
          </a:blip>
          <a:srcRect l="-5504" t="54040" r="21350"/>
          <a:stretch/>
        </p:blipFill>
        <p:spPr>
          <a:xfrm rot="-5400000">
            <a:off x="5815613" y="1763989"/>
            <a:ext cx="5092373" cy="1564399"/>
          </a:xfrm>
          <a:prstGeom prst="rect">
            <a:avLst/>
          </a:prstGeom>
          <a:noFill/>
          <a:ln>
            <a:noFill/>
          </a:ln>
        </p:spPr>
      </p:pic>
      <p:pic>
        <p:nvPicPr>
          <p:cNvPr id="200" name="Google Shape;200;p24"/>
          <p:cNvPicPr preferRelativeResize="0"/>
          <p:nvPr/>
        </p:nvPicPr>
        <p:blipFill rotWithShape="1">
          <a:blip r:embed="rId3">
            <a:alphaModFix/>
          </a:blip>
          <a:srcRect l="-142" t="54040" r="21352"/>
          <a:stretch/>
        </p:blipFill>
        <p:spPr>
          <a:xfrm rot="5400000">
            <a:off x="-1609287" y="1977388"/>
            <a:ext cx="4767826" cy="1564399"/>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201"/>
        <p:cNvGrpSpPr/>
        <p:nvPr/>
      </p:nvGrpSpPr>
      <p:grpSpPr>
        <a:xfrm>
          <a:off x="0" y="0"/>
          <a:ext cx="0" cy="0"/>
          <a:chOff x="0" y="0"/>
          <a:chExt cx="0" cy="0"/>
        </a:xfrm>
      </p:grpSpPr>
      <p:pic>
        <p:nvPicPr>
          <p:cNvPr id="202" name="Google Shape;202;p25"/>
          <p:cNvPicPr preferRelativeResize="0"/>
          <p:nvPr/>
        </p:nvPicPr>
        <p:blipFill rotWithShape="1">
          <a:blip r:embed="rId2">
            <a:alphaModFix amt="47000"/>
          </a:blip>
          <a:srcRect t="42900" r="28582"/>
          <a:stretch/>
        </p:blipFill>
        <p:spPr>
          <a:xfrm>
            <a:off x="6901817" y="-7575"/>
            <a:ext cx="2243700" cy="1793826"/>
          </a:xfrm>
          <a:prstGeom prst="rect">
            <a:avLst/>
          </a:prstGeom>
          <a:noFill/>
          <a:ln>
            <a:noFill/>
          </a:ln>
        </p:spPr>
      </p:pic>
      <p:sp>
        <p:nvSpPr>
          <p:cNvPr id="203" name="Google Shape;203;p25"/>
          <p:cNvSpPr txBox="1">
            <a:spLocks noGrp="1"/>
          </p:cNvSpPr>
          <p:nvPr>
            <p:ph type="title"/>
          </p:nvPr>
        </p:nvSpPr>
        <p:spPr>
          <a:xfrm>
            <a:off x="1289505" y="3113900"/>
            <a:ext cx="2455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4" name="Google Shape;204;p25"/>
          <p:cNvSpPr txBox="1">
            <a:spLocks noGrp="1"/>
          </p:cNvSpPr>
          <p:nvPr>
            <p:ph type="subTitle" idx="1"/>
          </p:nvPr>
        </p:nvSpPr>
        <p:spPr>
          <a:xfrm>
            <a:off x="1289505" y="3503636"/>
            <a:ext cx="2455800" cy="68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205" name="Google Shape;205;p25"/>
          <p:cNvSpPr txBox="1">
            <a:spLocks noGrp="1"/>
          </p:cNvSpPr>
          <p:nvPr>
            <p:ph type="title" idx="2"/>
          </p:nvPr>
        </p:nvSpPr>
        <p:spPr>
          <a:xfrm>
            <a:off x="5398695" y="3113900"/>
            <a:ext cx="2455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b="0">
                <a:solidFill>
                  <a:schemeClr val="l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6" name="Google Shape;206;p25"/>
          <p:cNvSpPr txBox="1">
            <a:spLocks noGrp="1"/>
          </p:cNvSpPr>
          <p:nvPr>
            <p:ph type="subTitle" idx="3"/>
          </p:nvPr>
        </p:nvSpPr>
        <p:spPr>
          <a:xfrm>
            <a:off x="5398695" y="3503636"/>
            <a:ext cx="2455800" cy="68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207" name="Google Shape;207;p25"/>
          <p:cNvSpPr txBox="1">
            <a:spLocks noGrp="1"/>
          </p:cNvSpPr>
          <p:nvPr>
            <p:ph type="title" idx="4" hasCustomPrompt="1"/>
          </p:nvPr>
        </p:nvSpPr>
        <p:spPr>
          <a:xfrm>
            <a:off x="2056005" y="2201225"/>
            <a:ext cx="922800" cy="365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b="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8" name="Google Shape;208;p25"/>
          <p:cNvSpPr txBox="1">
            <a:spLocks noGrp="1"/>
          </p:cNvSpPr>
          <p:nvPr>
            <p:ph type="title" idx="5" hasCustomPrompt="1"/>
          </p:nvPr>
        </p:nvSpPr>
        <p:spPr>
          <a:xfrm>
            <a:off x="6165195" y="2201225"/>
            <a:ext cx="922800" cy="365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b="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9" name="Google Shape;209;p25"/>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500"/>
              <a:buNone/>
              <a:defRPr/>
            </a:lvl2pPr>
            <a:lvl3pPr lvl="2" algn="ctr" rtl="0">
              <a:spcBef>
                <a:spcPts val="0"/>
              </a:spcBef>
              <a:spcAft>
                <a:spcPts val="0"/>
              </a:spcAft>
              <a:buSzPts val="500"/>
              <a:buNone/>
              <a:defRPr/>
            </a:lvl3pPr>
            <a:lvl4pPr lvl="3" algn="ctr" rtl="0">
              <a:spcBef>
                <a:spcPts val="0"/>
              </a:spcBef>
              <a:spcAft>
                <a:spcPts val="0"/>
              </a:spcAft>
              <a:buSzPts val="500"/>
              <a:buNone/>
              <a:defRPr/>
            </a:lvl4pPr>
            <a:lvl5pPr lvl="4" algn="ctr" rtl="0">
              <a:spcBef>
                <a:spcPts val="0"/>
              </a:spcBef>
              <a:spcAft>
                <a:spcPts val="0"/>
              </a:spcAft>
              <a:buSzPts val="500"/>
              <a:buNone/>
              <a:defRPr/>
            </a:lvl5pPr>
            <a:lvl6pPr lvl="5" algn="ctr" rtl="0">
              <a:spcBef>
                <a:spcPts val="0"/>
              </a:spcBef>
              <a:spcAft>
                <a:spcPts val="0"/>
              </a:spcAft>
              <a:buSzPts val="500"/>
              <a:buNone/>
              <a:defRPr/>
            </a:lvl6pPr>
            <a:lvl7pPr lvl="6" algn="ctr" rtl="0">
              <a:spcBef>
                <a:spcPts val="0"/>
              </a:spcBef>
              <a:spcAft>
                <a:spcPts val="0"/>
              </a:spcAft>
              <a:buSzPts val="500"/>
              <a:buNone/>
              <a:defRPr/>
            </a:lvl7pPr>
            <a:lvl8pPr lvl="7" algn="ctr" rtl="0">
              <a:spcBef>
                <a:spcPts val="0"/>
              </a:spcBef>
              <a:spcAft>
                <a:spcPts val="0"/>
              </a:spcAft>
              <a:buSzPts val="500"/>
              <a:buNone/>
              <a:defRPr/>
            </a:lvl8pPr>
            <a:lvl9pPr lvl="8" algn="ctr" rtl="0">
              <a:spcBef>
                <a:spcPts val="0"/>
              </a:spcBef>
              <a:spcAft>
                <a:spcPts val="0"/>
              </a:spcAft>
              <a:buSzPts val="500"/>
              <a:buNone/>
              <a:defRPr/>
            </a:lvl9pPr>
          </a:lstStyle>
          <a:p>
            <a:endParaRPr/>
          </a:p>
        </p:txBody>
      </p:sp>
      <p:pic>
        <p:nvPicPr>
          <p:cNvPr id="210" name="Google Shape;210;p25"/>
          <p:cNvPicPr preferRelativeResize="0"/>
          <p:nvPr/>
        </p:nvPicPr>
        <p:blipFill rotWithShape="1">
          <a:blip r:embed="rId3">
            <a:alphaModFix/>
          </a:blip>
          <a:srcRect r="47794"/>
          <a:stretch/>
        </p:blipFill>
        <p:spPr>
          <a:xfrm rot="10800000" flipH="1">
            <a:off x="5984878" y="0"/>
            <a:ext cx="3159125" cy="3403874"/>
          </a:xfrm>
          <a:prstGeom prst="rect">
            <a:avLst/>
          </a:prstGeom>
          <a:noFill/>
          <a:ln>
            <a:noFill/>
          </a:ln>
        </p:spPr>
      </p:pic>
      <p:pic>
        <p:nvPicPr>
          <p:cNvPr id="211" name="Google Shape;211;p25"/>
          <p:cNvPicPr preferRelativeResize="0"/>
          <p:nvPr/>
        </p:nvPicPr>
        <p:blipFill rotWithShape="1">
          <a:blip r:embed="rId3">
            <a:alphaModFix/>
          </a:blip>
          <a:srcRect r="47794"/>
          <a:stretch/>
        </p:blipFill>
        <p:spPr>
          <a:xfrm rot="10800000">
            <a:off x="3" y="-7583"/>
            <a:ext cx="3159125" cy="3403874"/>
          </a:xfrm>
          <a:prstGeom prst="rect">
            <a:avLst/>
          </a:prstGeom>
          <a:noFill/>
          <a:ln>
            <a:noFill/>
          </a:ln>
        </p:spPr>
      </p:pic>
      <p:pic>
        <p:nvPicPr>
          <p:cNvPr id="212" name="Google Shape;212;p25"/>
          <p:cNvPicPr preferRelativeResize="0"/>
          <p:nvPr/>
        </p:nvPicPr>
        <p:blipFill>
          <a:blip r:embed="rId4">
            <a:alphaModFix amt="38000"/>
          </a:blip>
          <a:stretch>
            <a:fillRect/>
          </a:stretch>
        </p:blipFill>
        <p:spPr>
          <a:xfrm rot="10800000">
            <a:off x="1" y="1"/>
            <a:ext cx="3013100" cy="2981424"/>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213"/>
        <p:cNvGrpSpPr/>
        <p:nvPr/>
      </p:nvGrpSpPr>
      <p:grpSpPr>
        <a:xfrm>
          <a:off x="0" y="0"/>
          <a:ext cx="0" cy="0"/>
          <a:chOff x="0" y="0"/>
          <a:chExt cx="0" cy="0"/>
        </a:xfrm>
      </p:grpSpPr>
      <p:pic>
        <p:nvPicPr>
          <p:cNvPr id="214" name="Google Shape;214;p26"/>
          <p:cNvPicPr preferRelativeResize="0"/>
          <p:nvPr/>
        </p:nvPicPr>
        <p:blipFill rotWithShape="1">
          <a:blip r:embed="rId2">
            <a:alphaModFix/>
          </a:blip>
          <a:srcRect l="4229" r="20123"/>
          <a:stretch/>
        </p:blipFill>
        <p:spPr>
          <a:xfrm rot="-5400000">
            <a:off x="4669349" y="655625"/>
            <a:ext cx="5141376" cy="3823124"/>
          </a:xfrm>
          <a:prstGeom prst="rect">
            <a:avLst/>
          </a:prstGeom>
          <a:noFill/>
          <a:ln>
            <a:noFill/>
          </a:ln>
        </p:spPr>
      </p:pic>
      <p:pic>
        <p:nvPicPr>
          <p:cNvPr id="215" name="Google Shape;215;p26"/>
          <p:cNvPicPr preferRelativeResize="0"/>
          <p:nvPr/>
        </p:nvPicPr>
        <p:blipFill>
          <a:blip r:embed="rId3">
            <a:alphaModFix amt="38000"/>
          </a:blip>
          <a:stretch>
            <a:fillRect/>
          </a:stretch>
        </p:blipFill>
        <p:spPr>
          <a:xfrm>
            <a:off x="6138489" y="2164051"/>
            <a:ext cx="3013100" cy="2981424"/>
          </a:xfrm>
          <a:prstGeom prst="rect">
            <a:avLst/>
          </a:prstGeom>
          <a:noFill/>
          <a:ln>
            <a:noFill/>
          </a:ln>
        </p:spPr>
      </p:pic>
      <p:pic>
        <p:nvPicPr>
          <p:cNvPr id="216" name="Google Shape;216;p26"/>
          <p:cNvPicPr preferRelativeResize="0"/>
          <p:nvPr/>
        </p:nvPicPr>
        <p:blipFill>
          <a:blip r:embed="rId3">
            <a:alphaModFix amt="38000"/>
          </a:blip>
          <a:stretch>
            <a:fillRect/>
          </a:stretch>
        </p:blipFill>
        <p:spPr>
          <a:xfrm rot="10800000">
            <a:off x="1" y="1"/>
            <a:ext cx="3013100" cy="2981424"/>
          </a:xfrm>
          <a:prstGeom prst="rect">
            <a:avLst/>
          </a:prstGeom>
          <a:noFill/>
          <a:ln>
            <a:noFill/>
          </a:ln>
        </p:spPr>
      </p:pic>
      <p:sp>
        <p:nvSpPr>
          <p:cNvPr id="217" name="Google Shape;217;p26"/>
          <p:cNvSpPr txBox="1">
            <a:spLocks noGrp="1"/>
          </p:cNvSpPr>
          <p:nvPr>
            <p:ph type="title"/>
          </p:nvPr>
        </p:nvSpPr>
        <p:spPr>
          <a:xfrm>
            <a:off x="2062200" y="574431"/>
            <a:ext cx="5019600" cy="8730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sz="7200"/>
            </a:lvl1pPr>
            <a:lvl2pPr lvl="1" rtl="0">
              <a:spcBef>
                <a:spcPts val="0"/>
              </a:spcBef>
              <a:spcAft>
                <a:spcPts val="0"/>
              </a:spcAft>
              <a:buSzPts val="500"/>
              <a:buNone/>
              <a:defRPr/>
            </a:lvl2pPr>
            <a:lvl3pPr lvl="2" rtl="0">
              <a:spcBef>
                <a:spcPts val="0"/>
              </a:spcBef>
              <a:spcAft>
                <a:spcPts val="0"/>
              </a:spcAft>
              <a:buSzPts val="500"/>
              <a:buNone/>
              <a:defRPr/>
            </a:lvl3pPr>
            <a:lvl4pPr lvl="3" rtl="0">
              <a:spcBef>
                <a:spcPts val="0"/>
              </a:spcBef>
              <a:spcAft>
                <a:spcPts val="0"/>
              </a:spcAft>
              <a:buSzPts val="500"/>
              <a:buNone/>
              <a:defRPr/>
            </a:lvl4pPr>
            <a:lvl5pPr lvl="4" rtl="0">
              <a:spcBef>
                <a:spcPts val="0"/>
              </a:spcBef>
              <a:spcAft>
                <a:spcPts val="0"/>
              </a:spcAft>
              <a:buSzPts val="500"/>
              <a:buNone/>
              <a:defRPr/>
            </a:lvl5pPr>
            <a:lvl6pPr lvl="5" rtl="0">
              <a:spcBef>
                <a:spcPts val="0"/>
              </a:spcBef>
              <a:spcAft>
                <a:spcPts val="0"/>
              </a:spcAft>
              <a:buSzPts val="500"/>
              <a:buNone/>
              <a:defRPr/>
            </a:lvl6pPr>
            <a:lvl7pPr lvl="6" rtl="0">
              <a:spcBef>
                <a:spcPts val="0"/>
              </a:spcBef>
              <a:spcAft>
                <a:spcPts val="0"/>
              </a:spcAft>
              <a:buSzPts val="500"/>
              <a:buNone/>
              <a:defRPr/>
            </a:lvl7pPr>
            <a:lvl8pPr lvl="7" rtl="0">
              <a:spcBef>
                <a:spcPts val="0"/>
              </a:spcBef>
              <a:spcAft>
                <a:spcPts val="0"/>
              </a:spcAft>
              <a:buSzPts val="500"/>
              <a:buNone/>
              <a:defRPr/>
            </a:lvl8pPr>
            <a:lvl9pPr lvl="8" rtl="0">
              <a:spcBef>
                <a:spcPts val="0"/>
              </a:spcBef>
              <a:spcAft>
                <a:spcPts val="0"/>
              </a:spcAft>
              <a:buSzPts val="500"/>
              <a:buNone/>
              <a:defRPr/>
            </a:lvl9pPr>
          </a:lstStyle>
          <a:p>
            <a:endParaRPr/>
          </a:p>
        </p:txBody>
      </p:sp>
      <p:sp>
        <p:nvSpPr>
          <p:cNvPr id="218" name="Google Shape;218;p26"/>
          <p:cNvSpPr txBox="1">
            <a:spLocks noGrp="1"/>
          </p:cNvSpPr>
          <p:nvPr>
            <p:ph type="subTitle" idx="1"/>
          </p:nvPr>
        </p:nvSpPr>
        <p:spPr>
          <a:xfrm>
            <a:off x="2854650" y="1517489"/>
            <a:ext cx="3434700" cy="109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1600"/>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219" name="Google Shape;219;p26"/>
          <p:cNvSpPr txBox="1"/>
          <p:nvPr/>
        </p:nvSpPr>
        <p:spPr>
          <a:xfrm>
            <a:off x="1824000" y="3459231"/>
            <a:ext cx="5496000" cy="5487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300"/>
              </a:spcBef>
              <a:spcAft>
                <a:spcPts val="0"/>
              </a:spcAft>
              <a:buNone/>
            </a:pPr>
            <a:r>
              <a:rPr lang="en">
                <a:solidFill>
                  <a:schemeClr val="lt1"/>
                </a:solidFill>
                <a:latin typeface="Varela Round"/>
                <a:ea typeface="Varela Round"/>
                <a:cs typeface="Varela Round"/>
                <a:sym typeface="Varela Round"/>
              </a:rPr>
              <a:t>CREDITS: This presentation template was created by </a:t>
            </a:r>
            <a:r>
              <a:rPr lang="en" b="1">
                <a:solidFill>
                  <a:schemeClr val="lt1"/>
                </a:solidFill>
                <a:uFill>
                  <a:noFill/>
                </a:uFill>
                <a:latin typeface="Varela Round"/>
                <a:ea typeface="Varela Round"/>
                <a:cs typeface="Varela Round"/>
                <a:sym typeface="Varela Round"/>
                <a:hlinkClick r:id="rId4">
                  <a:extLst>
                    <a:ext uri="{A12FA001-AC4F-418D-AE19-62706E023703}">
                      <ahyp:hlinkClr xmlns:ahyp="http://schemas.microsoft.com/office/drawing/2018/hyperlinkcolor" val="tx"/>
                    </a:ext>
                  </a:extLst>
                </a:hlinkClick>
              </a:rPr>
              <a:t>Slidesgo</a:t>
            </a:r>
            <a:r>
              <a:rPr lang="en">
                <a:solidFill>
                  <a:schemeClr val="lt1"/>
                </a:solidFill>
                <a:latin typeface="Varela Round"/>
                <a:ea typeface="Varela Round"/>
                <a:cs typeface="Varela Round"/>
                <a:sym typeface="Varela Round"/>
              </a:rPr>
              <a:t>, including icons by </a:t>
            </a:r>
            <a:r>
              <a:rPr lang="en" b="1">
                <a:solidFill>
                  <a:schemeClr val="lt1"/>
                </a:solidFill>
                <a:uFill>
                  <a:noFill/>
                </a:uFill>
                <a:latin typeface="Varela Round"/>
                <a:ea typeface="Varela Round"/>
                <a:cs typeface="Varela Round"/>
                <a:sym typeface="Varela Round"/>
                <a:hlinkClick r:id="rId5">
                  <a:extLst>
                    <a:ext uri="{A12FA001-AC4F-418D-AE19-62706E023703}">
                      <ahyp:hlinkClr xmlns:ahyp="http://schemas.microsoft.com/office/drawing/2018/hyperlinkcolor" val="tx"/>
                    </a:ext>
                  </a:extLst>
                </a:hlinkClick>
              </a:rPr>
              <a:t>Flaticon</a:t>
            </a:r>
            <a:r>
              <a:rPr lang="en">
                <a:solidFill>
                  <a:schemeClr val="lt1"/>
                </a:solidFill>
                <a:latin typeface="Varela Round"/>
                <a:ea typeface="Varela Round"/>
                <a:cs typeface="Varela Round"/>
                <a:sym typeface="Varela Round"/>
              </a:rPr>
              <a:t>, infographics &amp; images by </a:t>
            </a:r>
            <a:r>
              <a:rPr lang="en" b="1">
                <a:solidFill>
                  <a:schemeClr val="lt1"/>
                </a:solidFill>
                <a:uFill>
                  <a:noFill/>
                </a:uFill>
                <a:latin typeface="Varela Round"/>
                <a:ea typeface="Varela Round"/>
                <a:cs typeface="Varela Round"/>
                <a:sym typeface="Varela Round"/>
                <a:hlinkClick r:id="rId6">
                  <a:extLst>
                    <a:ext uri="{A12FA001-AC4F-418D-AE19-62706E023703}">
                      <ahyp:hlinkClr xmlns:ahyp="http://schemas.microsoft.com/office/drawing/2018/hyperlinkcolor" val="tx"/>
                    </a:ext>
                  </a:extLst>
                </a:hlinkClick>
              </a:rPr>
              <a:t>Freepik</a:t>
            </a:r>
            <a:endParaRPr b="1">
              <a:solidFill>
                <a:schemeClr val="lt1"/>
              </a:solidFill>
              <a:latin typeface="Varela Round"/>
              <a:ea typeface="Varela Round"/>
              <a:cs typeface="Varela Round"/>
              <a:sym typeface="Varela Round"/>
            </a:endParaRPr>
          </a:p>
        </p:txBody>
      </p:sp>
      <p:pic>
        <p:nvPicPr>
          <p:cNvPr id="220" name="Google Shape;220;p26"/>
          <p:cNvPicPr preferRelativeResize="0"/>
          <p:nvPr/>
        </p:nvPicPr>
        <p:blipFill rotWithShape="1">
          <a:blip r:embed="rId2">
            <a:alphaModFix/>
          </a:blip>
          <a:srcRect l="6230" r="17794"/>
          <a:stretch/>
        </p:blipFill>
        <p:spPr>
          <a:xfrm rot="5400000">
            <a:off x="-681024" y="651849"/>
            <a:ext cx="5164123" cy="3823124"/>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21"/>
        <p:cNvGrpSpPr/>
        <p:nvPr/>
      </p:nvGrpSpPr>
      <p:grpSpPr>
        <a:xfrm>
          <a:off x="0" y="0"/>
          <a:ext cx="0" cy="0"/>
          <a:chOff x="0" y="0"/>
          <a:chExt cx="0" cy="0"/>
        </a:xfrm>
      </p:grpSpPr>
      <p:pic>
        <p:nvPicPr>
          <p:cNvPr id="222" name="Google Shape;222;p27"/>
          <p:cNvPicPr preferRelativeResize="0"/>
          <p:nvPr/>
        </p:nvPicPr>
        <p:blipFill>
          <a:blip r:embed="rId2">
            <a:alphaModFix amt="38000"/>
          </a:blip>
          <a:stretch>
            <a:fillRect/>
          </a:stretch>
        </p:blipFill>
        <p:spPr>
          <a:xfrm rot="10800000">
            <a:off x="1" y="1"/>
            <a:ext cx="3013100" cy="2981424"/>
          </a:xfrm>
          <a:prstGeom prst="rect">
            <a:avLst/>
          </a:prstGeom>
          <a:noFill/>
          <a:ln>
            <a:noFill/>
          </a:ln>
        </p:spPr>
      </p:pic>
      <p:pic>
        <p:nvPicPr>
          <p:cNvPr id="223" name="Google Shape;223;p27"/>
          <p:cNvPicPr preferRelativeResize="0"/>
          <p:nvPr/>
        </p:nvPicPr>
        <p:blipFill>
          <a:blip r:embed="rId2">
            <a:alphaModFix amt="38000"/>
          </a:blip>
          <a:stretch>
            <a:fillRect/>
          </a:stretch>
        </p:blipFill>
        <p:spPr>
          <a:xfrm>
            <a:off x="6130901" y="2162076"/>
            <a:ext cx="3013100" cy="2981424"/>
          </a:xfrm>
          <a:prstGeom prst="rect">
            <a:avLst/>
          </a:prstGeom>
          <a:noFill/>
          <a:ln>
            <a:noFill/>
          </a:ln>
        </p:spPr>
      </p:pic>
      <p:pic>
        <p:nvPicPr>
          <p:cNvPr id="224" name="Google Shape;224;p27"/>
          <p:cNvPicPr preferRelativeResize="0"/>
          <p:nvPr/>
        </p:nvPicPr>
        <p:blipFill rotWithShape="1">
          <a:blip r:embed="rId3">
            <a:alphaModFix/>
          </a:blip>
          <a:srcRect l="6230" r="17794"/>
          <a:stretch/>
        </p:blipFill>
        <p:spPr>
          <a:xfrm rot="5400000">
            <a:off x="-681024" y="651849"/>
            <a:ext cx="5164123" cy="3823124"/>
          </a:xfrm>
          <a:prstGeom prst="rect">
            <a:avLst/>
          </a:prstGeom>
          <a:noFill/>
          <a:ln>
            <a:noFill/>
          </a:ln>
        </p:spPr>
      </p:pic>
      <p:pic>
        <p:nvPicPr>
          <p:cNvPr id="225" name="Google Shape;225;p27"/>
          <p:cNvPicPr preferRelativeResize="0"/>
          <p:nvPr/>
        </p:nvPicPr>
        <p:blipFill rotWithShape="1">
          <a:blip r:embed="rId3">
            <a:alphaModFix/>
          </a:blip>
          <a:srcRect l="4229" r="20123"/>
          <a:stretch/>
        </p:blipFill>
        <p:spPr>
          <a:xfrm rot="-5400000">
            <a:off x="4669349" y="655625"/>
            <a:ext cx="5141376" cy="3823124"/>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26"/>
        <p:cNvGrpSpPr/>
        <p:nvPr/>
      </p:nvGrpSpPr>
      <p:grpSpPr>
        <a:xfrm>
          <a:off x="0" y="0"/>
          <a:ext cx="0" cy="0"/>
          <a:chOff x="0" y="0"/>
          <a:chExt cx="0" cy="0"/>
        </a:xfrm>
      </p:grpSpPr>
      <p:pic>
        <p:nvPicPr>
          <p:cNvPr id="227" name="Google Shape;227;p28"/>
          <p:cNvPicPr preferRelativeResize="0"/>
          <p:nvPr/>
        </p:nvPicPr>
        <p:blipFill rotWithShape="1">
          <a:blip r:embed="rId2">
            <a:alphaModFix amt="52000"/>
          </a:blip>
          <a:srcRect t="31558" r="20420"/>
          <a:stretch/>
        </p:blipFill>
        <p:spPr>
          <a:xfrm>
            <a:off x="6643975" y="0"/>
            <a:ext cx="2500024" cy="2150226"/>
          </a:xfrm>
          <a:prstGeom prst="rect">
            <a:avLst/>
          </a:prstGeom>
          <a:noFill/>
          <a:ln>
            <a:noFill/>
          </a:ln>
        </p:spPr>
      </p:pic>
      <p:pic>
        <p:nvPicPr>
          <p:cNvPr id="228" name="Google Shape;228;p28"/>
          <p:cNvPicPr preferRelativeResize="0"/>
          <p:nvPr/>
        </p:nvPicPr>
        <p:blipFill rotWithShape="1">
          <a:blip r:embed="rId2">
            <a:alphaModFix amt="52000"/>
          </a:blip>
          <a:srcRect t="31558" r="20420"/>
          <a:stretch/>
        </p:blipFill>
        <p:spPr>
          <a:xfrm rot="10800000">
            <a:off x="0" y="2993275"/>
            <a:ext cx="2500025" cy="2150226"/>
          </a:xfrm>
          <a:prstGeom prst="rect">
            <a:avLst/>
          </a:prstGeom>
          <a:noFill/>
          <a:ln>
            <a:noFill/>
          </a:ln>
        </p:spPr>
      </p:pic>
      <p:pic>
        <p:nvPicPr>
          <p:cNvPr id="229" name="Google Shape;229;p28"/>
          <p:cNvPicPr preferRelativeResize="0"/>
          <p:nvPr/>
        </p:nvPicPr>
        <p:blipFill rotWithShape="1">
          <a:blip r:embed="rId3">
            <a:alphaModFix/>
          </a:blip>
          <a:srcRect l="6230" r="17794"/>
          <a:stretch/>
        </p:blipFill>
        <p:spPr>
          <a:xfrm rot="10800000">
            <a:off x="1" y="-1"/>
            <a:ext cx="5164123" cy="3823124"/>
          </a:xfrm>
          <a:prstGeom prst="rect">
            <a:avLst/>
          </a:prstGeom>
          <a:noFill/>
          <a:ln>
            <a:noFill/>
          </a:ln>
        </p:spPr>
      </p:pic>
      <p:pic>
        <p:nvPicPr>
          <p:cNvPr id="230" name="Google Shape;230;p28"/>
          <p:cNvPicPr preferRelativeResize="0"/>
          <p:nvPr/>
        </p:nvPicPr>
        <p:blipFill rotWithShape="1">
          <a:blip r:embed="rId3">
            <a:alphaModFix/>
          </a:blip>
          <a:srcRect l="4229" r="20123"/>
          <a:stretch/>
        </p:blipFill>
        <p:spPr>
          <a:xfrm>
            <a:off x="4002624" y="1320375"/>
            <a:ext cx="5141376" cy="3823124"/>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34"/>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35"/>
        <p:cNvGrpSpPr/>
        <p:nvPr/>
      </p:nvGrpSpPr>
      <p:grpSpPr>
        <a:xfrm>
          <a:off x="0" y="0"/>
          <a:ext cx="0" cy="0"/>
          <a:chOff x="0" y="0"/>
          <a:chExt cx="0" cy="0"/>
        </a:xfrm>
      </p:grpSpPr>
      <p:sp>
        <p:nvSpPr>
          <p:cNvPr id="236" name="Google Shape;236;p3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8.xml"/><Relationship Id="rId1"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7750" y="539502"/>
            <a:ext cx="7708500" cy="457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200"/>
              <a:buFont typeface="Audiowide"/>
              <a:buNone/>
              <a:defRPr sz="3200" b="1">
                <a:solidFill>
                  <a:schemeClr val="dk1"/>
                </a:solidFill>
                <a:latin typeface="Audiowide"/>
                <a:ea typeface="Audiowide"/>
                <a:cs typeface="Audiowide"/>
                <a:sym typeface="Audiowide"/>
              </a:defRPr>
            </a:lvl1pPr>
            <a:lvl2pPr lvl="1"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2pPr>
            <a:lvl3pPr lvl="2"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3pPr>
            <a:lvl4pPr lvl="3"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4pPr>
            <a:lvl5pPr lvl="4"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5pPr>
            <a:lvl6pPr lvl="5"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6pPr>
            <a:lvl7pPr lvl="6"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7pPr>
            <a:lvl8pPr lvl="7"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8pPr>
            <a:lvl9pPr lvl="8" rtl="0">
              <a:spcBef>
                <a:spcPts val="0"/>
              </a:spcBef>
              <a:spcAft>
                <a:spcPts val="0"/>
              </a:spcAft>
              <a:buClr>
                <a:schemeClr val="lt1"/>
              </a:buClr>
              <a:buSzPts val="500"/>
              <a:buFont typeface="Bebas Neue"/>
              <a:buNone/>
              <a:defRPr sz="500">
                <a:solidFill>
                  <a:schemeClr val="lt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692700" y="1351875"/>
            <a:ext cx="7711800" cy="3247500"/>
          </a:xfrm>
          <a:prstGeom prst="rect">
            <a:avLst/>
          </a:prstGeom>
          <a:noFill/>
          <a:ln>
            <a:noFill/>
          </a:ln>
        </p:spPr>
        <p:txBody>
          <a:bodyPr spcFirstLastPara="1" wrap="square" lIns="91425" tIns="91425" rIns="91425" bIns="91425" anchor="t" anchorCtr="0">
            <a:noAutofit/>
          </a:bodyPr>
          <a:lstStyle>
            <a:lvl1pPr marL="457200" lvl="0"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1pPr>
            <a:lvl2pPr marL="914400" lvl="1"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2pPr>
            <a:lvl3pPr marL="1371600" lvl="2"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3pPr>
            <a:lvl4pPr marL="1828800" lvl="3"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4pPr>
            <a:lvl5pPr marL="2286000" lvl="4"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5pPr>
            <a:lvl6pPr marL="2743200" lvl="5"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6pPr>
            <a:lvl7pPr marL="3200400" lvl="6"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7pPr>
            <a:lvl8pPr marL="3657600" lvl="7"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8pPr>
            <a:lvl9pPr marL="4114800" lvl="8" indent="-323850">
              <a:lnSpc>
                <a:spcPct val="100000"/>
              </a:lnSpc>
              <a:spcBef>
                <a:spcPts val="0"/>
              </a:spcBef>
              <a:spcAft>
                <a:spcPts val="0"/>
              </a:spcAft>
              <a:buClr>
                <a:schemeClr val="lt1"/>
              </a:buClr>
              <a:buSzPts val="1500"/>
              <a:buFont typeface="Varela Round"/>
              <a:buChar char="■"/>
              <a:defRPr sz="1500">
                <a:solidFill>
                  <a:schemeClr val="lt1"/>
                </a:solidFill>
                <a:latin typeface="Varela Round"/>
                <a:ea typeface="Varela Round"/>
                <a:cs typeface="Varela Round"/>
                <a:sym typeface="Varela Round"/>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31"/>
        <p:cNvGrpSpPr/>
        <p:nvPr/>
      </p:nvGrpSpPr>
      <p:grpSpPr>
        <a:xfrm>
          <a:off x="0" y="0"/>
          <a:ext cx="0" cy="0"/>
          <a:chOff x="0" y="0"/>
          <a:chExt cx="0" cy="0"/>
        </a:xfrm>
      </p:grpSpPr>
      <p:sp>
        <p:nvSpPr>
          <p:cNvPr id="232" name="Google Shape;232;p2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33" name="Google Shape;233;p2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5" r:id="rId1"/>
    <p:sldLayoutId id="2147483676"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xml"/><Relationship Id="rId1" Type="http://schemas.openxmlformats.org/officeDocument/2006/relationships/slideLayout" Target="../slideLayouts/slideLayout19.xml"/><Relationship Id="rId5" Type="http://schemas.openxmlformats.org/officeDocument/2006/relationships/image" Target="../media/image7.png"/><Relationship Id="rId4" Type="http://schemas.openxmlformats.org/officeDocument/2006/relationships/image" Target="../media/image9.svg"/></Relationships>
</file>

<file path=ppt/slides/_rels/slide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3.xml"/><Relationship Id="rId5" Type="http://schemas.openxmlformats.org/officeDocument/2006/relationships/image" Target="../media/image7.png"/><Relationship Id="rId4" Type="http://schemas.openxmlformats.org/officeDocument/2006/relationships/image" Target="../media/image9.svg"/></Relationships>
</file>

<file path=ppt/slides/_rels/slide4.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8.xml"/><Relationship Id="rId6" Type="http://schemas.openxmlformats.org/officeDocument/2006/relationships/image" Target="../media/image12.png"/><Relationship Id="rId5" Type="http://schemas.openxmlformats.org/officeDocument/2006/relationships/image" Target="../media/image11.png"/><Relationship Id="rId4" Type="http://schemas.microsoft.com/office/2007/relationships/hdphoto" Target="../media/hdphoto1.wdp"/></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5.xml"/><Relationship Id="rId5" Type="http://schemas.openxmlformats.org/officeDocument/2006/relationships/image" Target="../media/image7.png"/><Relationship Id="rId4" Type="http://schemas.openxmlformats.org/officeDocument/2006/relationships/image" Target="../media/image9.svg"/></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xml"/><Relationship Id="rId1" Type="http://schemas.openxmlformats.org/officeDocument/2006/relationships/slideLayout" Target="../slideLayouts/slideLayout4.xml"/><Relationship Id="rId6" Type="http://schemas.openxmlformats.org/officeDocument/2006/relationships/image" Target="../media/image7.png"/><Relationship Id="rId5" Type="http://schemas.openxmlformats.org/officeDocument/2006/relationships/image" Target="../media/image15.png"/><Relationship Id="rId4" Type="http://schemas.openxmlformats.org/officeDocument/2006/relationships/image" Target="../media/image14.png"/></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xml"/><Relationship Id="rId1" Type="http://schemas.openxmlformats.org/officeDocument/2006/relationships/slideLayout" Target="../slideLayouts/slideLayout3.xml"/><Relationship Id="rId5" Type="http://schemas.openxmlformats.org/officeDocument/2006/relationships/image" Target="../media/image7.png"/><Relationship Id="rId4" Type="http://schemas.openxmlformats.org/officeDocument/2006/relationships/image" Target="../media/image9.sv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3.xml"/><Relationship Id="rId5" Type="http://schemas.openxmlformats.org/officeDocument/2006/relationships/image" Target="../media/image7.png"/><Relationship Id="rId4" Type="http://schemas.openxmlformats.org/officeDocument/2006/relationships/image" Target="../media/image9.svg"/></Relationships>
</file>

<file path=ppt/slides/_rels/slide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xml"/><Relationship Id="rId1" Type="http://schemas.openxmlformats.org/officeDocument/2006/relationships/slideLayout" Target="../slideLayouts/slideLayout11.xml"/><Relationship Id="rId5" Type="http://schemas.openxmlformats.org/officeDocument/2006/relationships/image" Target="../media/image7.png"/><Relationship Id="rId4" Type="http://schemas.openxmlformats.org/officeDocument/2006/relationships/image" Target="../media/image9.svg"/></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5.xml"/><Relationship Id="rId5" Type="http://schemas.openxmlformats.org/officeDocument/2006/relationships/image" Target="../media/image7.png"/><Relationship Id="rId4" Type="http://schemas.openxmlformats.org/officeDocument/2006/relationships/image" Target="../media/image9.svg"/></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4.xml"/><Relationship Id="rId6" Type="http://schemas.openxmlformats.org/officeDocument/2006/relationships/image" Target="../media/image7.png"/><Relationship Id="rId5" Type="http://schemas.openxmlformats.org/officeDocument/2006/relationships/image" Target="../media/image16.png"/><Relationship Id="rId4" Type="http://schemas.openxmlformats.org/officeDocument/2006/relationships/image" Target="../media/image9.svg"/></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16.xml"/><Relationship Id="rId5" Type="http://schemas.openxmlformats.org/officeDocument/2006/relationships/image" Target="../media/image7.png"/><Relationship Id="rId4" Type="http://schemas.openxmlformats.org/officeDocument/2006/relationships/image" Target="../media/image9.svg"/></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xml"/><Relationship Id="rId1" Type="http://schemas.openxmlformats.org/officeDocument/2006/relationships/slideLayout" Target="../slideLayouts/slideLayout18.xml"/><Relationship Id="rId6" Type="http://schemas.openxmlformats.org/officeDocument/2006/relationships/image" Target="../media/image7.png"/><Relationship Id="rId5" Type="http://schemas.openxmlformats.org/officeDocument/2006/relationships/image" Target="../media/image17.png"/><Relationship Id="rId4" Type="http://schemas.openxmlformats.org/officeDocument/2006/relationships/image" Target="../media/image9.svg"/></Relationships>
</file>

<file path=ppt/slides/_rels/slide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5.xml"/><Relationship Id="rId1" Type="http://schemas.openxmlformats.org/officeDocument/2006/relationships/slideLayout" Target="../slideLayouts/slideLayout20.xml"/><Relationship Id="rId5" Type="http://schemas.openxmlformats.org/officeDocument/2006/relationships/image" Target="../media/image7.png"/><Relationship Id="rId4" Type="http://schemas.openxmlformats.org/officeDocument/2006/relationships/image" Target="../media/image9.svg"/></Relationships>
</file>

<file path=ppt/slides/_rels/slide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6.xml"/><Relationship Id="rId1" Type="http://schemas.openxmlformats.org/officeDocument/2006/relationships/slideLayout" Target="../slideLayouts/slideLayout13.xml"/><Relationship Id="rId5" Type="http://schemas.openxmlformats.org/officeDocument/2006/relationships/image" Target="../media/image7.png"/><Relationship Id="rId4" Type="http://schemas.openxmlformats.org/officeDocument/2006/relationships/image" Target="../media/image9.svg"/></Relationships>
</file>

<file path=ppt/slides/_rels/slide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7.xml"/><Relationship Id="rId1" Type="http://schemas.openxmlformats.org/officeDocument/2006/relationships/slideLayout" Target="../slideLayouts/slideLayout21.xml"/><Relationship Id="rId5" Type="http://schemas.openxmlformats.org/officeDocument/2006/relationships/image" Target="../media/image7.png"/><Relationship Id="rId4" Type="http://schemas.openxmlformats.org/officeDocument/2006/relationships/image" Target="../media/image9.svg"/></Relationships>
</file>

<file path=ppt/slides/_rels/slide18.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13.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1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9.xml"/><Relationship Id="rId1" Type="http://schemas.openxmlformats.org/officeDocument/2006/relationships/slideLayout" Target="../slideLayouts/slideLayout4.xml"/><Relationship Id="rId4" Type="http://schemas.openxmlformats.org/officeDocument/2006/relationships/image" Target="../media/image7.png"/></Relationships>
</file>

<file path=ppt/slides/_rels/slide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image" Target="../media/image7.png"/><Relationship Id="rId4" Type="http://schemas.openxmlformats.org/officeDocument/2006/relationships/image" Target="../media/image9.svg"/></Relationships>
</file>

<file path=ppt/slides/_rels/slide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25.xml"/><Relationship Id="rId1" Type="http://schemas.openxmlformats.org/officeDocument/2006/relationships/slideLayout" Target="../slideLayouts/slideLayout14.xml"/><Relationship Id="rId4" Type="http://schemas.openxmlformats.org/officeDocument/2006/relationships/image" Target="../media/image2.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30.xml"/><Relationship Id="rId1" Type="http://schemas.openxmlformats.org/officeDocument/2006/relationships/slideLayout" Target="../slideLayouts/slideLayout15.xml"/><Relationship Id="rId5" Type="http://schemas.openxmlformats.org/officeDocument/2006/relationships/image" Target="../media/image27.png"/><Relationship Id="rId4" Type="http://schemas.openxmlformats.org/officeDocument/2006/relationships/image" Target="../media/image26.png"/></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hyperlink" Target="https://docs.google.com/spreadsheets/d/1gt5mY0CFaQFN3KfKxVZZviOt3kyC63c-n3QqYxqY_08/copy#gid=0" TargetMode="External"/><Relationship Id="rId2" Type="http://schemas.openxmlformats.org/officeDocument/2006/relationships/notesSlide" Target="../notesSlides/notesSlide32.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28.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5.xml"/><Relationship Id="rId1" Type="http://schemas.openxmlformats.org/officeDocument/2006/relationships/slideLayout" Target="../slideLayouts/slideLayout4.xml"/><Relationship Id="rId4" Type="http://schemas.openxmlformats.org/officeDocument/2006/relationships/hyperlink" Target="https://www.freepik.com/free-vector/gradient-violet-glowing-particles-background_5903456.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8" Type="http://schemas.openxmlformats.org/officeDocument/2006/relationships/hyperlink" Target="https://www.freepik.com/free-photo/african-american-man-front-view_11234999.htm/?utm_source=slidesgo_template&amp;utm_medium=referral-link&amp;utm_campaign=sg_resources&amp;utm_content=freepik" TargetMode="External"/><Relationship Id="rId3" Type="http://schemas.openxmlformats.org/officeDocument/2006/relationships/hyperlink" Target="https://www.freepik.com/free-photo/front-view-man-doing-presentation-during-meeting_12065554.htm/?utm_source=slidesgo_template&amp;utm_medium=referral-link&amp;utm_campaign=sg_resources&amp;utm_content=freepik" TargetMode="External"/><Relationship Id="rId7" Type="http://schemas.openxmlformats.org/officeDocument/2006/relationships/hyperlink" Target="https://www.freepik.com/free-photo/front-view-smiley-man-holding-laptop_13757573.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17.xml"/><Relationship Id="rId6" Type="http://schemas.openxmlformats.org/officeDocument/2006/relationships/hyperlink" Target="https://www.freepik.com/free-photo/creative-graphic-designer-sitting-table_1199970.htm/?utm_source=slidesgo_template&amp;utm_medium=referral-link&amp;utm_campaign=sg_resources&amp;utm_content=freepik" TargetMode="External"/><Relationship Id="rId11" Type="http://schemas.openxmlformats.org/officeDocument/2006/relationships/hyperlink" Target="https://www.freepik.com/free-photo/front-view-woman-using-virtual-reality-headset_9169208.htm/?utm_source=slidesgo_template&amp;utm_medium=referral-link&amp;utm_campaign=sg_resources&amp;utm_content=freepik" TargetMode="External"/><Relationship Id="rId5" Type="http://schemas.openxmlformats.org/officeDocument/2006/relationships/hyperlink" Target="https://www.flaticon.com/packs/data-protection-47/?utm_source=slidesgo_template&amp;utm_medium=referral-link&amp;utm_campaign=sg_resources&amp;utm_content=flaticon" TargetMode="External"/><Relationship Id="rId10" Type="http://schemas.openxmlformats.org/officeDocument/2006/relationships/hyperlink" Target="https://www.freepik.com/free-photo/portrait-young-woman-showing-money-sign_21249844.htm/?utm_source=slidesgo_template&amp;utm_medium=referral-link&amp;utm_campaign=sg_resources&amp;utm_content=freepik" TargetMode="External"/><Relationship Id="rId4" Type="http://schemas.openxmlformats.org/officeDocument/2006/relationships/hyperlink" Target="https://www.freepik.com/free-vector/elegant-shapes-glowing-particles-background_5903457.htm/?utm_source=slidesgo_template&amp;utm_medium=referral-link&amp;utm_campaign=sg_resources&amp;utm_content=freepik" TargetMode="External"/><Relationship Id="rId9" Type="http://schemas.openxmlformats.org/officeDocument/2006/relationships/hyperlink" Target="https://www.freepik.com/free-photo/portrait-young-asian-businesswoman-with-her-arm-crossed-looking-camera-isolated-white-background_4153193.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7.xml"/><Relationship Id="rId1" Type="http://schemas.openxmlformats.org/officeDocument/2006/relationships/slideLayout" Target="../slideLayouts/slideLayout28.xml"/><Relationship Id="rId6" Type="http://schemas.openxmlformats.org/officeDocument/2006/relationships/slide" Target="slide33.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8.xml"/><Relationship Id="rId1" Type="http://schemas.openxmlformats.org/officeDocument/2006/relationships/slideLayout" Target="../slideLayouts/slideLayout2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3.xml"/></Relationships>
</file>

<file path=ppt/slides/_rels/slide39.xml.rels><?xml version="1.0" encoding="UTF-8" standalone="yes"?>
<Relationships xmlns="http://schemas.openxmlformats.org/package/2006/relationships"><Relationship Id="rId3" Type="http://schemas.openxmlformats.org/officeDocument/2006/relationships/hyperlink" Target="https://fonts.google.com/specimen/Audiowide" TargetMode="External"/><Relationship Id="rId2" Type="http://schemas.openxmlformats.org/officeDocument/2006/relationships/notesSlide" Target="../notesSlides/notesSlide39.xml"/><Relationship Id="rId1" Type="http://schemas.openxmlformats.org/officeDocument/2006/relationships/slideLayout" Target="../slideLayouts/slideLayout28.xml"/><Relationship Id="rId4" Type="http://schemas.openxmlformats.org/officeDocument/2006/relationships/hyperlink" Target="https://fonts.google.com/specimen/Varela+Round" TargetMode="External"/></Relationships>
</file>

<file path=ppt/slides/_rels/slide40.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4.gif"/><Relationship Id="rId2" Type="http://schemas.openxmlformats.org/officeDocument/2006/relationships/notesSlide" Target="../notesSlides/notesSlide40.xml"/><Relationship Id="rId1" Type="http://schemas.openxmlformats.org/officeDocument/2006/relationships/slideLayout" Target="../slideLayouts/slideLayout2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3.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2.gif"/><Relationship Id="rId4" Type="http://schemas.openxmlformats.org/officeDocument/2006/relationships/image" Target="../media/image30.gif"/><Relationship Id="rId9" Type="http://schemas.openxmlformats.org/officeDocument/2006/relationships/image" Target="../media/image31.gif"/></Relationships>
</file>

<file path=ppt/slides/_rels/slide41.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1.xml"/><Relationship Id="rId1" Type="http://schemas.openxmlformats.org/officeDocument/2006/relationships/slideLayout" Target="../slideLayouts/slideLayout2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7.xml"/></Relationships>
</file>

<file path=ppt/slides/_rels/slide47.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7.xml"/><Relationship Id="rId1" Type="http://schemas.openxmlformats.org/officeDocument/2006/relationships/slideLayout" Target="../slideLayouts/slideLayout2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7.xml"/></Relationships>
</file>

<file path=ppt/slides/_rels/slide5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4.xml"/><Relationship Id="rId1" Type="http://schemas.openxmlformats.org/officeDocument/2006/relationships/slideLayout" Target="../slideLayouts/slideLayout27.xml"/><Relationship Id="rId4" Type="http://schemas.openxmlformats.org/officeDocument/2006/relationships/image" Target="../media/image3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40"/>
        <p:cNvGrpSpPr/>
        <p:nvPr/>
      </p:nvGrpSpPr>
      <p:grpSpPr>
        <a:xfrm>
          <a:off x="0" y="0"/>
          <a:ext cx="0" cy="0"/>
          <a:chOff x="0" y="0"/>
          <a:chExt cx="0" cy="0"/>
        </a:xfrm>
      </p:grpSpPr>
      <p:sp>
        <p:nvSpPr>
          <p:cNvPr id="241" name="Google Shape;241;p32"/>
          <p:cNvSpPr txBox="1">
            <a:spLocks noGrp="1"/>
          </p:cNvSpPr>
          <p:nvPr>
            <p:ph type="ctrTitle"/>
          </p:nvPr>
        </p:nvSpPr>
        <p:spPr>
          <a:xfrm>
            <a:off x="1918721" y="2106204"/>
            <a:ext cx="6047100" cy="128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IL" sz="5500" dirty="0">
                <a:solidFill>
                  <a:srgbClr val="D97757"/>
                </a:solidFill>
              </a:rPr>
              <a:t>Claude Code</a:t>
            </a:r>
            <a:endParaRPr sz="3500" b="0" dirty="0">
              <a:solidFill>
                <a:srgbClr val="D97757"/>
              </a:solidFill>
            </a:endParaRPr>
          </a:p>
        </p:txBody>
      </p:sp>
      <p:pic>
        <p:nvPicPr>
          <p:cNvPr id="1026" name="Picture 2" descr="Clawd">
            <a:extLst>
              <a:ext uri="{FF2B5EF4-FFF2-40B4-BE49-F238E27FC236}">
                <a16:creationId xmlns:a16="http://schemas.microsoft.com/office/drawing/2014/main" id="{BC60F26A-2C57-A9D2-796A-2798AB6AF9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1775" y="2299559"/>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sp>
        <p:nvSpPr>
          <p:cNvPr id="583" name="Google Shape;583;p48"/>
          <p:cNvSpPr txBox="1">
            <a:spLocks noGrp="1"/>
          </p:cNvSpPr>
          <p:nvPr>
            <p:ph type="title" idx="6"/>
          </p:nvPr>
        </p:nvSpPr>
        <p:spPr>
          <a:xfrm>
            <a:off x="720000" y="769959"/>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What is Claude Code?</a:t>
            </a:r>
            <a:endParaRPr sz="3200" dirty="0">
              <a:solidFill>
                <a:srgbClr val="D97757"/>
              </a:solidFill>
            </a:endParaRPr>
          </a:p>
        </p:txBody>
      </p:sp>
      <p:sp>
        <p:nvSpPr>
          <p:cNvPr id="14" name="תיבת טקסט 13">
            <a:extLst>
              <a:ext uri="{FF2B5EF4-FFF2-40B4-BE49-F238E27FC236}">
                <a16:creationId xmlns:a16="http://schemas.microsoft.com/office/drawing/2014/main" id="{9312D190-1006-02ED-FF68-0FE43138392E}"/>
              </a:ext>
            </a:extLst>
          </p:cNvPr>
          <p:cNvSpPr txBox="1"/>
          <p:nvPr/>
        </p:nvSpPr>
        <p:spPr>
          <a:xfrm>
            <a:off x="609600" y="1702420"/>
            <a:ext cx="7917366" cy="2246769"/>
          </a:xfrm>
          <a:prstGeom prst="rect">
            <a:avLst/>
          </a:prstGeom>
          <a:noFill/>
        </p:spPr>
        <p:txBody>
          <a:bodyPr wrap="square" rtlCol="1">
            <a:spAutoFit/>
          </a:bodyPr>
          <a:lstStyle/>
          <a:p>
            <a:pPr marL="457200" indent="-457200" algn="l">
              <a:buBlip>
                <a:blip r:embed="rId3">
                  <a:extLst>
                    <a:ext uri="{96DAC541-7B7A-43D3-8B79-37D633B846F1}">
                      <asvg:svgBlip xmlns:asvg="http://schemas.microsoft.com/office/drawing/2016/SVG/main" r:embed="rId4"/>
                    </a:ext>
                  </a:extLst>
                </a:blip>
              </a:buBlip>
            </a:pPr>
            <a:r>
              <a:rPr lang="en-US" sz="2800" dirty="0">
                <a:solidFill>
                  <a:schemeClr val="bg1"/>
                </a:solidFill>
                <a:latin typeface="Constantia" panose="02030602050306030303" pitchFamily="18" charset="0"/>
              </a:rPr>
              <a:t>Your AI coding assistant that lives in your terminal</a:t>
            </a:r>
          </a:p>
          <a:p>
            <a:pPr marL="457200" indent="-457200" algn="l">
              <a:buBlip>
                <a:blip r:embed="rId3">
                  <a:extLst>
                    <a:ext uri="{96DAC541-7B7A-43D3-8B79-37D633B846F1}">
                      <asvg:svgBlip xmlns:asvg="http://schemas.microsoft.com/office/drawing/2016/SVG/main" r:embed="rId4"/>
                    </a:ext>
                  </a:extLst>
                </a:blip>
              </a:buBlip>
            </a:pPr>
            <a:r>
              <a:rPr lang="en-US" sz="2800" dirty="0">
                <a:solidFill>
                  <a:schemeClr val="bg1"/>
                </a:solidFill>
                <a:latin typeface="Constantia" panose="02030602050306030303" pitchFamily="18" charset="0"/>
              </a:rPr>
              <a:t>Designed as a CLI-first</a:t>
            </a:r>
          </a:p>
          <a:p>
            <a:pPr marL="457200" indent="-457200" algn="l">
              <a:buBlip>
                <a:blip r:embed="rId3">
                  <a:extLst>
                    <a:ext uri="{96DAC541-7B7A-43D3-8B79-37D633B846F1}">
                      <asvg:svgBlip xmlns:asvg="http://schemas.microsoft.com/office/drawing/2016/SVG/main" r:embed="rId4"/>
                    </a:ext>
                  </a:extLst>
                </a:blip>
              </a:buBlip>
            </a:pPr>
            <a:r>
              <a:rPr lang="en-US" sz="2800" dirty="0">
                <a:solidFill>
                  <a:schemeClr val="bg1"/>
                </a:solidFill>
                <a:latin typeface="Constantia" panose="02030602050306030303" pitchFamily="18" charset="0"/>
              </a:rPr>
              <a:t>Acts as an autonomous coding agent</a:t>
            </a:r>
            <a:endParaRPr lang="he-IL" sz="2800" dirty="0">
              <a:solidFill>
                <a:schemeClr val="bg1"/>
              </a:solidFill>
              <a:latin typeface="Constantia" panose="02030602050306030303" pitchFamily="18" charset="0"/>
            </a:endParaRPr>
          </a:p>
          <a:p>
            <a:pPr marL="457200" indent="-457200" algn="l">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Can read repo and understand project </a:t>
            </a:r>
            <a:endParaRPr lang="he-IL" sz="2800" dirty="0">
              <a:solidFill>
                <a:schemeClr val="bg1"/>
              </a:solidFill>
              <a:latin typeface="Constantia" panose="02030602050306030303" pitchFamily="18" charset="0"/>
            </a:endParaRPr>
          </a:p>
        </p:txBody>
      </p:sp>
      <p:pic>
        <p:nvPicPr>
          <p:cNvPr id="2" name="Picture 2" descr="Clawd">
            <a:extLst>
              <a:ext uri="{FF2B5EF4-FFF2-40B4-BE49-F238E27FC236}">
                <a16:creationId xmlns:a16="http://schemas.microsoft.com/office/drawing/2014/main" id="{3861BB3D-B02C-7FD0-D656-C80AAE80D7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63423" y="3994976"/>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6"/>
        <p:cNvGrpSpPr/>
        <p:nvPr/>
      </p:nvGrpSpPr>
      <p:grpSpPr>
        <a:xfrm>
          <a:off x="0" y="0"/>
          <a:ext cx="0" cy="0"/>
          <a:chOff x="0" y="0"/>
          <a:chExt cx="0" cy="0"/>
        </a:xfrm>
      </p:grpSpPr>
      <p:sp>
        <p:nvSpPr>
          <p:cNvPr id="247" name="Google Shape;247;p33"/>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CLI-First</a:t>
            </a:r>
            <a:endParaRPr dirty="0">
              <a:solidFill>
                <a:srgbClr val="D97757"/>
              </a:solidFill>
            </a:endParaRPr>
          </a:p>
        </p:txBody>
      </p:sp>
      <p:sp>
        <p:nvSpPr>
          <p:cNvPr id="4" name="תיבת טקסט 3">
            <a:extLst>
              <a:ext uri="{FF2B5EF4-FFF2-40B4-BE49-F238E27FC236}">
                <a16:creationId xmlns:a16="http://schemas.microsoft.com/office/drawing/2014/main" id="{54D92998-C2A0-ED8A-6998-C5754E421AE4}"/>
              </a:ext>
            </a:extLst>
          </p:cNvPr>
          <p:cNvSpPr txBox="1"/>
          <p:nvPr/>
        </p:nvSpPr>
        <p:spPr>
          <a:xfrm>
            <a:off x="609600" y="1702420"/>
            <a:ext cx="7917366" cy="2677656"/>
          </a:xfrm>
          <a:prstGeom prst="rect">
            <a:avLst/>
          </a:prstGeom>
          <a:noFill/>
        </p:spPr>
        <p:txBody>
          <a:bodyPr wrap="square" rtlCol="1">
            <a:spAutoFit/>
          </a:bodyPr>
          <a:lstStyle/>
          <a:p>
            <a:pPr algn="l"/>
            <a:r>
              <a:rPr lang="en-US" sz="2400" dirty="0">
                <a:solidFill>
                  <a:schemeClr val="bg1"/>
                </a:solidFill>
                <a:latin typeface="Constantia" panose="02030602050306030303" pitchFamily="18" charset="0"/>
              </a:rPr>
              <a:t>Why terminal instead of GUI?</a:t>
            </a:r>
          </a:p>
          <a:p>
            <a:pPr marL="457200" indent="-457200" algn="l">
              <a:buBlip>
                <a:blip r:embed="rId3">
                  <a:extLst>
                    <a:ext uri="{96DAC541-7B7A-43D3-8B79-37D633B846F1}">
                      <asvg:svgBlip xmlns:asvg="http://schemas.microsoft.com/office/drawing/2016/SVG/main" r:embed="rId4"/>
                    </a:ext>
                  </a:extLst>
                </a:blip>
              </a:buBlip>
            </a:pPr>
            <a:r>
              <a:rPr lang="en-US" sz="2400" dirty="0">
                <a:solidFill>
                  <a:schemeClr val="bg1"/>
                </a:solidFill>
                <a:latin typeface="Constantia" panose="02030602050306030303" pitchFamily="18" charset="0"/>
              </a:rPr>
              <a:t>Most development workflows already use the terminal</a:t>
            </a:r>
          </a:p>
          <a:p>
            <a:pPr marL="457200" indent="-457200" algn="l">
              <a:buBlip>
                <a:blip r:embed="rId3">
                  <a:extLst>
                    <a:ext uri="{96DAC541-7B7A-43D3-8B79-37D633B846F1}">
                      <asvg:svgBlip xmlns:asvg="http://schemas.microsoft.com/office/drawing/2016/SVG/main" r:embed="rId4"/>
                    </a:ext>
                  </a:extLst>
                </a:blip>
              </a:buBlip>
            </a:pPr>
            <a:r>
              <a:rPr lang="en-US" sz="2400" dirty="0">
                <a:solidFill>
                  <a:schemeClr val="bg1"/>
                </a:solidFill>
                <a:latin typeface="Constantia" panose="02030602050306030303" pitchFamily="18" charset="0"/>
              </a:rPr>
              <a:t>Easier integration with:</a:t>
            </a:r>
          </a:p>
          <a:p>
            <a:pPr lvl="3"/>
            <a:r>
              <a:rPr lang="en-US" sz="2400" dirty="0">
                <a:solidFill>
                  <a:schemeClr val="bg1"/>
                </a:solidFill>
                <a:latin typeface="Constantia" panose="02030602050306030303" pitchFamily="18" charset="0"/>
              </a:rPr>
              <a:t>	git</a:t>
            </a:r>
          </a:p>
          <a:p>
            <a:pPr lvl="3"/>
            <a:r>
              <a:rPr lang="en-US" sz="2400" dirty="0">
                <a:solidFill>
                  <a:schemeClr val="bg1"/>
                </a:solidFill>
                <a:latin typeface="Constantia" panose="02030602050306030303" pitchFamily="18" charset="0"/>
              </a:rPr>
              <a:t>	docker</a:t>
            </a:r>
          </a:p>
          <a:p>
            <a:pPr lvl="3"/>
            <a:r>
              <a:rPr lang="en-US" sz="2400" dirty="0">
                <a:solidFill>
                  <a:schemeClr val="bg1"/>
                </a:solidFill>
                <a:latin typeface="Constantia" panose="02030602050306030303" pitchFamily="18" charset="0"/>
              </a:rPr>
              <a:t>	package manager</a:t>
            </a:r>
          </a:p>
          <a:p>
            <a:pPr lvl="3"/>
            <a:r>
              <a:rPr lang="en-US" sz="2400" dirty="0">
                <a:solidFill>
                  <a:schemeClr val="bg1"/>
                </a:solidFill>
                <a:latin typeface="Constantia" panose="02030602050306030303" pitchFamily="18" charset="0"/>
              </a:rPr>
              <a:t>	shell commands</a:t>
            </a:r>
            <a:endParaRPr lang="he-IL" sz="2400" dirty="0">
              <a:solidFill>
                <a:schemeClr val="bg1"/>
              </a:solidFill>
              <a:latin typeface="Constantia" panose="02030602050306030303" pitchFamily="18" charset="0"/>
            </a:endParaRPr>
          </a:p>
        </p:txBody>
      </p:sp>
      <p:pic>
        <p:nvPicPr>
          <p:cNvPr id="2" name="Picture 2" descr="Clawd">
            <a:extLst>
              <a:ext uri="{FF2B5EF4-FFF2-40B4-BE49-F238E27FC236}">
                <a16:creationId xmlns:a16="http://schemas.microsoft.com/office/drawing/2014/main" id="{CA8DCC85-DF3B-8B76-F0EE-286DA569200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596" y="4135793"/>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43">
          <a:extLst>
            <a:ext uri="{FF2B5EF4-FFF2-40B4-BE49-F238E27FC236}">
              <a16:creationId xmlns:a16="http://schemas.microsoft.com/office/drawing/2014/main" id="{1BF73369-58D1-A818-F19C-C2AEC8874135}"/>
            </a:ext>
          </a:extLst>
        </p:cNvPr>
        <p:cNvGrpSpPr/>
        <p:nvPr/>
      </p:nvGrpSpPr>
      <p:grpSpPr>
        <a:xfrm>
          <a:off x="0" y="0"/>
          <a:ext cx="0" cy="0"/>
          <a:chOff x="0" y="0"/>
          <a:chExt cx="0" cy="0"/>
        </a:xfrm>
      </p:grpSpPr>
      <p:sp>
        <p:nvSpPr>
          <p:cNvPr id="344" name="Google Shape;344;p40">
            <a:extLst>
              <a:ext uri="{FF2B5EF4-FFF2-40B4-BE49-F238E27FC236}">
                <a16:creationId xmlns:a16="http://schemas.microsoft.com/office/drawing/2014/main" id="{B5C02D6E-126D-F507-476F-C7F2C7E19893}"/>
              </a:ext>
            </a:extLst>
          </p:cNvPr>
          <p:cNvSpPr txBox="1">
            <a:spLocks noGrp="1"/>
          </p:cNvSpPr>
          <p:nvPr>
            <p:ph type="title" idx="4"/>
          </p:nvPr>
        </p:nvSpPr>
        <p:spPr>
          <a:xfrm>
            <a:off x="6373772" y="2833730"/>
            <a:ext cx="20574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b="1" dirty="0">
                <a:latin typeface="Constantia" panose="02030602050306030303" pitchFamily="18" charset="0"/>
              </a:rPr>
              <a:t>Debug</a:t>
            </a:r>
            <a:endParaRPr b="1" dirty="0">
              <a:latin typeface="Constantia" panose="02030602050306030303" pitchFamily="18" charset="0"/>
            </a:endParaRPr>
          </a:p>
        </p:txBody>
      </p:sp>
      <p:sp>
        <p:nvSpPr>
          <p:cNvPr id="345" name="Google Shape;345;p40">
            <a:extLst>
              <a:ext uri="{FF2B5EF4-FFF2-40B4-BE49-F238E27FC236}">
                <a16:creationId xmlns:a16="http://schemas.microsoft.com/office/drawing/2014/main" id="{E10AA6E9-0BDA-E0CA-8157-FDA004897D82}"/>
              </a:ext>
            </a:extLst>
          </p:cNvPr>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Core Capabilities</a:t>
            </a:r>
            <a:endParaRPr sz="3200" dirty="0">
              <a:solidFill>
                <a:srgbClr val="D97757"/>
              </a:solidFill>
            </a:endParaRPr>
          </a:p>
        </p:txBody>
      </p:sp>
      <p:sp>
        <p:nvSpPr>
          <p:cNvPr id="346" name="Google Shape;346;p40">
            <a:extLst>
              <a:ext uri="{FF2B5EF4-FFF2-40B4-BE49-F238E27FC236}">
                <a16:creationId xmlns:a16="http://schemas.microsoft.com/office/drawing/2014/main" id="{1FE52915-5FB5-C3E8-2850-FA8774596659}"/>
              </a:ext>
            </a:extLst>
          </p:cNvPr>
          <p:cNvSpPr txBox="1">
            <a:spLocks noGrp="1"/>
          </p:cNvSpPr>
          <p:nvPr>
            <p:ph type="title"/>
          </p:nvPr>
        </p:nvSpPr>
        <p:spPr>
          <a:xfrm>
            <a:off x="714192" y="2833730"/>
            <a:ext cx="20574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b="1" dirty="0">
                <a:latin typeface="Constantia" panose="02030602050306030303" pitchFamily="18" charset="0"/>
              </a:rPr>
              <a:t>Edit</a:t>
            </a:r>
            <a:endParaRPr b="1" dirty="0">
              <a:latin typeface="Constantia" panose="02030602050306030303" pitchFamily="18" charset="0"/>
            </a:endParaRPr>
          </a:p>
        </p:txBody>
      </p:sp>
      <p:sp>
        <p:nvSpPr>
          <p:cNvPr id="347" name="Google Shape;347;p40">
            <a:extLst>
              <a:ext uri="{FF2B5EF4-FFF2-40B4-BE49-F238E27FC236}">
                <a16:creationId xmlns:a16="http://schemas.microsoft.com/office/drawing/2014/main" id="{C60180E2-3DC4-5F07-4C86-537B586006CE}"/>
              </a:ext>
            </a:extLst>
          </p:cNvPr>
          <p:cNvSpPr txBox="1">
            <a:spLocks noGrp="1"/>
          </p:cNvSpPr>
          <p:nvPr>
            <p:ph type="subTitle" idx="1"/>
          </p:nvPr>
        </p:nvSpPr>
        <p:spPr>
          <a:xfrm>
            <a:off x="712992" y="3082846"/>
            <a:ext cx="2059800" cy="101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latin typeface="Constantia" panose="02030602050306030303" pitchFamily="18" charset="0"/>
              </a:rPr>
              <a:t>Code editing across multiple files</a:t>
            </a:r>
            <a:endParaRPr dirty="0">
              <a:latin typeface="Constantia" panose="02030602050306030303" pitchFamily="18" charset="0"/>
            </a:endParaRPr>
          </a:p>
        </p:txBody>
      </p:sp>
      <p:sp>
        <p:nvSpPr>
          <p:cNvPr id="348" name="Google Shape;348;p40">
            <a:extLst>
              <a:ext uri="{FF2B5EF4-FFF2-40B4-BE49-F238E27FC236}">
                <a16:creationId xmlns:a16="http://schemas.microsoft.com/office/drawing/2014/main" id="{F50107BA-CF3E-8A8F-1221-664ABE984535}"/>
              </a:ext>
            </a:extLst>
          </p:cNvPr>
          <p:cNvSpPr txBox="1">
            <a:spLocks noGrp="1"/>
          </p:cNvSpPr>
          <p:nvPr>
            <p:ph type="title" idx="2"/>
          </p:nvPr>
        </p:nvSpPr>
        <p:spPr>
          <a:xfrm>
            <a:off x="3543300" y="2833730"/>
            <a:ext cx="20574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b="1" dirty="0">
                <a:latin typeface="Constantia" panose="02030602050306030303" pitchFamily="18" charset="0"/>
              </a:rPr>
              <a:t>Run</a:t>
            </a:r>
            <a:endParaRPr b="1" dirty="0">
              <a:latin typeface="Constantia" panose="02030602050306030303" pitchFamily="18" charset="0"/>
            </a:endParaRPr>
          </a:p>
        </p:txBody>
      </p:sp>
      <p:sp>
        <p:nvSpPr>
          <p:cNvPr id="349" name="Google Shape;349;p40">
            <a:extLst>
              <a:ext uri="{FF2B5EF4-FFF2-40B4-BE49-F238E27FC236}">
                <a16:creationId xmlns:a16="http://schemas.microsoft.com/office/drawing/2014/main" id="{134C0D02-3161-8802-2F11-5495BBB89262}"/>
              </a:ext>
            </a:extLst>
          </p:cNvPr>
          <p:cNvSpPr txBox="1">
            <a:spLocks noGrp="1"/>
          </p:cNvSpPr>
          <p:nvPr>
            <p:ph type="subTitle" idx="3"/>
          </p:nvPr>
        </p:nvSpPr>
        <p:spPr>
          <a:xfrm>
            <a:off x="3543750" y="3082850"/>
            <a:ext cx="2056500" cy="101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latin typeface="Constantia" panose="02030602050306030303" pitchFamily="18" charset="0"/>
              </a:rPr>
              <a:t>Running tests to check the code</a:t>
            </a:r>
            <a:endParaRPr dirty="0">
              <a:latin typeface="Constantia" panose="02030602050306030303" pitchFamily="18" charset="0"/>
            </a:endParaRPr>
          </a:p>
        </p:txBody>
      </p:sp>
      <p:sp>
        <p:nvSpPr>
          <p:cNvPr id="350" name="Google Shape;350;p40">
            <a:extLst>
              <a:ext uri="{FF2B5EF4-FFF2-40B4-BE49-F238E27FC236}">
                <a16:creationId xmlns:a16="http://schemas.microsoft.com/office/drawing/2014/main" id="{A27A94A4-74E8-4590-D2D5-8FDD9FACA274}"/>
              </a:ext>
            </a:extLst>
          </p:cNvPr>
          <p:cNvSpPr txBox="1">
            <a:spLocks noGrp="1"/>
          </p:cNvSpPr>
          <p:nvPr>
            <p:ph type="subTitle" idx="5"/>
          </p:nvPr>
        </p:nvSpPr>
        <p:spPr>
          <a:xfrm>
            <a:off x="6374222" y="3082850"/>
            <a:ext cx="2056500" cy="101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latin typeface="Constantia" panose="02030602050306030303" pitchFamily="18" charset="0"/>
              </a:rPr>
              <a:t>Analysing logs and debugging in the code</a:t>
            </a:r>
            <a:endParaRPr dirty="0">
              <a:latin typeface="Constantia" panose="02030602050306030303" pitchFamily="18" charset="0"/>
            </a:endParaRPr>
          </a:p>
        </p:txBody>
      </p:sp>
      <p:sp>
        <p:nvSpPr>
          <p:cNvPr id="353" name="Google Shape;353;p40">
            <a:extLst>
              <a:ext uri="{FF2B5EF4-FFF2-40B4-BE49-F238E27FC236}">
                <a16:creationId xmlns:a16="http://schemas.microsoft.com/office/drawing/2014/main" id="{D6D6964C-3A5C-4A2F-E557-879412CF1FDD}"/>
              </a:ext>
            </a:extLst>
          </p:cNvPr>
          <p:cNvSpPr/>
          <p:nvPr/>
        </p:nvSpPr>
        <p:spPr>
          <a:xfrm>
            <a:off x="1377192" y="1891779"/>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 name="Google Shape;353;p40">
            <a:extLst>
              <a:ext uri="{FF2B5EF4-FFF2-40B4-BE49-F238E27FC236}">
                <a16:creationId xmlns:a16="http://schemas.microsoft.com/office/drawing/2014/main" id="{D1CA00A4-1115-5DA7-BF94-B3EF9CA5F5FD}"/>
              </a:ext>
            </a:extLst>
          </p:cNvPr>
          <p:cNvSpPr/>
          <p:nvPr/>
        </p:nvSpPr>
        <p:spPr>
          <a:xfrm>
            <a:off x="4206300" y="1902469"/>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 name="Google Shape;353;p40">
            <a:extLst>
              <a:ext uri="{FF2B5EF4-FFF2-40B4-BE49-F238E27FC236}">
                <a16:creationId xmlns:a16="http://schemas.microsoft.com/office/drawing/2014/main" id="{F68EE099-0D13-25FA-9E0B-FC99B0C391B7}"/>
              </a:ext>
            </a:extLst>
          </p:cNvPr>
          <p:cNvSpPr/>
          <p:nvPr/>
        </p:nvSpPr>
        <p:spPr>
          <a:xfrm>
            <a:off x="7036772" y="1902469"/>
            <a:ext cx="731400" cy="7314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pic>
        <p:nvPicPr>
          <p:cNvPr id="14" name="תמונה 13">
            <a:extLst>
              <a:ext uri="{FF2B5EF4-FFF2-40B4-BE49-F238E27FC236}">
                <a16:creationId xmlns:a16="http://schemas.microsoft.com/office/drawing/2014/main" id="{F417FC77-C368-3ECA-FFB7-692FFDAA4028}"/>
              </a:ext>
            </a:extLst>
          </p:cNvPr>
          <p:cNvPicPr>
            <a:picLocks noChangeAspect="1"/>
          </p:cNvPicPr>
          <p:nvPr/>
        </p:nvPicPr>
        <p:blipFill>
          <a:blip r:embed="rId3">
            <a:clrChange>
              <a:clrFrom>
                <a:srgbClr val="000000">
                  <a:alpha val="0"/>
                </a:srgbClr>
              </a:clrFrom>
              <a:clrTo>
                <a:srgbClr val="000000">
                  <a:alpha val="0"/>
                </a:srgbClr>
              </a:clrTo>
            </a:clrChange>
            <a:lum bright="70000" contrast="-70000"/>
            <a:extLst>
              <a:ext uri="{BEBA8EAE-BF5A-486C-A8C5-ECC9F3942E4B}">
                <a14:imgProps xmlns:a14="http://schemas.microsoft.com/office/drawing/2010/main">
                  <a14:imgLayer r:embed="rId4">
                    <a14:imgEffect>
                      <a14:colorTemperature colorTemp="5300"/>
                    </a14:imgEffect>
                  </a14:imgLayer>
                </a14:imgProps>
              </a:ext>
            </a:extLst>
          </a:blip>
          <a:stretch>
            <a:fillRect/>
          </a:stretch>
        </p:blipFill>
        <p:spPr>
          <a:xfrm>
            <a:off x="1522620" y="2022339"/>
            <a:ext cx="470279" cy="470279"/>
          </a:xfrm>
          <a:prstGeom prst="rect">
            <a:avLst/>
          </a:prstGeom>
          <a:noFill/>
          <a:ln>
            <a:noFill/>
          </a:ln>
        </p:spPr>
      </p:pic>
      <p:pic>
        <p:nvPicPr>
          <p:cNvPr id="5" name="תמונה 4">
            <a:extLst>
              <a:ext uri="{FF2B5EF4-FFF2-40B4-BE49-F238E27FC236}">
                <a16:creationId xmlns:a16="http://schemas.microsoft.com/office/drawing/2014/main" id="{70E765D0-996B-1FB4-2EEE-AF2ABD1FB979}"/>
              </a:ext>
            </a:extLst>
          </p:cNvPr>
          <p:cNvPicPr>
            <a:picLocks noChangeAspect="1"/>
          </p:cNvPicPr>
          <p:nvPr/>
        </p:nvPicPr>
        <p:blipFill>
          <a:blip r:embed="rId5">
            <a:lum bright="70000" contrast="-70000"/>
          </a:blip>
          <a:stretch>
            <a:fillRect/>
          </a:stretch>
        </p:blipFill>
        <p:spPr>
          <a:xfrm>
            <a:off x="4284960" y="1970438"/>
            <a:ext cx="574080" cy="574080"/>
          </a:xfrm>
          <a:prstGeom prst="rect">
            <a:avLst/>
          </a:prstGeom>
        </p:spPr>
      </p:pic>
      <p:pic>
        <p:nvPicPr>
          <p:cNvPr id="7" name="תמונה 6">
            <a:extLst>
              <a:ext uri="{FF2B5EF4-FFF2-40B4-BE49-F238E27FC236}">
                <a16:creationId xmlns:a16="http://schemas.microsoft.com/office/drawing/2014/main" id="{CE111B61-FEB0-5230-C3DE-CACC9FE1125E}"/>
              </a:ext>
            </a:extLst>
          </p:cNvPr>
          <p:cNvPicPr>
            <a:picLocks noChangeAspect="1"/>
          </p:cNvPicPr>
          <p:nvPr/>
        </p:nvPicPr>
        <p:blipFill>
          <a:blip r:embed="rId6">
            <a:lum bright="70000" contrast="-70000"/>
          </a:blip>
          <a:stretch>
            <a:fillRect/>
          </a:stretch>
        </p:blipFill>
        <p:spPr>
          <a:xfrm>
            <a:off x="7173871" y="2028877"/>
            <a:ext cx="457201" cy="457201"/>
          </a:xfrm>
          <a:prstGeom prst="rect">
            <a:avLst/>
          </a:prstGeom>
        </p:spPr>
      </p:pic>
      <p:pic>
        <p:nvPicPr>
          <p:cNvPr id="8" name="Picture 2" descr="Clawd">
            <a:extLst>
              <a:ext uri="{FF2B5EF4-FFF2-40B4-BE49-F238E27FC236}">
                <a16:creationId xmlns:a16="http://schemas.microsoft.com/office/drawing/2014/main" id="{E0C17000-3489-B70A-D8C8-74C89A2583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3596" y="288625"/>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32571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82"/>
        <p:cNvGrpSpPr/>
        <p:nvPr/>
      </p:nvGrpSpPr>
      <p:grpSpPr>
        <a:xfrm>
          <a:off x="0" y="0"/>
          <a:ext cx="0" cy="0"/>
          <a:chOff x="0" y="0"/>
          <a:chExt cx="0" cy="0"/>
        </a:xfrm>
      </p:grpSpPr>
      <p:sp>
        <p:nvSpPr>
          <p:cNvPr id="284" name="Google Shape;284;p3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The Brain</a:t>
            </a:r>
            <a:endParaRPr dirty="0">
              <a:solidFill>
                <a:srgbClr val="D97757"/>
              </a:solidFill>
            </a:endParaRPr>
          </a:p>
        </p:txBody>
      </p:sp>
      <p:sp>
        <p:nvSpPr>
          <p:cNvPr id="3" name="תיבת טקסט 2">
            <a:extLst>
              <a:ext uri="{FF2B5EF4-FFF2-40B4-BE49-F238E27FC236}">
                <a16:creationId xmlns:a16="http://schemas.microsoft.com/office/drawing/2014/main" id="{B3BE4C3D-B783-B868-DC90-A050CECAFA4F}"/>
              </a:ext>
            </a:extLst>
          </p:cNvPr>
          <p:cNvSpPr txBox="1"/>
          <p:nvPr/>
        </p:nvSpPr>
        <p:spPr>
          <a:xfrm>
            <a:off x="720000" y="1650380"/>
            <a:ext cx="8000254" cy="2062103"/>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US" sz="3200" dirty="0">
                <a:latin typeface="Constantia" panose="02030602050306030303" pitchFamily="18" charset="0"/>
              </a:rPr>
              <a:t> </a:t>
            </a:r>
            <a:r>
              <a:rPr lang="en-IL" sz="3200" dirty="0">
                <a:solidFill>
                  <a:schemeClr val="bg1"/>
                </a:solidFill>
                <a:latin typeface="Constantia" panose="02030602050306030303" pitchFamily="18" charset="0"/>
              </a:rPr>
              <a:t>Claude code plans steps before acting</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 choose tools dynamically</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 evaluates command outputs</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 adapts strategy during execution</a:t>
            </a:r>
            <a:endParaRPr lang="he-IL" sz="3200" dirty="0">
              <a:solidFill>
                <a:schemeClr val="bg1"/>
              </a:solidFill>
              <a:latin typeface="Constantia" panose="02030602050306030303" pitchFamily="18" charset="0"/>
            </a:endParaRPr>
          </a:p>
        </p:txBody>
      </p:sp>
      <p:pic>
        <p:nvPicPr>
          <p:cNvPr id="2" name="Picture 2" descr="Clawd">
            <a:extLst>
              <a:ext uri="{FF2B5EF4-FFF2-40B4-BE49-F238E27FC236}">
                <a16:creationId xmlns:a16="http://schemas.microsoft.com/office/drawing/2014/main" id="{3CD69C34-3DA6-85A3-0FFA-EEF27409C0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4213" y="487462"/>
            <a:ext cx="461838" cy="374858"/>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80">
          <a:extLst>
            <a:ext uri="{FF2B5EF4-FFF2-40B4-BE49-F238E27FC236}">
              <a16:creationId xmlns:a16="http://schemas.microsoft.com/office/drawing/2014/main" id="{B46EB639-9A68-A43A-F4BC-E1C4DC719D4B}"/>
            </a:ext>
          </a:extLst>
        </p:cNvPr>
        <p:cNvGrpSpPr/>
        <p:nvPr/>
      </p:nvGrpSpPr>
      <p:grpSpPr>
        <a:xfrm>
          <a:off x="0" y="0"/>
          <a:ext cx="0" cy="0"/>
          <a:chOff x="0" y="0"/>
          <a:chExt cx="0" cy="0"/>
        </a:xfrm>
      </p:grpSpPr>
      <p:sp>
        <p:nvSpPr>
          <p:cNvPr id="583" name="Google Shape;583;p48">
            <a:extLst>
              <a:ext uri="{FF2B5EF4-FFF2-40B4-BE49-F238E27FC236}">
                <a16:creationId xmlns:a16="http://schemas.microsoft.com/office/drawing/2014/main" id="{2DFB07F5-4399-D3F5-6F2C-247C36657A10}"/>
              </a:ext>
            </a:extLst>
          </p:cNvPr>
          <p:cNvSpPr txBox="1">
            <a:spLocks noGrp="1"/>
          </p:cNvSpPr>
          <p:nvPr>
            <p:ph type="title" idx="6"/>
          </p:nvPr>
        </p:nvSpPr>
        <p:spPr>
          <a:xfrm>
            <a:off x="720000" y="769959"/>
            <a:ext cx="7704000" cy="457200"/>
          </a:xfrm>
          <a:prstGeom prst="rect">
            <a:avLst/>
          </a:prstGeom>
        </p:spPr>
        <p:txBody>
          <a:bodyPr spcFirstLastPara="1" wrap="square" lIns="91425" tIns="91425" rIns="91425" bIns="91425" anchor="ctr" anchorCtr="0">
            <a:noAutofit/>
          </a:bodyPr>
          <a:lstStyle/>
          <a:p>
            <a:pPr lvl="0"/>
            <a:r>
              <a:rPr lang="en-IL" sz="3200" dirty="0">
                <a:solidFill>
                  <a:srgbClr val="D97757"/>
                </a:solidFill>
              </a:rPr>
              <a:t>The Agentic Loop</a:t>
            </a:r>
            <a:endParaRPr sz="3200" dirty="0"/>
          </a:p>
        </p:txBody>
      </p:sp>
      <p:sp>
        <p:nvSpPr>
          <p:cNvPr id="14" name="תיבת טקסט 13">
            <a:extLst>
              <a:ext uri="{FF2B5EF4-FFF2-40B4-BE49-F238E27FC236}">
                <a16:creationId xmlns:a16="http://schemas.microsoft.com/office/drawing/2014/main" id="{231E53CF-6F78-A21F-2FDF-3A8A79774B82}"/>
              </a:ext>
            </a:extLst>
          </p:cNvPr>
          <p:cNvSpPr txBox="1"/>
          <p:nvPr/>
        </p:nvSpPr>
        <p:spPr>
          <a:xfrm>
            <a:off x="609600" y="1702420"/>
            <a:ext cx="7917366" cy="523220"/>
          </a:xfrm>
          <a:prstGeom prst="rect">
            <a:avLst/>
          </a:prstGeom>
          <a:noFill/>
        </p:spPr>
        <p:txBody>
          <a:bodyPr wrap="square" rtlCol="1">
            <a:spAutoFit/>
          </a:bodyPr>
          <a:lstStyle/>
          <a:p>
            <a:pPr algn="l"/>
            <a:r>
              <a:rPr lang="en-IL" sz="2800" dirty="0">
                <a:solidFill>
                  <a:schemeClr val="bg1"/>
                </a:solidFill>
                <a:latin typeface="Constantia" panose="02030602050306030303" pitchFamily="18" charset="0"/>
              </a:rPr>
              <a:t>Claude code operates in a reasoning loop:</a:t>
            </a:r>
          </a:p>
        </p:txBody>
      </p:sp>
      <p:sp>
        <p:nvSpPr>
          <p:cNvPr id="2" name="תיבת טקסט 1">
            <a:extLst>
              <a:ext uri="{FF2B5EF4-FFF2-40B4-BE49-F238E27FC236}">
                <a16:creationId xmlns:a16="http://schemas.microsoft.com/office/drawing/2014/main" id="{49EEA0F7-CAAB-C971-A9E3-B68DEA895E34}"/>
              </a:ext>
            </a:extLst>
          </p:cNvPr>
          <p:cNvSpPr txBox="1"/>
          <p:nvPr/>
        </p:nvSpPr>
        <p:spPr>
          <a:xfrm>
            <a:off x="609600" y="2445370"/>
            <a:ext cx="7976839" cy="1815882"/>
          </a:xfrm>
          <a:prstGeom prst="rect">
            <a:avLst/>
          </a:prstGeom>
          <a:noFill/>
        </p:spPr>
        <p:txBody>
          <a:bodyPr wrap="square" rtlCol="1">
            <a:spAutoFit/>
          </a:bodyPr>
          <a:lstStyle/>
          <a:p>
            <a:pPr marL="342900" indent="-342900">
              <a:buClr>
                <a:srgbClr val="D97757"/>
              </a:buClr>
              <a:buFont typeface="+mj-lt"/>
              <a:buAutoNum type="arabicPeriod"/>
            </a:pPr>
            <a:r>
              <a:rPr lang="en-IL" sz="1600" dirty="0">
                <a:solidFill>
                  <a:schemeClr val="bg1"/>
                </a:solidFill>
                <a:latin typeface="Constantia" panose="02030602050306030303" pitchFamily="18" charset="0"/>
              </a:rPr>
              <a:t>Understands the user request</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Search the repository</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Plan a solution</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Edit code</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Run commands/tests</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Evaluate results</a:t>
            </a:r>
          </a:p>
          <a:p>
            <a:pPr marL="342900" indent="-342900">
              <a:buClr>
                <a:srgbClr val="D97757"/>
              </a:buClr>
              <a:buFont typeface="+mj-lt"/>
              <a:buAutoNum type="arabicPeriod"/>
            </a:pPr>
            <a:r>
              <a:rPr lang="en-IL" sz="1600" dirty="0">
                <a:solidFill>
                  <a:schemeClr val="bg1"/>
                </a:solidFill>
                <a:latin typeface="Constantia" panose="02030602050306030303" pitchFamily="18" charset="0"/>
              </a:rPr>
              <a:t>Iterate until the task succeeds</a:t>
            </a:r>
          </a:p>
        </p:txBody>
      </p:sp>
      <p:pic>
        <p:nvPicPr>
          <p:cNvPr id="3" name="Picture 2" descr="Clawd">
            <a:extLst>
              <a:ext uri="{FF2B5EF4-FFF2-40B4-BE49-F238E27FC236}">
                <a16:creationId xmlns:a16="http://schemas.microsoft.com/office/drawing/2014/main" id="{8A83A9CE-A33B-9697-6A6B-1AD30EBF0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77046" y="4045808"/>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7182864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13">
          <a:extLst>
            <a:ext uri="{FF2B5EF4-FFF2-40B4-BE49-F238E27FC236}">
              <a16:creationId xmlns:a16="http://schemas.microsoft.com/office/drawing/2014/main" id="{3CD3400D-FAAD-9534-61A2-4D0E08295A29}"/>
            </a:ext>
          </a:extLst>
        </p:cNvPr>
        <p:cNvGrpSpPr/>
        <p:nvPr/>
      </p:nvGrpSpPr>
      <p:grpSpPr>
        <a:xfrm>
          <a:off x="0" y="0"/>
          <a:ext cx="0" cy="0"/>
          <a:chOff x="0" y="0"/>
          <a:chExt cx="0" cy="0"/>
        </a:xfrm>
      </p:grpSpPr>
      <p:sp>
        <p:nvSpPr>
          <p:cNvPr id="514" name="Google Shape;514;p45">
            <a:extLst>
              <a:ext uri="{FF2B5EF4-FFF2-40B4-BE49-F238E27FC236}">
                <a16:creationId xmlns:a16="http://schemas.microsoft.com/office/drawing/2014/main" id="{ED29FEDD-A71C-1949-9C24-31AD7F9E7CC9}"/>
              </a:ext>
            </a:extLst>
          </p:cNvPr>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The Agentic Loop</a:t>
            </a:r>
            <a:endParaRPr sz="3200" dirty="0">
              <a:solidFill>
                <a:srgbClr val="D97757"/>
              </a:solidFill>
            </a:endParaRPr>
          </a:p>
        </p:txBody>
      </p:sp>
      <p:sp>
        <p:nvSpPr>
          <p:cNvPr id="515" name="Google Shape;515;p45">
            <a:extLst>
              <a:ext uri="{FF2B5EF4-FFF2-40B4-BE49-F238E27FC236}">
                <a16:creationId xmlns:a16="http://schemas.microsoft.com/office/drawing/2014/main" id="{521C09D9-D1F5-44F5-583B-B608CE5BB067}"/>
              </a:ext>
            </a:extLst>
          </p:cNvPr>
          <p:cNvSpPr txBox="1"/>
          <p:nvPr/>
        </p:nvSpPr>
        <p:spPr>
          <a:xfrm>
            <a:off x="712613" y="3896200"/>
            <a:ext cx="2935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IL" sz="1500" dirty="0">
                <a:solidFill>
                  <a:schemeClr val="lt1"/>
                </a:solidFill>
                <a:latin typeface="Constantia" panose="02030602050306030303" pitchFamily="18" charset="0"/>
                <a:ea typeface="Varela Round"/>
                <a:cs typeface="Varela Round"/>
                <a:sym typeface="Varela Round"/>
              </a:rPr>
              <a:t>Analyse the task</a:t>
            </a:r>
            <a:endParaRPr sz="1500" dirty="0">
              <a:solidFill>
                <a:schemeClr val="lt1"/>
              </a:solidFill>
              <a:latin typeface="Constantia" panose="02030602050306030303" pitchFamily="18" charset="0"/>
              <a:ea typeface="Varela Round"/>
              <a:cs typeface="Varela Round"/>
              <a:sym typeface="Varela Round"/>
            </a:endParaRPr>
          </a:p>
        </p:txBody>
      </p:sp>
      <p:sp>
        <p:nvSpPr>
          <p:cNvPr id="516" name="Google Shape;516;p45">
            <a:extLst>
              <a:ext uri="{FF2B5EF4-FFF2-40B4-BE49-F238E27FC236}">
                <a16:creationId xmlns:a16="http://schemas.microsoft.com/office/drawing/2014/main" id="{A777D4CD-F065-B3D6-B239-D3EBCB459A1E}"/>
              </a:ext>
            </a:extLst>
          </p:cNvPr>
          <p:cNvSpPr txBox="1"/>
          <p:nvPr/>
        </p:nvSpPr>
        <p:spPr>
          <a:xfrm>
            <a:off x="3104779" y="2706996"/>
            <a:ext cx="2935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IL" sz="1500" dirty="0">
                <a:solidFill>
                  <a:schemeClr val="lt1"/>
                </a:solidFill>
                <a:latin typeface="Constantia" panose="02030602050306030303" pitchFamily="18" charset="0"/>
                <a:ea typeface="Varela Round"/>
                <a:cs typeface="Varela Round"/>
                <a:sym typeface="Varela Round"/>
              </a:rPr>
              <a:t>Executes tools and commands</a:t>
            </a:r>
            <a:endParaRPr sz="1500" dirty="0">
              <a:solidFill>
                <a:schemeClr val="lt1"/>
              </a:solidFill>
              <a:latin typeface="Constantia" panose="02030602050306030303" pitchFamily="18" charset="0"/>
              <a:ea typeface="Varela Round"/>
              <a:cs typeface="Varela Round"/>
              <a:sym typeface="Varela Round"/>
            </a:endParaRPr>
          </a:p>
        </p:txBody>
      </p:sp>
      <p:sp>
        <p:nvSpPr>
          <p:cNvPr id="517" name="Google Shape;517;p45">
            <a:extLst>
              <a:ext uri="{FF2B5EF4-FFF2-40B4-BE49-F238E27FC236}">
                <a16:creationId xmlns:a16="http://schemas.microsoft.com/office/drawing/2014/main" id="{F2ABE3C1-CFFB-F9A7-2546-EA88B30D0689}"/>
              </a:ext>
            </a:extLst>
          </p:cNvPr>
          <p:cNvSpPr txBox="1"/>
          <p:nvPr/>
        </p:nvSpPr>
        <p:spPr>
          <a:xfrm>
            <a:off x="5496187" y="3896200"/>
            <a:ext cx="2935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IL" sz="1500" dirty="0">
                <a:solidFill>
                  <a:schemeClr val="lt1"/>
                </a:solidFill>
                <a:latin typeface="Constantia" panose="02030602050306030303" pitchFamily="18" charset="0"/>
                <a:ea typeface="Varela Round"/>
                <a:cs typeface="Varela Round"/>
                <a:sym typeface="Varela Round"/>
              </a:rPr>
              <a:t>Inspect results</a:t>
            </a:r>
            <a:endParaRPr sz="1500" dirty="0">
              <a:solidFill>
                <a:schemeClr val="lt1"/>
              </a:solidFill>
              <a:latin typeface="Constantia" panose="02030602050306030303" pitchFamily="18" charset="0"/>
              <a:ea typeface="Varela Round"/>
              <a:cs typeface="Varela Round"/>
              <a:sym typeface="Varela Round"/>
            </a:endParaRPr>
          </a:p>
        </p:txBody>
      </p:sp>
      <p:sp>
        <p:nvSpPr>
          <p:cNvPr id="518" name="Google Shape;518;p45">
            <a:extLst>
              <a:ext uri="{FF2B5EF4-FFF2-40B4-BE49-F238E27FC236}">
                <a16:creationId xmlns:a16="http://schemas.microsoft.com/office/drawing/2014/main" id="{84A9D852-3858-EE69-B6C2-68F89BA6EA42}"/>
              </a:ext>
            </a:extLst>
          </p:cNvPr>
          <p:cNvSpPr txBox="1"/>
          <p:nvPr/>
        </p:nvSpPr>
        <p:spPr>
          <a:xfrm>
            <a:off x="712613" y="3554423"/>
            <a:ext cx="2935200" cy="3657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IL" sz="2300" b="1" dirty="0">
                <a:solidFill>
                  <a:schemeClr val="lt1"/>
                </a:solidFill>
                <a:latin typeface="Constantia" panose="02030602050306030303" pitchFamily="18" charset="0"/>
                <a:ea typeface="Audiowide"/>
                <a:cs typeface="Audiowide"/>
                <a:sym typeface="Audiowide"/>
              </a:rPr>
              <a:t>Think</a:t>
            </a:r>
            <a:endParaRPr sz="2300" b="1" dirty="0">
              <a:solidFill>
                <a:schemeClr val="lt1"/>
              </a:solidFill>
              <a:latin typeface="Constantia" panose="02030602050306030303" pitchFamily="18" charset="0"/>
              <a:ea typeface="Audiowide"/>
              <a:cs typeface="Audiowide"/>
              <a:sym typeface="Audiowide"/>
            </a:endParaRPr>
          </a:p>
        </p:txBody>
      </p:sp>
      <p:sp>
        <p:nvSpPr>
          <p:cNvPr id="519" name="Google Shape;519;p45">
            <a:extLst>
              <a:ext uri="{FF2B5EF4-FFF2-40B4-BE49-F238E27FC236}">
                <a16:creationId xmlns:a16="http://schemas.microsoft.com/office/drawing/2014/main" id="{95F6E769-1493-267B-765D-5CF596C109C2}"/>
              </a:ext>
            </a:extLst>
          </p:cNvPr>
          <p:cNvSpPr txBox="1"/>
          <p:nvPr/>
        </p:nvSpPr>
        <p:spPr>
          <a:xfrm>
            <a:off x="3104779" y="2360149"/>
            <a:ext cx="2935200" cy="36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IL" sz="2300" b="1" dirty="0">
                <a:solidFill>
                  <a:schemeClr val="lt1"/>
                </a:solidFill>
                <a:latin typeface="Constantia" panose="02030602050306030303" pitchFamily="18" charset="0"/>
                <a:ea typeface="Audiowide"/>
                <a:cs typeface="Audiowide"/>
                <a:sym typeface="Audiowide"/>
              </a:rPr>
              <a:t>Action</a:t>
            </a:r>
            <a:endParaRPr sz="2300" b="1" dirty="0">
              <a:solidFill>
                <a:schemeClr val="lt1"/>
              </a:solidFill>
              <a:latin typeface="Constantia" panose="02030602050306030303" pitchFamily="18" charset="0"/>
              <a:ea typeface="Audiowide"/>
              <a:cs typeface="Audiowide"/>
              <a:sym typeface="Audiowide"/>
            </a:endParaRPr>
          </a:p>
        </p:txBody>
      </p:sp>
      <p:sp>
        <p:nvSpPr>
          <p:cNvPr id="520" name="Google Shape;520;p45">
            <a:extLst>
              <a:ext uri="{FF2B5EF4-FFF2-40B4-BE49-F238E27FC236}">
                <a16:creationId xmlns:a16="http://schemas.microsoft.com/office/drawing/2014/main" id="{E3A125BB-0405-507B-0018-C3274C23116C}"/>
              </a:ext>
            </a:extLst>
          </p:cNvPr>
          <p:cNvSpPr txBox="1"/>
          <p:nvPr/>
        </p:nvSpPr>
        <p:spPr>
          <a:xfrm>
            <a:off x="5498437" y="3554423"/>
            <a:ext cx="2930700" cy="3657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IL" sz="2300" b="1" dirty="0">
                <a:solidFill>
                  <a:schemeClr val="lt1"/>
                </a:solidFill>
                <a:latin typeface="Constantia" panose="02030602050306030303" pitchFamily="18" charset="0"/>
                <a:ea typeface="Audiowide"/>
                <a:cs typeface="Audiowide"/>
                <a:sym typeface="Audiowide"/>
              </a:rPr>
              <a:t>Observe</a:t>
            </a:r>
            <a:endParaRPr sz="2300" b="1" dirty="0">
              <a:solidFill>
                <a:schemeClr val="lt1"/>
              </a:solidFill>
              <a:latin typeface="Constantia" panose="02030602050306030303" pitchFamily="18" charset="0"/>
              <a:ea typeface="Audiowide"/>
              <a:cs typeface="Audiowide"/>
              <a:sym typeface="Audiowide"/>
            </a:endParaRPr>
          </a:p>
        </p:txBody>
      </p:sp>
      <p:sp>
        <p:nvSpPr>
          <p:cNvPr id="521" name="Google Shape;521;p45">
            <a:extLst>
              <a:ext uri="{FF2B5EF4-FFF2-40B4-BE49-F238E27FC236}">
                <a16:creationId xmlns:a16="http://schemas.microsoft.com/office/drawing/2014/main" id="{56E405A4-2829-2B33-723A-6EC894C056BA}"/>
              </a:ext>
            </a:extLst>
          </p:cNvPr>
          <p:cNvSpPr/>
          <p:nvPr/>
        </p:nvSpPr>
        <p:spPr>
          <a:xfrm>
            <a:off x="4206300" y="1478781"/>
            <a:ext cx="731400" cy="7314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chemeClr val="lt1"/>
              </a:solidFill>
              <a:latin typeface="Raleway ExtraBold"/>
              <a:ea typeface="Raleway ExtraBold"/>
              <a:cs typeface="Raleway ExtraBold"/>
              <a:sym typeface="Raleway ExtraBold"/>
            </a:endParaRPr>
          </a:p>
        </p:txBody>
      </p:sp>
      <p:sp>
        <p:nvSpPr>
          <p:cNvPr id="522" name="Google Shape;522;p45">
            <a:extLst>
              <a:ext uri="{FF2B5EF4-FFF2-40B4-BE49-F238E27FC236}">
                <a16:creationId xmlns:a16="http://schemas.microsoft.com/office/drawing/2014/main" id="{3FE0FB62-1DF4-9DFD-6128-DF536EE724C8}"/>
              </a:ext>
            </a:extLst>
          </p:cNvPr>
          <p:cNvSpPr/>
          <p:nvPr/>
        </p:nvSpPr>
        <p:spPr>
          <a:xfrm>
            <a:off x="1814513" y="2677861"/>
            <a:ext cx="731400" cy="7314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chemeClr val="lt1"/>
              </a:solidFill>
              <a:latin typeface="Raleway ExtraBold"/>
              <a:ea typeface="Raleway ExtraBold"/>
              <a:cs typeface="Raleway ExtraBold"/>
              <a:sym typeface="Raleway ExtraBold"/>
            </a:endParaRPr>
          </a:p>
        </p:txBody>
      </p:sp>
      <p:sp>
        <p:nvSpPr>
          <p:cNvPr id="523" name="Google Shape;523;p45">
            <a:extLst>
              <a:ext uri="{FF2B5EF4-FFF2-40B4-BE49-F238E27FC236}">
                <a16:creationId xmlns:a16="http://schemas.microsoft.com/office/drawing/2014/main" id="{62135D07-C74E-EA8E-C764-4FBBCA7C93C2}"/>
              </a:ext>
            </a:extLst>
          </p:cNvPr>
          <p:cNvSpPr/>
          <p:nvPr/>
        </p:nvSpPr>
        <p:spPr>
          <a:xfrm>
            <a:off x="6608017" y="2706996"/>
            <a:ext cx="731400" cy="7314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chemeClr val="lt1"/>
              </a:solidFill>
              <a:latin typeface="Raleway ExtraBold"/>
              <a:ea typeface="Raleway ExtraBold"/>
              <a:cs typeface="Raleway ExtraBold"/>
              <a:sym typeface="Raleway ExtraBold"/>
            </a:endParaRPr>
          </a:p>
        </p:txBody>
      </p:sp>
      <p:cxnSp>
        <p:nvCxnSpPr>
          <p:cNvPr id="524" name="Google Shape;524;p45">
            <a:extLst>
              <a:ext uri="{FF2B5EF4-FFF2-40B4-BE49-F238E27FC236}">
                <a16:creationId xmlns:a16="http://schemas.microsoft.com/office/drawing/2014/main" id="{6BA82D66-1AB2-E9A3-934B-F4A2455B81E1}"/>
              </a:ext>
            </a:extLst>
          </p:cNvPr>
          <p:cNvCxnSpPr>
            <a:stCxn id="522" idx="0"/>
            <a:endCxn id="521" idx="1"/>
          </p:cNvCxnSpPr>
          <p:nvPr/>
        </p:nvCxnSpPr>
        <p:spPr>
          <a:xfrm rot="-5400000">
            <a:off x="2776613" y="1248061"/>
            <a:ext cx="833400" cy="2026200"/>
          </a:xfrm>
          <a:prstGeom prst="bentConnector2">
            <a:avLst/>
          </a:prstGeom>
          <a:noFill/>
          <a:ln w="9525" cap="flat" cmpd="sng">
            <a:solidFill>
              <a:schemeClr val="lt1"/>
            </a:solidFill>
            <a:prstDash val="solid"/>
            <a:round/>
            <a:headEnd type="none" w="med" len="med"/>
            <a:tailEnd type="none" w="med" len="med"/>
          </a:ln>
        </p:spPr>
      </p:cxnSp>
      <p:cxnSp>
        <p:nvCxnSpPr>
          <p:cNvPr id="525" name="Google Shape;525;p45">
            <a:extLst>
              <a:ext uri="{FF2B5EF4-FFF2-40B4-BE49-F238E27FC236}">
                <a16:creationId xmlns:a16="http://schemas.microsoft.com/office/drawing/2014/main" id="{81190C7E-BC5F-7441-85B6-4C7A4B40D0BA}"/>
              </a:ext>
            </a:extLst>
          </p:cNvPr>
          <p:cNvCxnSpPr>
            <a:stCxn id="521" idx="3"/>
            <a:endCxn id="523" idx="0"/>
          </p:cNvCxnSpPr>
          <p:nvPr/>
        </p:nvCxnSpPr>
        <p:spPr>
          <a:xfrm>
            <a:off x="4937700" y="1844481"/>
            <a:ext cx="2036017" cy="862515"/>
          </a:xfrm>
          <a:prstGeom prst="bentConnector2">
            <a:avLst/>
          </a:prstGeom>
          <a:noFill/>
          <a:ln w="9525" cap="flat" cmpd="sng">
            <a:solidFill>
              <a:schemeClr val="lt1"/>
            </a:solidFill>
            <a:prstDash val="solid"/>
            <a:round/>
            <a:headEnd type="none" w="med" len="med"/>
            <a:tailEnd type="none" w="med" len="med"/>
          </a:ln>
        </p:spPr>
      </p:cxnSp>
      <p:cxnSp>
        <p:nvCxnSpPr>
          <p:cNvPr id="5" name="מחבר ישר 4">
            <a:extLst>
              <a:ext uri="{FF2B5EF4-FFF2-40B4-BE49-F238E27FC236}">
                <a16:creationId xmlns:a16="http://schemas.microsoft.com/office/drawing/2014/main" id="{9C07DBC5-2EE7-16CA-3B62-E19FD3025EEB}"/>
              </a:ext>
            </a:extLst>
          </p:cNvPr>
          <p:cNvCxnSpPr>
            <a:cxnSpLocks/>
          </p:cNvCxnSpPr>
          <p:nvPr/>
        </p:nvCxnSpPr>
        <p:spPr>
          <a:xfrm>
            <a:off x="2545913" y="3297325"/>
            <a:ext cx="405217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3" name="תמונה 2">
            <a:extLst>
              <a:ext uri="{FF2B5EF4-FFF2-40B4-BE49-F238E27FC236}">
                <a16:creationId xmlns:a16="http://schemas.microsoft.com/office/drawing/2014/main" id="{97524C4B-78B7-7082-890B-26FDB27A5530}"/>
              </a:ext>
            </a:extLst>
          </p:cNvPr>
          <p:cNvPicPr>
            <a:picLocks noChangeAspect="1"/>
          </p:cNvPicPr>
          <p:nvPr/>
        </p:nvPicPr>
        <p:blipFill>
          <a:blip r:embed="rId3">
            <a:lum bright="70000" contrast="-70000"/>
          </a:blip>
          <a:stretch>
            <a:fillRect/>
          </a:stretch>
        </p:blipFill>
        <p:spPr>
          <a:xfrm>
            <a:off x="1951613" y="2814941"/>
            <a:ext cx="457200" cy="457200"/>
          </a:xfrm>
          <a:prstGeom prst="rect">
            <a:avLst/>
          </a:prstGeom>
        </p:spPr>
      </p:pic>
      <p:pic>
        <p:nvPicPr>
          <p:cNvPr id="6" name="תמונה 5">
            <a:extLst>
              <a:ext uri="{FF2B5EF4-FFF2-40B4-BE49-F238E27FC236}">
                <a16:creationId xmlns:a16="http://schemas.microsoft.com/office/drawing/2014/main" id="{0B077222-D619-31E9-6EBB-AF7FA73BA39F}"/>
              </a:ext>
            </a:extLst>
          </p:cNvPr>
          <p:cNvPicPr>
            <a:picLocks noChangeAspect="1"/>
          </p:cNvPicPr>
          <p:nvPr/>
        </p:nvPicPr>
        <p:blipFill>
          <a:blip r:embed="rId4">
            <a:lum bright="70000" contrast="-70000"/>
          </a:blip>
          <a:stretch>
            <a:fillRect/>
          </a:stretch>
        </p:blipFill>
        <p:spPr>
          <a:xfrm>
            <a:off x="4330622" y="1603083"/>
            <a:ext cx="482755" cy="482755"/>
          </a:xfrm>
          <a:prstGeom prst="rect">
            <a:avLst/>
          </a:prstGeom>
        </p:spPr>
      </p:pic>
      <p:pic>
        <p:nvPicPr>
          <p:cNvPr id="13" name="תמונה 12">
            <a:extLst>
              <a:ext uri="{FF2B5EF4-FFF2-40B4-BE49-F238E27FC236}">
                <a16:creationId xmlns:a16="http://schemas.microsoft.com/office/drawing/2014/main" id="{780FD6DE-36F5-FA8B-BF88-CDC74EFA4FD0}"/>
              </a:ext>
            </a:extLst>
          </p:cNvPr>
          <p:cNvPicPr>
            <a:picLocks noChangeAspect="1"/>
          </p:cNvPicPr>
          <p:nvPr/>
        </p:nvPicPr>
        <p:blipFill>
          <a:blip r:embed="rId5">
            <a:lum bright="70000" contrast="-70000"/>
          </a:blip>
          <a:stretch>
            <a:fillRect/>
          </a:stretch>
        </p:blipFill>
        <p:spPr>
          <a:xfrm>
            <a:off x="6736056" y="2835035"/>
            <a:ext cx="475321" cy="475321"/>
          </a:xfrm>
          <a:prstGeom prst="rect">
            <a:avLst/>
          </a:prstGeom>
        </p:spPr>
      </p:pic>
      <p:pic>
        <p:nvPicPr>
          <p:cNvPr id="14" name="Picture 2" descr="Clawd">
            <a:extLst>
              <a:ext uri="{FF2B5EF4-FFF2-40B4-BE49-F238E27FC236}">
                <a16:creationId xmlns:a16="http://schemas.microsoft.com/office/drawing/2014/main" id="{4D5B169C-32B6-9887-F75C-F1682E62214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6209" y="4225435"/>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844694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6">
          <a:extLst>
            <a:ext uri="{FF2B5EF4-FFF2-40B4-BE49-F238E27FC236}">
              <a16:creationId xmlns:a16="http://schemas.microsoft.com/office/drawing/2014/main" id="{BA1231AC-F375-096F-664D-F07CFB859D4E}"/>
            </a:ext>
          </a:extLst>
        </p:cNvPr>
        <p:cNvGrpSpPr/>
        <p:nvPr/>
      </p:nvGrpSpPr>
      <p:grpSpPr>
        <a:xfrm>
          <a:off x="0" y="0"/>
          <a:ext cx="0" cy="0"/>
          <a:chOff x="0" y="0"/>
          <a:chExt cx="0" cy="0"/>
        </a:xfrm>
      </p:grpSpPr>
      <p:sp>
        <p:nvSpPr>
          <p:cNvPr id="247" name="Google Shape;247;p33">
            <a:extLst>
              <a:ext uri="{FF2B5EF4-FFF2-40B4-BE49-F238E27FC236}">
                <a16:creationId xmlns:a16="http://schemas.microsoft.com/office/drawing/2014/main" id="{9E2404EB-EC52-0C7D-E37E-DC82A98511BE}"/>
              </a:ext>
            </a:extLst>
          </p:cNvPr>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CLAUDE.md</a:t>
            </a:r>
            <a:endParaRPr dirty="0">
              <a:solidFill>
                <a:srgbClr val="D97757"/>
              </a:solidFill>
            </a:endParaRPr>
          </a:p>
        </p:txBody>
      </p:sp>
      <p:sp>
        <p:nvSpPr>
          <p:cNvPr id="2" name="תיבת טקסט 1">
            <a:extLst>
              <a:ext uri="{FF2B5EF4-FFF2-40B4-BE49-F238E27FC236}">
                <a16:creationId xmlns:a16="http://schemas.microsoft.com/office/drawing/2014/main" id="{80F221A0-B082-27F4-71B6-7301743ECF56}"/>
              </a:ext>
            </a:extLst>
          </p:cNvPr>
          <p:cNvSpPr txBox="1"/>
          <p:nvPr/>
        </p:nvSpPr>
        <p:spPr>
          <a:xfrm>
            <a:off x="624468" y="1353015"/>
            <a:ext cx="7799532" cy="2492990"/>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600" dirty="0">
                <a:solidFill>
                  <a:schemeClr val="bg1"/>
                </a:solidFill>
                <a:latin typeface="Constantia" panose="02030602050306030303" pitchFamily="18" charset="0"/>
              </a:rPr>
              <a:t>Repository guide for Claude</a:t>
            </a:r>
          </a:p>
          <a:p>
            <a:pPr marL="285750" indent="-285750">
              <a:buBlip>
                <a:blip r:embed="rId3">
                  <a:extLst>
                    <a:ext uri="{96DAC541-7B7A-43D3-8B79-37D633B846F1}">
                      <asvg:svgBlip xmlns:asvg="http://schemas.microsoft.com/office/drawing/2016/SVG/main" r:embed="rId4"/>
                    </a:ext>
                  </a:extLst>
                </a:blip>
              </a:buBlip>
            </a:pPr>
            <a:r>
              <a:rPr lang="en-IL" sz="2600" dirty="0">
                <a:solidFill>
                  <a:schemeClr val="bg1"/>
                </a:solidFill>
                <a:latin typeface="Constantia" panose="02030602050306030303" pitchFamily="18" charset="0"/>
              </a:rPr>
              <a:t>Architecture explanations</a:t>
            </a:r>
          </a:p>
          <a:p>
            <a:pPr marL="285750" indent="-285750">
              <a:buBlip>
                <a:blip r:embed="rId3">
                  <a:extLst>
                    <a:ext uri="{96DAC541-7B7A-43D3-8B79-37D633B846F1}">
                      <asvg:svgBlip xmlns:asvg="http://schemas.microsoft.com/office/drawing/2016/SVG/main" r:embed="rId4"/>
                    </a:ext>
                  </a:extLst>
                </a:blip>
              </a:buBlip>
            </a:pPr>
            <a:r>
              <a:rPr lang="en-IL" sz="2600" dirty="0">
                <a:solidFill>
                  <a:schemeClr val="bg1"/>
                </a:solidFill>
                <a:latin typeface="Constantia" panose="02030602050306030303" pitchFamily="18" charset="0"/>
              </a:rPr>
              <a:t>Coding conventions</a:t>
            </a:r>
          </a:p>
          <a:p>
            <a:pPr marL="285750" indent="-285750">
              <a:buBlip>
                <a:blip r:embed="rId3">
                  <a:extLst>
                    <a:ext uri="{96DAC541-7B7A-43D3-8B79-37D633B846F1}">
                      <asvg:svgBlip xmlns:asvg="http://schemas.microsoft.com/office/drawing/2016/SVG/main" r:embed="rId4"/>
                    </a:ext>
                  </a:extLst>
                </a:blip>
              </a:buBlip>
            </a:pPr>
            <a:r>
              <a:rPr lang="en-IL" sz="2600" dirty="0">
                <a:solidFill>
                  <a:schemeClr val="bg1"/>
                </a:solidFill>
                <a:latin typeface="Constantia" panose="02030602050306030303" pitchFamily="18" charset="0"/>
              </a:rPr>
              <a:t>Can be created manually or with the /init command</a:t>
            </a:r>
          </a:p>
          <a:p>
            <a:pPr marL="285750" indent="-285750">
              <a:buBlip>
                <a:blip r:embed="rId3">
                  <a:extLst>
                    <a:ext uri="{96DAC541-7B7A-43D3-8B79-37D633B846F1}">
                      <asvg:svgBlip xmlns:asvg="http://schemas.microsoft.com/office/drawing/2016/SVG/main" r:embed="rId4"/>
                    </a:ext>
                  </a:extLst>
                </a:blip>
              </a:buBlip>
            </a:pPr>
            <a:r>
              <a:rPr lang="en-IL" sz="2600" dirty="0">
                <a:solidFill>
                  <a:schemeClr val="bg1"/>
                </a:solidFill>
                <a:latin typeface="Constantia" panose="02030602050306030303" pitchFamily="18" charset="0"/>
              </a:rPr>
              <a:t>Claude reads it when started</a:t>
            </a:r>
            <a:endParaRPr lang="he-IL" sz="2600" dirty="0">
              <a:solidFill>
                <a:schemeClr val="bg1"/>
              </a:solidFill>
              <a:latin typeface="Constantia" panose="02030602050306030303" pitchFamily="18" charset="0"/>
            </a:endParaRPr>
          </a:p>
        </p:txBody>
      </p:sp>
      <p:pic>
        <p:nvPicPr>
          <p:cNvPr id="3" name="Picture 2" descr="Clawd">
            <a:extLst>
              <a:ext uri="{FF2B5EF4-FFF2-40B4-BE49-F238E27FC236}">
                <a16:creationId xmlns:a16="http://schemas.microsoft.com/office/drawing/2014/main" id="{4E976D5F-347D-53D5-08A5-541F207E542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07172" y="1494375"/>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569007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46">
          <a:extLst>
            <a:ext uri="{FF2B5EF4-FFF2-40B4-BE49-F238E27FC236}">
              <a16:creationId xmlns:a16="http://schemas.microsoft.com/office/drawing/2014/main" id="{9F261B27-2413-7E9D-7B41-41E88DB6F32D}"/>
            </a:ext>
          </a:extLst>
        </p:cNvPr>
        <p:cNvGrpSpPr/>
        <p:nvPr/>
      </p:nvGrpSpPr>
      <p:grpSpPr>
        <a:xfrm>
          <a:off x="0" y="0"/>
          <a:ext cx="0" cy="0"/>
          <a:chOff x="0" y="0"/>
          <a:chExt cx="0" cy="0"/>
        </a:xfrm>
      </p:grpSpPr>
      <p:sp>
        <p:nvSpPr>
          <p:cNvPr id="247" name="Google Shape;247;p33">
            <a:extLst>
              <a:ext uri="{FF2B5EF4-FFF2-40B4-BE49-F238E27FC236}">
                <a16:creationId xmlns:a16="http://schemas.microsoft.com/office/drawing/2014/main" id="{AC82A36D-9100-04F5-8DEC-2045A52E049C}"/>
              </a:ext>
            </a:extLst>
          </p:cNvPr>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Sub Agents</a:t>
            </a:r>
            <a:endParaRPr dirty="0">
              <a:solidFill>
                <a:srgbClr val="D97757"/>
              </a:solidFill>
            </a:endParaRPr>
          </a:p>
        </p:txBody>
      </p:sp>
      <p:sp>
        <p:nvSpPr>
          <p:cNvPr id="2" name="תיבת טקסט 1">
            <a:extLst>
              <a:ext uri="{FF2B5EF4-FFF2-40B4-BE49-F238E27FC236}">
                <a16:creationId xmlns:a16="http://schemas.microsoft.com/office/drawing/2014/main" id="{520F450C-323A-B973-0F9A-01D968C87373}"/>
              </a:ext>
            </a:extLst>
          </p:cNvPr>
          <p:cNvSpPr txBox="1"/>
          <p:nvPr/>
        </p:nvSpPr>
        <p:spPr>
          <a:xfrm>
            <a:off x="720000" y="1546302"/>
            <a:ext cx="7777229" cy="2246769"/>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Specialized internal agents</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Gets a specified task from the main agent </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Runs in their own context window independently </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return the result to the main agent</a:t>
            </a:r>
            <a:endParaRPr lang="he-IL" sz="2800" dirty="0">
              <a:solidFill>
                <a:schemeClr val="bg1"/>
              </a:solidFill>
              <a:latin typeface="Constantia" panose="02030602050306030303" pitchFamily="18" charset="0"/>
            </a:endParaRPr>
          </a:p>
        </p:txBody>
      </p:sp>
      <p:pic>
        <p:nvPicPr>
          <p:cNvPr id="4" name="Picture 2" descr="Clawd">
            <a:extLst>
              <a:ext uri="{FF2B5EF4-FFF2-40B4-BE49-F238E27FC236}">
                <a16:creationId xmlns:a16="http://schemas.microsoft.com/office/drawing/2014/main" id="{41CB48CD-923B-0753-CB9F-A07FF3C085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14483" y="2682062"/>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pic>
        <p:nvPicPr>
          <p:cNvPr id="5" name="Picture 2" descr="Clawd">
            <a:extLst>
              <a:ext uri="{FF2B5EF4-FFF2-40B4-BE49-F238E27FC236}">
                <a16:creationId xmlns:a16="http://schemas.microsoft.com/office/drawing/2014/main" id="{7E65F57D-93BF-EB58-BC0C-AC699AB8A66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47638" y="3582963"/>
            <a:ext cx="334536" cy="271531"/>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pic>
        <p:nvPicPr>
          <p:cNvPr id="6" name="Picture 2" descr="Clawd">
            <a:extLst>
              <a:ext uri="{FF2B5EF4-FFF2-40B4-BE49-F238E27FC236}">
                <a16:creationId xmlns:a16="http://schemas.microsoft.com/office/drawing/2014/main" id="{EED129CE-8F18-2D15-E43E-B56412217B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13619" y="3582963"/>
            <a:ext cx="334536" cy="27153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pic>
        <p:nvPicPr>
          <p:cNvPr id="7" name="Picture 2" descr="Clawd">
            <a:extLst>
              <a:ext uri="{FF2B5EF4-FFF2-40B4-BE49-F238E27FC236}">
                <a16:creationId xmlns:a16="http://schemas.microsoft.com/office/drawing/2014/main" id="{6AEB24C9-6921-0E0F-D80F-9F16F81C640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79600" y="3582963"/>
            <a:ext cx="344400" cy="279538"/>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6896111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52">
          <a:extLst>
            <a:ext uri="{FF2B5EF4-FFF2-40B4-BE49-F238E27FC236}">
              <a16:creationId xmlns:a16="http://schemas.microsoft.com/office/drawing/2014/main" id="{47A9FC34-0823-04B8-FE5E-1D02D7271F3A}"/>
            </a:ext>
          </a:extLst>
        </p:cNvPr>
        <p:cNvGrpSpPr/>
        <p:nvPr/>
      </p:nvGrpSpPr>
      <p:grpSpPr>
        <a:xfrm>
          <a:off x="0" y="0"/>
          <a:ext cx="0" cy="0"/>
          <a:chOff x="0" y="0"/>
          <a:chExt cx="0" cy="0"/>
        </a:xfrm>
      </p:grpSpPr>
      <p:sp>
        <p:nvSpPr>
          <p:cNvPr id="253" name="Google Shape;253;p34">
            <a:extLst>
              <a:ext uri="{FF2B5EF4-FFF2-40B4-BE49-F238E27FC236}">
                <a16:creationId xmlns:a16="http://schemas.microsoft.com/office/drawing/2014/main" id="{059B7FAB-58AD-DC48-5734-09C6A3B31812}"/>
              </a:ext>
            </a:extLst>
          </p:cNvPr>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/Init</a:t>
            </a:r>
            <a:endParaRPr dirty="0">
              <a:solidFill>
                <a:srgbClr val="D97757"/>
              </a:solidFill>
            </a:endParaRPr>
          </a:p>
        </p:txBody>
      </p:sp>
      <p:sp>
        <p:nvSpPr>
          <p:cNvPr id="26" name="תיבת טקסט 25">
            <a:extLst>
              <a:ext uri="{FF2B5EF4-FFF2-40B4-BE49-F238E27FC236}">
                <a16:creationId xmlns:a16="http://schemas.microsoft.com/office/drawing/2014/main" id="{DF2703D3-4956-111D-8503-016E61518948}"/>
              </a:ext>
            </a:extLst>
          </p:cNvPr>
          <p:cNvSpPr txBox="1"/>
          <p:nvPr/>
        </p:nvSpPr>
        <p:spPr>
          <a:xfrm>
            <a:off x="802888" y="1256371"/>
            <a:ext cx="7828156" cy="1569660"/>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Initialize Claude Code in a repository</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Scans the repository structure</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Generate a CLAUDE.md file</a:t>
            </a:r>
            <a:endParaRPr lang="he-IL" sz="3200" dirty="0">
              <a:latin typeface="Constantia" panose="02030602050306030303" pitchFamily="18" charset="0"/>
            </a:endParaRPr>
          </a:p>
        </p:txBody>
      </p:sp>
      <p:pic>
        <p:nvPicPr>
          <p:cNvPr id="27" name="Picture 2" descr="Clawd">
            <a:extLst>
              <a:ext uri="{FF2B5EF4-FFF2-40B4-BE49-F238E27FC236}">
                <a16:creationId xmlns:a16="http://schemas.microsoft.com/office/drawing/2014/main" id="{DC004B4C-81BF-78EC-D0C2-8F37AB1FA8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03229" y="3816670"/>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750264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82">
          <a:extLst>
            <a:ext uri="{FF2B5EF4-FFF2-40B4-BE49-F238E27FC236}">
              <a16:creationId xmlns:a16="http://schemas.microsoft.com/office/drawing/2014/main" id="{67FEEB41-485E-6711-7ED0-941890DD1AB6}"/>
            </a:ext>
          </a:extLst>
        </p:cNvPr>
        <p:cNvGrpSpPr/>
        <p:nvPr/>
      </p:nvGrpSpPr>
      <p:grpSpPr>
        <a:xfrm>
          <a:off x="0" y="0"/>
          <a:ext cx="0" cy="0"/>
          <a:chOff x="0" y="0"/>
          <a:chExt cx="0" cy="0"/>
        </a:xfrm>
      </p:grpSpPr>
      <p:sp>
        <p:nvSpPr>
          <p:cNvPr id="284" name="Google Shape;284;p37">
            <a:extLst>
              <a:ext uri="{FF2B5EF4-FFF2-40B4-BE49-F238E27FC236}">
                <a16:creationId xmlns:a16="http://schemas.microsoft.com/office/drawing/2014/main" id="{C409FDD7-8CDC-A326-1E06-34F2EE21A21C}"/>
              </a:ext>
            </a:extLst>
          </p:cNvPr>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Skills</a:t>
            </a:r>
            <a:endParaRPr dirty="0">
              <a:solidFill>
                <a:srgbClr val="D97757"/>
              </a:solidFill>
            </a:endParaRPr>
          </a:p>
        </p:txBody>
      </p:sp>
      <p:sp>
        <p:nvSpPr>
          <p:cNvPr id="2" name="תיבת טקסט 1">
            <a:extLst>
              <a:ext uri="{FF2B5EF4-FFF2-40B4-BE49-F238E27FC236}">
                <a16:creationId xmlns:a16="http://schemas.microsoft.com/office/drawing/2014/main" id="{70E5F5A8-C390-772F-6918-F16396713404}"/>
              </a:ext>
            </a:extLst>
          </p:cNvPr>
          <p:cNvSpPr txBox="1"/>
          <p:nvPr/>
        </p:nvSpPr>
        <p:spPr>
          <a:xfrm>
            <a:off x="914400" y="1628078"/>
            <a:ext cx="7704000" cy="2246769"/>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Pre-written instructions on how to do specific tasks</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Activated if the description of task matches the request of the user</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Can reference to other files to reduce context</a:t>
            </a:r>
          </a:p>
        </p:txBody>
      </p:sp>
      <p:pic>
        <p:nvPicPr>
          <p:cNvPr id="3" name="Picture 2" descr="Clawd">
            <a:extLst>
              <a:ext uri="{FF2B5EF4-FFF2-40B4-BE49-F238E27FC236}">
                <a16:creationId xmlns:a16="http://schemas.microsoft.com/office/drawing/2014/main" id="{398DA2FE-CCB8-1853-5B81-F6919493CF6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0000" y="4039149"/>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4694819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88"/>
        <p:cNvGrpSpPr/>
        <p:nvPr/>
      </p:nvGrpSpPr>
      <p:grpSpPr>
        <a:xfrm>
          <a:off x="0" y="0"/>
          <a:ext cx="0" cy="0"/>
          <a:chOff x="0" y="0"/>
          <a:chExt cx="0" cy="0"/>
        </a:xfrm>
      </p:grpSpPr>
      <p:sp>
        <p:nvSpPr>
          <p:cNvPr id="290" name="Google Shape;290;p38"/>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Plugin</a:t>
            </a:r>
            <a:endParaRPr dirty="0">
              <a:solidFill>
                <a:srgbClr val="D97757"/>
              </a:solidFill>
            </a:endParaRPr>
          </a:p>
        </p:txBody>
      </p:sp>
      <p:sp>
        <p:nvSpPr>
          <p:cNvPr id="2" name="תיבת טקסט 1">
            <a:extLst>
              <a:ext uri="{FF2B5EF4-FFF2-40B4-BE49-F238E27FC236}">
                <a16:creationId xmlns:a16="http://schemas.microsoft.com/office/drawing/2014/main" id="{D37FCFFD-8D27-595C-7A21-F5FB57711C18}"/>
              </a:ext>
            </a:extLst>
          </p:cNvPr>
          <p:cNvSpPr txBox="1"/>
          <p:nvPr/>
        </p:nvSpPr>
        <p:spPr>
          <a:xfrm>
            <a:off x="282497" y="1325013"/>
            <a:ext cx="8512097" cy="1815882"/>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A collection of skills, agents, custom commands, MCP servers and more</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Easy to share with teammates</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Can be installed from a marketplace </a:t>
            </a:r>
            <a:endParaRPr lang="he-IL" sz="2800" dirty="0">
              <a:solidFill>
                <a:schemeClr val="bg1"/>
              </a:solidFill>
              <a:latin typeface="Constantia" panose="02030602050306030303" pitchFamily="18" charset="0"/>
            </a:endParaRPr>
          </a:p>
        </p:txBody>
      </p:sp>
      <p:pic>
        <p:nvPicPr>
          <p:cNvPr id="6" name="תמונה 5">
            <a:extLst>
              <a:ext uri="{FF2B5EF4-FFF2-40B4-BE49-F238E27FC236}">
                <a16:creationId xmlns:a16="http://schemas.microsoft.com/office/drawing/2014/main" id="{A0DC5CA6-89DC-2632-4827-C1AF848AD766}"/>
              </a:ext>
            </a:extLst>
          </p:cNvPr>
          <p:cNvPicPr>
            <a:picLocks noChangeAspect="1"/>
          </p:cNvPicPr>
          <p:nvPr/>
        </p:nvPicPr>
        <p:blipFill>
          <a:blip r:embed="rId5"/>
          <a:stretch>
            <a:fillRect/>
          </a:stretch>
        </p:blipFill>
        <p:spPr>
          <a:xfrm>
            <a:off x="1874692" y="3469208"/>
            <a:ext cx="4519612" cy="1292048"/>
          </a:xfrm>
          <a:prstGeom prst="rect">
            <a:avLst/>
          </a:prstGeom>
        </p:spPr>
      </p:pic>
      <p:pic>
        <p:nvPicPr>
          <p:cNvPr id="7" name="Picture 2" descr="Clawd">
            <a:extLst>
              <a:ext uri="{FF2B5EF4-FFF2-40B4-BE49-F238E27FC236}">
                <a16:creationId xmlns:a16="http://schemas.microsoft.com/office/drawing/2014/main" id="{B819CCEA-A592-5AD4-E5F0-C0A02797CD3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51947" y="289823"/>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12"/>
        <p:cNvGrpSpPr/>
        <p:nvPr/>
      </p:nvGrpSpPr>
      <p:grpSpPr>
        <a:xfrm>
          <a:off x="0" y="0"/>
          <a:ext cx="0" cy="0"/>
          <a:chOff x="0" y="0"/>
          <a:chExt cx="0" cy="0"/>
        </a:xfrm>
      </p:grpSpPr>
      <p:sp>
        <p:nvSpPr>
          <p:cNvPr id="314" name="Google Shape;314;p39"/>
          <p:cNvSpPr txBox="1">
            <a:spLocks noGrp="1"/>
          </p:cNvSpPr>
          <p:nvPr>
            <p:ph type="title" idx="4"/>
          </p:nvPr>
        </p:nvSpPr>
        <p:spPr>
          <a:xfrm>
            <a:off x="720000" y="926076"/>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Marketplace</a:t>
            </a:r>
            <a:endParaRPr dirty="0">
              <a:solidFill>
                <a:srgbClr val="D97757"/>
              </a:solidFill>
            </a:endParaRPr>
          </a:p>
        </p:txBody>
      </p:sp>
      <p:sp>
        <p:nvSpPr>
          <p:cNvPr id="10" name="תיבת טקסט 9">
            <a:extLst>
              <a:ext uri="{FF2B5EF4-FFF2-40B4-BE49-F238E27FC236}">
                <a16:creationId xmlns:a16="http://schemas.microsoft.com/office/drawing/2014/main" id="{AB5C7FAB-3140-2D63-09D3-4F9181608F13}"/>
              </a:ext>
            </a:extLst>
          </p:cNvPr>
          <p:cNvSpPr txBox="1"/>
          <p:nvPr/>
        </p:nvSpPr>
        <p:spPr>
          <a:xfrm>
            <a:off x="379142" y="2203343"/>
            <a:ext cx="7828156" cy="2400657"/>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3000" dirty="0">
                <a:solidFill>
                  <a:schemeClr val="bg1"/>
                </a:solidFill>
                <a:latin typeface="Constantia" panose="02030602050306030303" pitchFamily="18" charset="0"/>
              </a:rPr>
              <a:t>Catalog of plugins</a:t>
            </a:r>
          </a:p>
          <a:p>
            <a:pPr marL="285750" indent="-285750">
              <a:buBlip>
                <a:blip r:embed="rId3">
                  <a:extLst>
                    <a:ext uri="{96DAC541-7B7A-43D3-8B79-37D633B846F1}">
                      <asvg:svgBlip xmlns:asvg="http://schemas.microsoft.com/office/drawing/2016/SVG/main" r:embed="rId4"/>
                    </a:ext>
                  </a:extLst>
                </a:blip>
              </a:buBlip>
            </a:pPr>
            <a:r>
              <a:rPr lang="en-IL" sz="3000" dirty="0">
                <a:solidFill>
                  <a:schemeClr val="bg1"/>
                </a:solidFill>
                <a:latin typeface="Constantia" panose="02030602050306030303" pitchFamily="18" charset="0"/>
              </a:rPr>
              <a:t>Allow you to share your plugins with others</a:t>
            </a:r>
          </a:p>
          <a:p>
            <a:pPr marL="285750" indent="-285750">
              <a:buBlip>
                <a:blip r:embed="rId3">
                  <a:extLst>
                    <a:ext uri="{96DAC541-7B7A-43D3-8B79-37D633B846F1}">
                      <asvg:svgBlip xmlns:asvg="http://schemas.microsoft.com/office/drawing/2016/SVG/main" r:embed="rId4"/>
                    </a:ext>
                  </a:extLst>
                </a:blip>
              </a:buBlip>
            </a:pPr>
            <a:r>
              <a:rPr lang="en-IL" sz="3000" dirty="0">
                <a:solidFill>
                  <a:schemeClr val="bg1"/>
                </a:solidFill>
                <a:latin typeface="Constantia" panose="02030602050306030303" pitchFamily="18" charset="0"/>
              </a:rPr>
              <a:t>Allow you to download other people’s plugins</a:t>
            </a:r>
          </a:p>
          <a:p>
            <a:pPr marL="285750" indent="-285750">
              <a:buBlip>
                <a:blip r:embed="rId3">
                  <a:extLst>
                    <a:ext uri="{96DAC541-7B7A-43D3-8B79-37D633B846F1}">
                      <asvg:svgBlip xmlns:asvg="http://schemas.microsoft.com/office/drawing/2016/SVG/main" r:embed="rId4"/>
                    </a:ext>
                  </a:extLst>
                </a:blip>
              </a:buBlip>
            </a:pPr>
            <a:r>
              <a:rPr lang="en-IL" sz="3000" dirty="0">
                <a:solidFill>
                  <a:schemeClr val="bg1"/>
                </a:solidFill>
                <a:latin typeface="Constantia" panose="02030602050306030303" pitchFamily="18" charset="0"/>
              </a:rPr>
              <a:t>Usually stored in git hosts</a:t>
            </a:r>
            <a:endParaRPr lang="he-IL" sz="3000" dirty="0">
              <a:solidFill>
                <a:schemeClr val="bg1"/>
              </a:solidFill>
              <a:latin typeface="Constantia" panose="02030602050306030303" pitchFamily="18" charset="0"/>
            </a:endParaRPr>
          </a:p>
        </p:txBody>
      </p:sp>
      <p:pic>
        <p:nvPicPr>
          <p:cNvPr id="11" name="Picture 2" descr="Clawd">
            <a:extLst>
              <a:ext uri="{FF2B5EF4-FFF2-40B4-BE49-F238E27FC236}">
                <a16:creationId xmlns:a16="http://schemas.microsoft.com/office/drawing/2014/main" id="{9573A84C-5D27-E3EE-A7E2-B0BA3A4318D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35974" y="1658884"/>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43"/>
        <p:cNvGrpSpPr/>
        <p:nvPr/>
      </p:nvGrpSpPr>
      <p:grpSpPr>
        <a:xfrm>
          <a:off x="0" y="0"/>
          <a:ext cx="0" cy="0"/>
          <a:chOff x="0" y="0"/>
          <a:chExt cx="0" cy="0"/>
        </a:xfrm>
      </p:grpSpPr>
      <p:sp>
        <p:nvSpPr>
          <p:cNvPr id="345" name="Google Shape;345;p40"/>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Permissions</a:t>
            </a:r>
            <a:endParaRPr sz="3200" dirty="0">
              <a:solidFill>
                <a:srgbClr val="D97757"/>
              </a:solidFill>
            </a:endParaRPr>
          </a:p>
        </p:txBody>
      </p:sp>
      <p:sp>
        <p:nvSpPr>
          <p:cNvPr id="14" name="תיבת טקסט 13">
            <a:extLst>
              <a:ext uri="{FF2B5EF4-FFF2-40B4-BE49-F238E27FC236}">
                <a16:creationId xmlns:a16="http://schemas.microsoft.com/office/drawing/2014/main" id="{8C6F94C6-5175-B623-A949-281FF0CCF0AE}"/>
              </a:ext>
            </a:extLst>
          </p:cNvPr>
          <p:cNvSpPr txBox="1"/>
          <p:nvPr/>
        </p:nvSpPr>
        <p:spPr>
          <a:xfrm>
            <a:off x="468354" y="1105814"/>
            <a:ext cx="7814400" cy="2123658"/>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200" dirty="0">
                <a:solidFill>
                  <a:schemeClr val="bg1"/>
                </a:solidFill>
                <a:latin typeface="Constantia" panose="02030602050306030303" pitchFamily="18" charset="0"/>
              </a:rPr>
              <a:t>Define boundaries- what the agent can and cannot do</a:t>
            </a:r>
          </a:p>
          <a:p>
            <a:pPr marL="285750" indent="-285750">
              <a:buBlip>
                <a:blip r:embed="rId3">
                  <a:extLst>
                    <a:ext uri="{96DAC541-7B7A-43D3-8B79-37D633B846F1}">
                      <asvg:svgBlip xmlns:asvg="http://schemas.microsoft.com/office/drawing/2016/SVG/main" r:embed="rId4"/>
                    </a:ext>
                  </a:extLst>
                </a:blip>
              </a:buBlip>
            </a:pPr>
            <a:r>
              <a:rPr lang="en-IL" sz="2200" dirty="0">
                <a:solidFill>
                  <a:schemeClr val="bg1"/>
                </a:solidFill>
                <a:latin typeface="Constantia" panose="02030602050306030303" pitchFamily="18" charset="0"/>
              </a:rPr>
              <a:t>Managed via config &amp; CLI- settings.json, permission rules and runtime flags</a:t>
            </a:r>
          </a:p>
          <a:p>
            <a:pPr marL="285750" indent="-285750">
              <a:buBlip>
                <a:blip r:embed="rId3">
                  <a:extLst>
                    <a:ext uri="{96DAC541-7B7A-43D3-8B79-37D633B846F1}">
                      <asvg:svgBlip xmlns:asvg="http://schemas.microsoft.com/office/drawing/2016/SVG/main" r:embed="rId4"/>
                    </a:ext>
                  </a:extLst>
                </a:blip>
              </a:buBlip>
            </a:pPr>
            <a:r>
              <a:rPr lang="en-IL" sz="2200" dirty="0">
                <a:solidFill>
                  <a:schemeClr val="bg1"/>
                </a:solidFill>
                <a:latin typeface="Constantia" panose="02030602050306030303" pitchFamily="18" charset="0"/>
              </a:rPr>
              <a:t>Controlled by allowed/deny list and default policy</a:t>
            </a:r>
          </a:p>
          <a:p>
            <a:pPr marL="285750" indent="-285750">
              <a:buBlip>
                <a:blip r:embed="rId3">
                  <a:extLst>
                    <a:ext uri="{96DAC541-7B7A-43D3-8B79-37D633B846F1}">
                      <asvg:svgBlip xmlns:asvg="http://schemas.microsoft.com/office/drawing/2016/SVG/main" r:embed="rId4"/>
                    </a:ext>
                  </a:extLst>
                </a:blip>
              </a:buBlip>
            </a:pPr>
            <a:r>
              <a:rPr lang="en-IL" sz="2200" dirty="0">
                <a:solidFill>
                  <a:schemeClr val="bg1"/>
                </a:solidFill>
                <a:latin typeface="Constantia" panose="02030602050306030303" pitchFamily="18" charset="0"/>
              </a:rPr>
              <a:t>Permission levels: Read-only, Suggest, Full autonomy</a:t>
            </a:r>
          </a:p>
          <a:p>
            <a:pPr marL="285750" indent="-285750">
              <a:buBlip>
                <a:blip r:embed="rId3">
                  <a:extLst>
                    <a:ext uri="{96DAC541-7B7A-43D3-8B79-37D633B846F1}">
                      <asvg:svgBlip xmlns:asvg="http://schemas.microsoft.com/office/drawing/2016/SVG/main" r:embed="rId4"/>
                    </a:ext>
                  </a:extLst>
                </a:blip>
              </a:buBlip>
            </a:pPr>
            <a:r>
              <a:rPr lang="en-IL" sz="2200" dirty="0">
                <a:solidFill>
                  <a:schemeClr val="bg1"/>
                </a:solidFill>
                <a:latin typeface="Constantia" panose="02030602050306030303" pitchFamily="18" charset="0"/>
              </a:rPr>
              <a:t>Goal: balance automation speed with safety</a:t>
            </a:r>
            <a:endParaRPr lang="he-IL" sz="2200" dirty="0">
              <a:solidFill>
                <a:schemeClr val="bg1"/>
              </a:solidFill>
              <a:latin typeface="Constantia" panose="02030602050306030303" pitchFamily="18" charset="0"/>
            </a:endParaRPr>
          </a:p>
        </p:txBody>
      </p:sp>
      <p:pic>
        <p:nvPicPr>
          <p:cNvPr id="15" name="תמונה 14">
            <a:extLst>
              <a:ext uri="{FF2B5EF4-FFF2-40B4-BE49-F238E27FC236}">
                <a16:creationId xmlns:a16="http://schemas.microsoft.com/office/drawing/2014/main" id="{B130A9E3-BF6C-665A-D644-25D117242343}"/>
              </a:ext>
            </a:extLst>
          </p:cNvPr>
          <p:cNvPicPr>
            <a:picLocks noChangeAspect="1"/>
          </p:cNvPicPr>
          <p:nvPr/>
        </p:nvPicPr>
        <p:blipFill>
          <a:blip r:embed="rId5"/>
          <a:stretch>
            <a:fillRect/>
          </a:stretch>
        </p:blipFill>
        <p:spPr>
          <a:xfrm>
            <a:off x="4878890" y="3370718"/>
            <a:ext cx="3856231" cy="1672824"/>
          </a:xfrm>
          <a:prstGeom prst="rect">
            <a:avLst/>
          </a:prstGeom>
        </p:spPr>
      </p:pic>
      <p:pic>
        <p:nvPicPr>
          <p:cNvPr id="16" name="Picture 2" descr="Clawd">
            <a:extLst>
              <a:ext uri="{FF2B5EF4-FFF2-40B4-BE49-F238E27FC236}">
                <a16:creationId xmlns:a16="http://schemas.microsoft.com/office/drawing/2014/main" id="{CBB49F2F-928C-6850-0C43-5CF36770BBC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1847" y="3844524"/>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79"/>
        <p:cNvGrpSpPr/>
        <p:nvPr/>
      </p:nvGrpSpPr>
      <p:grpSpPr>
        <a:xfrm>
          <a:off x="0" y="0"/>
          <a:ext cx="0" cy="0"/>
          <a:chOff x="0" y="0"/>
          <a:chExt cx="0" cy="0"/>
        </a:xfrm>
      </p:grpSpPr>
      <p:sp>
        <p:nvSpPr>
          <p:cNvPr id="380" name="Google Shape;380;p41"/>
          <p:cNvSpPr txBox="1">
            <a:spLocks noGrp="1"/>
          </p:cNvSpPr>
          <p:nvPr>
            <p:ph type="title" idx="8"/>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a:t>
            </a:r>
            <a:r>
              <a:rPr lang="en-IL" dirty="0" err="1">
                <a:solidFill>
                  <a:srgbClr val="D97757"/>
                </a:solidFill>
              </a:rPr>
              <a:t>claudecodeignore</a:t>
            </a:r>
            <a:endParaRPr dirty="0">
              <a:solidFill>
                <a:srgbClr val="D97757"/>
              </a:solidFill>
            </a:endParaRPr>
          </a:p>
        </p:txBody>
      </p:sp>
      <p:sp>
        <p:nvSpPr>
          <p:cNvPr id="18" name="תיבת טקסט 17">
            <a:extLst>
              <a:ext uri="{FF2B5EF4-FFF2-40B4-BE49-F238E27FC236}">
                <a16:creationId xmlns:a16="http://schemas.microsoft.com/office/drawing/2014/main" id="{A8E6FDBF-9170-EA00-A811-57DAEBCA192D}"/>
              </a:ext>
            </a:extLst>
          </p:cNvPr>
          <p:cNvSpPr txBox="1"/>
          <p:nvPr/>
        </p:nvSpPr>
        <p:spPr>
          <a:xfrm>
            <a:off x="1137424" y="1360449"/>
            <a:ext cx="6757639" cy="1815882"/>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Similar to .</a:t>
            </a:r>
            <a:r>
              <a:rPr lang="en-IL" sz="2800" dirty="0" err="1">
                <a:solidFill>
                  <a:schemeClr val="bg1"/>
                </a:solidFill>
                <a:latin typeface="Constantia" panose="02030602050306030303" pitchFamily="18" charset="0"/>
              </a:rPr>
              <a:t>gitignore</a:t>
            </a:r>
            <a:endParaRPr lang="en-IL" sz="2800" dirty="0">
              <a:solidFill>
                <a:schemeClr val="bg1"/>
              </a:solidFill>
              <a:latin typeface="Constantia" panose="02030602050306030303" pitchFamily="18" charset="0"/>
            </a:endParaRP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Excludes files and directories</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Reduce unnecessary context</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Improves security</a:t>
            </a:r>
            <a:endParaRPr lang="he-IL" sz="2800" dirty="0">
              <a:solidFill>
                <a:schemeClr val="bg1"/>
              </a:solidFill>
              <a:latin typeface="Constantia" panose="02030602050306030303" pitchFamily="18" charset="0"/>
            </a:endParaRPr>
          </a:p>
        </p:txBody>
      </p:sp>
      <p:pic>
        <p:nvPicPr>
          <p:cNvPr id="19" name="Picture 2" descr="Clawd">
            <a:extLst>
              <a:ext uri="{FF2B5EF4-FFF2-40B4-BE49-F238E27FC236}">
                <a16:creationId xmlns:a16="http://schemas.microsoft.com/office/drawing/2014/main" id="{19309A02-31F4-1812-A39A-FA170060288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13286" y="260198"/>
            <a:ext cx="685579" cy="55646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19"/>
        <p:cNvGrpSpPr/>
        <p:nvPr/>
      </p:nvGrpSpPr>
      <p:grpSpPr>
        <a:xfrm>
          <a:off x="0" y="0"/>
          <a:ext cx="0" cy="0"/>
          <a:chOff x="0" y="0"/>
          <a:chExt cx="0" cy="0"/>
        </a:xfrm>
      </p:grpSpPr>
      <p:sp>
        <p:nvSpPr>
          <p:cNvPr id="420" name="Google Shape;420;p42"/>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/compact</a:t>
            </a:r>
            <a:endParaRPr sz="3200" dirty="0">
              <a:solidFill>
                <a:srgbClr val="D97757"/>
              </a:solidFill>
            </a:endParaRPr>
          </a:p>
        </p:txBody>
      </p:sp>
      <p:sp>
        <p:nvSpPr>
          <p:cNvPr id="2" name="תיבת טקסט 1">
            <a:extLst>
              <a:ext uri="{FF2B5EF4-FFF2-40B4-BE49-F238E27FC236}">
                <a16:creationId xmlns:a16="http://schemas.microsoft.com/office/drawing/2014/main" id="{F70518B7-D560-06C7-C9C5-C98B1450FBB4}"/>
              </a:ext>
            </a:extLst>
          </p:cNvPr>
          <p:cNvSpPr txBox="1"/>
          <p:nvPr/>
        </p:nvSpPr>
        <p:spPr>
          <a:xfrm>
            <a:off x="854927" y="1338146"/>
            <a:ext cx="7569073" cy="1569660"/>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Summarize long sessions</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Preserves key information</a:t>
            </a:r>
          </a:p>
          <a:p>
            <a:pPr marL="285750" indent="-285750">
              <a:buBlip>
                <a:blip r:embed="rId3">
                  <a:extLst>
                    <a:ext uri="{96DAC541-7B7A-43D3-8B79-37D633B846F1}">
                      <asvg:svgBlip xmlns:asvg="http://schemas.microsoft.com/office/drawing/2016/SVG/main" r:embed="rId4"/>
                    </a:ext>
                  </a:extLst>
                </a:blip>
              </a:buBlip>
            </a:pPr>
            <a:r>
              <a:rPr lang="en-IL" sz="3200" dirty="0">
                <a:solidFill>
                  <a:schemeClr val="bg1"/>
                </a:solidFill>
                <a:latin typeface="Constantia" panose="02030602050306030303" pitchFamily="18" charset="0"/>
              </a:rPr>
              <a:t>Reduces conversation context</a:t>
            </a:r>
          </a:p>
        </p:txBody>
      </p:sp>
      <p:pic>
        <p:nvPicPr>
          <p:cNvPr id="3" name="Picture 2" descr="Clawd">
            <a:extLst>
              <a:ext uri="{FF2B5EF4-FFF2-40B4-BE49-F238E27FC236}">
                <a16:creationId xmlns:a16="http://schemas.microsoft.com/office/drawing/2014/main" id="{7590F0FF-53C8-3889-BBF4-4B110756945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45628" y="3719481"/>
            <a:ext cx="932808" cy="757129"/>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7" name="Google Shape;457;p43"/>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dirty="0">
                <a:solidFill>
                  <a:srgbClr val="D97757"/>
                </a:solidFill>
              </a:rPr>
              <a:t>Semantic Search</a:t>
            </a:r>
            <a:endParaRPr dirty="0">
              <a:solidFill>
                <a:srgbClr val="D97757"/>
              </a:solidFill>
            </a:endParaRPr>
          </a:p>
        </p:txBody>
      </p:sp>
      <p:sp>
        <p:nvSpPr>
          <p:cNvPr id="26" name="תיבת טקסט 25">
            <a:extLst>
              <a:ext uri="{FF2B5EF4-FFF2-40B4-BE49-F238E27FC236}">
                <a16:creationId xmlns:a16="http://schemas.microsoft.com/office/drawing/2014/main" id="{5A67BB0B-B6FC-DA1C-4FDB-0263D8350E7B}"/>
              </a:ext>
            </a:extLst>
          </p:cNvPr>
          <p:cNvSpPr txBox="1"/>
          <p:nvPr/>
        </p:nvSpPr>
        <p:spPr>
          <a:xfrm>
            <a:off x="996176" y="1271239"/>
            <a:ext cx="7486185" cy="3108543"/>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Understands meaning, not just keywords</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Use vectors to represent the meaning of the code</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Retrieves only relevant parts of the repo</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Improves context efficiency</a:t>
            </a:r>
          </a:p>
          <a:p>
            <a:pPr marL="285750" indent="-285750">
              <a:buBlip>
                <a:blip r:embed="rId3">
                  <a:extLst>
                    <a:ext uri="{96DAC541-7B7A-43D3-8B79-37D633B846F1}">
                      <asvg:svgBlip xmlns:asvg="http://schemas.microsoft.com/office/drawing/2016/SVG/main" r:embed="rId4"/>
                    </a:ext>
                  </a:extLst>
                </a:blip>
              </a:buBlip>
            </a:pPr>
            <a:r>
              <a:rPr lang="en-IL" sz="2800" dirty="0">
                <a:solidFill>
                  <a:schemeClr val="bg1"/>
                </a:solidFill>
                <a:latin typeface="Constantia" panose="02030602050306030303" pitchFamily="18" charset="0"/>
              </a:rPr>
              <a:t>Enables faster and smarter code navigation</a:t>
            </a:r>
          </a:p>
          <a:p>
            <a:pPr marL="285750" indent="-285750">
              <a:buBlip>
                <a:blip r:embed="rId3">
                  <a:extLst>
                    <a:ext uri="{96DAC541-7B7A-43D3-8B79-37D633B846F1}">
                      <asvg:svgBlip xmlns:asvg="http://schemas.microsoft.com/office/drawing/2016/SVG/main" r:embed="rId4"/>
                    </a:ext>
                  </a:extLst>
                </a:blip>
              </a:buBlip>
            </a:pPr>
            <a:endParaRPr lang="he-IL" sz="2800" dirty="0">
              <a:solidFill>
                <a:schemeClr val="bg1"/>
              </a:solidFill>
              <a:latin typeface="Constantia" panose="02030602050306030303" pitchFamily="18" charset="0"/>
            </a:endParaRPr>
          </a:p>
        </p:txBody>
      </p:sp>
      <p:pic>
        <p:nvPicPr>
          <p:cNvPr id="27" name="Picture 2" descr="Clawd">
            <a:extLst>
              <a:ext uri="{FF2B5EF4-FFF2-40B4-BE49-F238E27FC236}">
                <a16:creationId xmlns:a16="http://schemas.microsoft.com/office/drawing/2014/main" id="{6B76AB15-EDF5-8201-FF30-AB6B63E449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8676" y="4379782"/>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63"/>
        <p:cNvGrpSpPr/>
        <p:nvPr/>
      </p:nvGrpSpPr>
      <p:grpSpPr>
        <a:xfrm>
          <a:off x="0" y="0"/>
          <a:ext cx="0" cy="0"/>
          <a:chOff x="0" y="0"/>
          <a:chExt cx="0" cy="0"/>
        </a:xfrm>
      </p:grpSpPr>
      <p:sp>
        <p:nvSpPr>
          <p:cNvPr id="564" name="Google Shape;564;p4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Tool set</a:t>
            </a:r>
            <a:endParaRPr sz="3200" dirty="0">
              <a:solidFill>
                <a:srgbClr val="D97757"/>
              </a:solidFill>
            </a:endParaRPr>
          </a:p>
        </p:txBody>
      </p:sp>
      <p:graphicFrame>
        <p:nvGraphicFramePr>
          <p:cNvPr id="565" name="Google Shape;565;p47"/>
          <p:cNvGraphicFramePr/>
          <p:nvPr>
            <p:extLst>
              <p:ext uri="{D42A27DB-BD31-4B8C-83A1-F6EECF244321}">
                <p14:modId xmlns:p14="http://schemas.microsoft.com/office/powerpoint/2010/main" val="3461543647"/>
              </p:ext>
            </p:extLst>
          </p:nvPr>
        </p:nvGraphicFramePr>
        <p:xfrm>
          <a:off x="1073843" y="1034585"/>
          <a:ext cx="6996314" cy="3899756"/>
        </p:xfrm>
        <a:graphic>
          <a:graphicData uri="http://schemas.openxmlformats.org/drawingml/2006/table">
            <a:tbl>
              <a:tblPr>
                <a:noFill/>
                <a:tableStyleId>{B29065B3-0B4E-4AAB-83C4-9ED8AA3F3DE5}</a:tableStyleId>
              </a:tblPr>
              <a:tblGrid>
                <a:gridCol w="1062678">
                  <a:extLst>
                    <a:ext uri="{9D8B030D-6E8A-4147-A177-3AD203B41FA5}">
                      <a16:colId xmlns:a16="http://schemas.microsoft.com/office/drawing/2014/main" val="20000"/>
                    </a:ext>
                  </a:extLst>
                </a:gridCol>
                <a:gridCol w="2720290">
                  <a:extLst>
                    <a:ext uri="{9D8B030D-6E8A-4147-A177-3AD203B41FA5}">
                      <a16:colId xmlns:a16="http://schemas.microsoft.com/office/drawing/2014/main" val="20001"/>
                    </a:ext>
                  </a:extLst>
                </a:gridCol>
                <a:gridCol w="3213346">
                  <a:extLst>
                    <a:ext uri="{9D8B030D-6E8A-4147-A177-3AD203B41FA5}">
                      <a16:colId xmlns:a16="http://schemas.microsoft.com/office/drawing/2014/main" val="20002"/>
                    </a:ext>
                  </a:extLst>
                </a:gridCol>
              </a:tblGrid>
              <a:tr h="572987">
                <a:tc>
                  <a:txBody>
                    <a:bodyPr/>
                    <a:lstStyle/>
                    <a:p>
                      <a:pPr marL="0" lvl="0" indent="0" algn="ctr" rtl="0">
                        <a:spcBef>
                          <a:spcPts val="0"/>
                        </a:spcBef>
                        <a:spcAft>
                          <a:spcPts val="0"/>
                        </a:spcAft>
                        <a:buNone/>
                      </a:pPr>
                      <a:endParaRPr sz="2000" dirty="0">
                        <a:solidFill>
                          <a:schemeClr val="lt1"/>
                        </a:solidFill>
                        <a:latin typeface="Audiowide"/>
                        <a:ea typeface="Audiowide"/>
                        <a:cs typeface="Audiowide"/>
                        <a:sym typeface="Audiowide"/>
                      </a:endParaRPr>
                    </a:p>
                  </a:txBody>
                  <a:tcPr marL="91425" marR="91425" marT="68575" marB="68575" anchor="ctr">
                    <a:lnL w="28575" cap="flat" cmpd="sng">
                      <a:solidFill>
                        <a:srgbClr val="666666">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28575" cap="flat" cmpd="sng">
                      <a:solidFill>
                        <a:srgbClr val="666666">
                          <a:alpha val="0"/>
                        </a:srgb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IL" sz="2000" b="1" u="sng" dirty="0">
                          <a:solidFill>
                            <a:schemeClr val="lt1"/>
                          </a:solidFill>
                          <a:latin typeface="Constantia" panose="02030602050306030303" pitchFamily="18" charset="0"/>
                          <a:ea typeface="Audiowide"/>
                          <a:cs typeface="Audiowide"/>
                          <a:sym typeface="Audiowide"/>
                        </a:rPr>
                        <a:t>Tool</a:t>
                      </a:r>
                      <a:endParaRPr sz="2000" b="1" u="sng" dirty="0">
                        <a:solidFill>
                          <a:schemeClr val="lt1"/>
                        </a:solidFill>
                        <a:latin typeface="Constantia" panose="02030602050306030303" pitchFamily="18" charset="0"/>
                        <a:ea typeface="Audiowide"/>
                        <a:cs typeface="Audiowide"/>
                        <a:sym typeface="Audiowide"/>
                      </a:endParaRPr>
                    </a:p>
                  </a:txBody>
                  <a:tcPr marL="91425" marR="91425" marT="68575" marB="6857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28575" cap="flat" cmpd="sng">
                      <a:solidFill>
                        <a:srgbClr val="666666">
                          <a:alpha val="0"/>
                        </a:srgb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IL" sz="2000" b="1" u="sng" dirty="0">
                          <a:solidFill>
                            <a:schemeClr val="lt1"/>
                          </a:solidFill>
                          <a:latin typeface="Constantia" panose="02030602050306030303" pitchFamily="18" charset="0"/>
                          <a:ea typeface="Audiowide"/>
                          <a:cs typeface="Audiowide"/>
                          <a:sym typeface="Audiowide"/>
                        </a:rPr>
                        <a:t>Abilities</a:t>
                      </a:r>
                      <a:endParaRPr sz="2000" b="1" u="sng" dirty="0">
                        <a:solidFill>
                          <a:schemeClr val="lt1"/>
                        </a:solidFill>
                        <a:latin typeface="Constantia" panose="02030602050306030303" pitchFamily="18" charset="0"/>
                        <a:ea typeface="Audiowide"/>
                        <a:cs typeface="Audiowide"/>
                        <a:sym typeface="Audiowide"/>
                      </a:endParaRPr>
                    </a:p>
                  </a:txBody>
                  <a:tcPr marL="91425" marR="91425" marT="68575" marB="68575" anchor="ctr">
                    <a:lnL w="9525" cap="flat" cmpd="sng">
                      <a:solidFill>
                        <a:schemeClr val="lt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919059">
                <a:tc>
                  <a:txBody>
                    <a:bodyPr/>
                    <a:lstStyle/>
                    <a:p>
                      <a:pPr marL="0" lvl="0" indent="0" algn="l" rtl="0">
                        <a:spcBef>
                          <a:spcPts val="0"/>
                        </a:spcBef>
                        <a:spcAft>
                          <a:spcPts val="0"/>
                        </a:spcAft>
                        <a:buNone/>
                      </a:pPr>
                      <a:endParaRPr sz="1400">
                        <a:solidFill>
                          <a:schemeClr val="lt1"/>
                        </a:solidFill>
                        <a:latin typeface="Varela Round"/>
                        <a:ea typeface="Varela Round"/>
                        <a:cs typeface="Varela Round"/>
                        <a:sym typeface="Varela Round"/>
                      </a:endParaRPr>
                    </a:p>
                  </a:txBody>
                  <a:tcPr marL="91425" marR="91425" marT="68575" marB="68575" anchor="ctr">
                    <a:lnL w="19050" cap="flat" cmpd="sng">
                      <a:solidFill>
                        <a:srgbClr val="B7B7B7">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IL" sz="1800" b="1" dirty="0">
                          <a:solidFill>
                            <a:schemeClr val="lt1"/>
                          </a:solidFill>
                          <a:latin typeface="Constantia" panose="02030602050306030303" pitchFamily="18" charset="0"/>
                          <a:ea typeface="Audiowide"/>
                          <a:cs typeface="Audiowide"/>
                          <a:sym typeface="Audiowide"/>
                        </a:rPr>
                        <a:t>File System</a:t>
                      </a:r>
                      <a:endParaRPr sz="1800" b="1" dirty="0">
                        <a:solidFill>
                          <a:schemeClr val="lt1"/>
                        </a:solidFill>
                        <a:latin typeface="Constantia" panose="02030602050306030303" pitchFamily="18" charset="0"/>
                        <a:ea typeface="Audiowide"/>
                        <a:cs typeface="Audiowide"/>
                        <a:sym typeface="Audiowide"/>
                      </a:endParaRPr>
                    </a:p>
                  </a:txBody>
                  <a:tcPr marL="91425" marR="91425" marT="91425" marB="6857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Read files</a:t>
                      </a:r>
                      <a:endParaRPr sz="1400" u="none" dirty="0">
                        <a:solidFill>
                          <a:schemeClr val="lt1"/>
                        </a:solidFill>
                        <a:latin typeface="Constantia" panose="02030602050306030303" pitchFamily="18" charset="0"/>
                        <a:ea typeface="Varela Round"/>
                        <a:cs typeface="Varela Round"/>
                        <a:sym typeface="Varela Round"/>
                      </a:endParaRP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Write files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Edit files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List directories</a:t>
                      </a:r>
                      <a:endParaRPr sz="1400" dirty="0">
                        <a:solidFill>
                          <a:schemeClr val="lt1"/>
                        </a:solidFill>
                        <a:latin typeface="Constantia" panose="02030602050306030303" pitchFamily="18" charset="0"/>
                        <a:ea typeface="Varela Round"/>
                        <a:cs typeface="Varela Round"/>
                        <a:sym typeface="Varela Round"/>
                      </a:endParaRPr>
                    </a:p>
                  </a:txBody>
                  <a:tcPr marL="91425" marR="91425" marT="91425" marB="91425" anchor="ctr">
                    <a:lnL w="9525" cap="flat" cmpd="sng">
                      <a:solidFill>
                        <a:schemeClr val="lt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644619">
                <a:tc>
                  <a:txBody>
                    <a:bodyPr/>
                    <a:lstStyle/>
                    <a:p>
                      <a:pPr marL="0" lvl="0" indent="0" algn="l" rtl="0">
                        <a:spcBef>
                          <a:spcPts val="0"/>
                        </a:spcBef>
                        <a:spcAft>
                          <a:spcPts val="0"/>
                        </a:spcAft>
                        <a:buNone/>
                      </a:pPr>
                      <a:endParaRPr sz="1400">
                        <a:solidFill>
                          <a:schemeClr val="lt1"/>
                        </a:solidFill>
                        <a:latin typeface="Varela Round"/>
                        <a:ea typeface="Varela Round"/>
                        <a:cs typeface="Varela Round"/>
                        <a:sym typeface="Varela Round"/>
                      </a:endParaRPr>
                    </a:p>
                  </a:txBody>
                  <a:tcPr marL="91425" marR="91425" marT="68575" marB="68575" anchor="ctr">
                    <a:lnL w="19050" cap="flat" cmpd="sng">
                      <a:solidFill>
                        <a:srgbClr val="F4C5B1">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IL" sz="1800" b="1" dirty="0">
                          <a:solidFill>
                            <a:schemeClr val="lt1"/>
                          </a:solidFill>
                          <a:latin typeface="Constantia" panose="02030602050306030303" pitchFamily="18" charset="0"/>
                          <a:ea typeface="Audiowide"/>
                          <a:cs typeface="Audiowide"/>
                          <a:sym typeface="Audiowide"/>
                        </a:rPr>
                        <a:t>Semantic Search </a:t>
                      </a:r>
                      <a:endParaRPr sz="1800" b="1" dirty="0">
                        <a:solidFill>
                          <a:schemeClr val="lt1"/>
                        </a:solidFill>
                        <a:latin typeface="Constantia" panose="02030602050306030303" pitchFamily="18" charset="0"/>
                        <a:ea typeface="Audiowide"/>
                        <a:cs typeface="Audiowide"/>
                        <a:sym typeface="Audiowide"/>
                      </a:endParaRPr>
                    </a:p>
                  </a:txBody>
                  <a:tcPr marL="91425" marR="91425" marT="91425" marB="6857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285750" lvl="0" indent="-285750" algn="l" rtl="0">
                        <a:spcBef>
                          <a:spcPts val="0"/>
                        </a:spcBef>
                        <a:spcAft>
                          <a:spcPts val="0"/>
                        </a:spcAft>
                        <a:buClr>
                          <a:srgbClr val="D97757"/>
                        </a:buClr>
                        <a:buFont typeface="Arial" panose="020B0604020202020204" pitchFamily="34" charset="0"/>
                        <a:buChar char="•"/>
                      </a:pPr>
                      <a:r>
                        <a:rPr lang="en-IL" sz="1400" b="0" dirty="0">
                          <a:solidFill>
                            <a:schemeClr val="lt1"/>
                          </a:solidFill>
                          <a:latin typeface="Constantia" panose="02030602050306030303" pitchFamily="18" charset="0"/>
                          <a:ea typeface="Varela Round"/>
                          <a:cs typeface="Varela Round"/>
                          <a:sym typeface="Varela Round"/>
                        </a:rPr>
                        <a:t>Converts repo into vectors</a:t>
                      </a:r>
                    </a:p>
                    <a:p>
                      <a:pPr marL="285750" lvl="0" indent="-285750" algn="l" rtl="0">
                        <a:spcBef>
                          <a:spcPts val="0"/>
                        </a:spcBef>
                        <a:spcAft>
                          <a:spcPts val="0"/>
                        </a:spcAft>
                        <a:buClr>
                          <a:srgbClr val="D97757"/>
                        </a:buClr>
                        <a:buFont typeface="Arial" panose="020B0604020202020204" pitchFamily="34" charset="0"/>
                        <a:buChar char="•"/>
                      </a:pPr>
                      <a:r>
                        <a:rPr lang="en-IL" sz="1400" b="0" dirty="0">
                          <a:solidFill>
                            <a:schemeClr val="lt1"/>
                          </a:solidFill>
                          <a:latin typeface="Constantia" panose="02030602050306030303" pitchFamily="18" charset="0"/>
                          <a:ea typeface="Varela Round"/>
                          <a:cs typeface="Varela Round"/>
                          <a:sym typeface="Varela Round"/>
                        </a:rPr>
                        <a:t>Retrieve relevant files</a:t>
                      </a:r>
                      <a:endParaRPr sz="1400" b="0" dirty="0">
                        <a:solidFill>
                          <a:schemeClr val="lt1"/>
                        </a:solidFill>
                        <a:latin typeface="Constantia" panose="02030602050306030303" pitchFamily="18" charset="0"/>
                        <a:ea typeface="Varela Round"/>
                        <a:cs typeface="Varela Round"/>
                        <a:sym typeface="Varela Round"/>
                      </a:endParaRPr>
                    </a:p>
                  </a:txBody>
                  <a:tcPr marL="91425" marR="91425" marT="91425" marB="91425" anchor="ctr">
                    <a:lnL w="9525" cap="flat" cmpd="sng">
                      <a:solidFill>
                        <a:schemeClr val="lt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644619">
                <a:tc>
                  <a:txBody>
                    <a:bodyPr/>
                    <a:lstStyle/>
                    <a:p>
                      <a:pPr marL="0" lvl="0" indent="0" algn="l" rtl="0">
                        <a:spcBef>
                          <a:spcPts val="0"/>
                        </a:spcBef>
                        <a:spcAft>
                          <a:spcPts val="0"/>
                        </a:spcAft>
                        <a:buNone/>
                      </a:pPr>
                      <a:endParaRPr sz="1400">
                        <a:solidFill>
                          <a:schemeClr val="lt1"/>
                        </a:solidFill>
                        <a:latin typeface="Varela Round"/>
                        <a:ea typeface="Varela Round"/>
                        <a:cs typeface="Varela Round"/>
                        <a:sym typeface="Varela Round"/>
                      </a:endParaRPr>
                    </a:p>
                  </a:txBody>
                  <a:tcPr marL="91425" marR="91425" marT="68575" marB="68575" anchor="ctr">
                    <a:lnL w="19050" cap="flat" cmpd="sng">
                      <a:solidFill>
                        <a:srgbClr val="B7B7B7">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IL" sz="1800" b="1" dirty="0">
                          <a:solidFill>
                            <a:schemeClr val="lt1"/>
                          </a:solidFill>
                          <a:latin typeface="Constantia" panose="02030602050306030303" pitchFamily="18" charset="0"/>
                          <a:ea typeface="Audiowide"/>
                          <a:cs typeface="Audiowide"/>
                          <a:sym typeface="Audiowide"/>
                        </a:rPr>
                        <a:t>Terminal and Execution</a:t>
                      </a:r>
                      <a:endParaRPr sz="1800" b="1" dirty="0">
                        <a:solidFill>
                          <a:schemeClr val="lt1"/>
                        </a:solidFill>
                        <a:latin typeface="Constantia" panose="02030602050306030303" pitchFamily="18" charset="0"/>
                        <a:ea typeface="Audiowide"/>
                        <a:cs typeface="Audiowide"/>
                        <a:sym typeface="Audiowide"/>
                      </a:endParaRPr>
                    </a:p>
                  </a:txBody>
                  <a:tcPr marL="91425" marR="91425" marT="91425" marB="6857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R</a:t>
                      </a:r>
                      <a:r>
                        <a:rPr sz="1400" dirty="0">
                          <a:solidFill>
                            <a:schemeClr val="lt1"/>
                          </a:solidFill>
                          <a:latin typeface="Constantia" panose="02030602050306030303" pitchFamily="18" charset="0"/>
                          <a:ea typeface="Varela Round"/>
                          <a:cs typeface="Varela Round"/>
                          <a:sym typeface="Varela Round"/>
                        </a:rPr>
                        <a:t>un commands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Execute scripts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Install dependencies</a:t>
                      </a:r>
                      <a:endParaRPr sz="1400" dirty="0">
                        <a:solidFill>
                          <a:schemeClr val="lt1"/>
                        </a:solidFill>
                        <a:latin typeface="Constantia" panose="02030602050306030303" pitchFamily="18" charset="0"/>
                        <a:ea typeface="Varela Round"/>
                        <a:cs typeface="Varela Round"/>
                        <a:sym typeface="Varela Round"/>
                      </a:endParaRPr>
                    </a:p>
                  </a:txBody>
                  <a:tcPr marL="91425" marR="91425" marT="91425" marB="91425" anchor="ctr">
                    <a:lnL w="9525" cap="flat" cmpd="sng">
                      <a:solidFill>
                        <a:schemeClr val="lt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644619">
                <a:tc>
                  <a:txBody>
                    <a:bodyPr/>
                    <a:lstStyle/>
                    <a:p>
                      <a:pPr marL="0" lvl="0" indent="0" algn="l" rtl="0">
                        <a:spcBef>
                          <a:spcPts val="0"/>
                        </a:spcBef>
                        <a:spcAft>
                          <a:spcPts val="0"/>
                        </a:spcAft>
                        <a:buNone/>
                      </a:pPr>
                      <a:endParaRPr sz="1400" dirty="0">
                        <a:solidFill>
                          <a:schemeClr val="lt1"/>
                        </a:solidFill>
                        <a:latin typeface="Varela Round"/>
                        <a:ea typeface="Varela Round"/>
                        <a:cs typeface="Varela Round"/>
                        <a:sym typeface="Varela Round"/>
                      </a:endParaRPr>
                    </a:p>
                  </a:txBody>
                  <a:tcPr marL="91425" marR="91425" marT="68575" marB="68575" anchor="ctr">
                    <a:lnL w="19050" cap="flat" cmpd="sng">
                      <a:solidFill>
                        <a:srgbClr val="B7B7B7">
                          <a:alpha val="0"/>
                        </a:srgbClr>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0" lvl="0" indent="0" algn="ctr" rtl="0">
                        <a:spcBef>
                          <a:spcPts val="0"/>
                        </a:spcBef>
                        <a:spcAft>
                          <a:spcPts val="0"/>
                        </a:spcAft>
                        <a:buNone/>
                      </a:pPr>
                      <a:r>
                        <a:rPr sz="1800" b="1" dirty="0">
                          <a:solidFill>
                            <a:schemeClr val="lt1"/>
                          </a:solidFill>
                          <a:latin typeface="Constantia" panose="02030602050306030303" pitchFamily="18" charset="0"/>
                          <a:ea typeface="Audiowide"/>
                          <a:cs typeface="Audiowide"/>
                          <a:sym typeface="Audiowide"/>
                        </a:rPr>
                        <a:t>T</a:t>
                      </a:r>
                      <a:r>
                        <a:rPr lang="en-IL" sz="1800" b="1" dirty="0">
                          <a:solidFill>
                            <a:schemeClr val="lt1"/>
                          </a:solidFill>
                          <a:latin typeface="Constantia" panose="02030602050306030303" pitchFamily="18" charset="0"/>
                          <a:ea typeface="Audiowide"/>
                          <a:cs typeface="Audiowide"/>
                          <a:sym typeface="Audiowide"/>
                        </a:rPr>
                        <a:t>est and Validation</a:t>
                      </a:r>
                      <a:endParaRPr sz="1800" b="1" dirty="0">
                        <a:solidFill>
                          <a:schemeClr val="lt1"/>
                        </a:solidFill>
                        <a:latin typeface="Constantia" panose="02030602050306030303" pitchFamily="18" charset="0"/>
                        <a:ea typeface="Audiowide"/>
                        <a:cs typeface="Audiowide"/>
                        <a:sym typeface="Audiowide"/>
                      </a:endParaRPr>
                    </a:p>
                  </a:txBody>
                  <a:tcPr marL="91425" marR="91425" marT="91425" marB="6857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R</a:t>
                      </a:r>
                      <a:r>
                        <a:rPr sz="1400" dirty="0">
                          <a:solidFill>
                            <a:schemeClr val="lt1"/>
                          </a:solidFill>
                          <a:latin typeface="Constantia" panose="02030602050306030303" pitchFamily="18" charset="0"/>
                          <a:ea typeface="Varela Round"/>
                          <a:cs typeface="Varela Round"/>
                          <a:sym typeface="Varela Round"/>
                        </a:rPr>
                        <a:t>un tests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C</a:t>
                      </a:r>
                      <a:r>
                        <a:rPr sz="1400" dirty="0">
                          <a:solidFill>
                            <a:schemeClr val="lt1"/>
                          </a:solidFill>
                          <a:latin typeface="Constantia" panose="02030602050306030303" pitchFamily="18" charset="0"/>
                          <a:ea typeface="Varela Round"/>
                          <a:cs typeface="Varela Round"/>
                          <a:sym typeface="Varela Round"/>
                        </a:rPr>
                        <a:t>heck outputs</a:t>
                      </a:r>
                    </a:p>
                    <a:p>
                      <a:pPr marL="285750" lvl="0" indent="-285750" algn="l" rtl="0">
                        <a:spcBef>
                          <a:spcPts val="0"/>
                        </a:spcBef>
                        <a:spcAft>
                          <a:spcPts val="0"/>
                        </a:spcAft>
                        <a:buClr>
                          <a:srgbClr val="D97757"/>
                        </a:buClr>
                        <a:buFont typeface="Arial" panose="020B0604020202020204" pitchFamily="34" charset="0"/>
                        <a:buChar char="•"/>
                      </a:pPr>
                      <a:r>
                        <a:rPr lang="en-IL" sz="1400" dirty="0">
                          <a:solidFill>
                            <a:schemeClr val="lt1"/>
                          </a:solidFill>
                          <a:latin typeface="Constantia" panose="02030602050306030303" pitchFamily="18" charset="0"/>
                          <a:ea typeface="Varela Round"/>
                          <a:cs typeface="Varela Round"/>
                          <a:sym typeface="Varela Round"/>
                        </a:rPr>
                        <a:t>Validate fixes</a:t>
                      </a:r>
                      <a:endParaRPr sz="1400" dirty="0">
                        <a:solidFill>
                          <a:schemeClr val="lt1"/>
                        </a:solidFill>
                        <a:latin typeface="Constantia" panose="02030602050306030303" pitchFamily="18" charset="0"/>
                        <a:ea typeface="Varela Round"/>
                        <a:cs typeface="Varela Round"/>
                        <a:sym typeface="Varela Round"/>
                      </a:endParaRPr>
                    </a:p>
                  </a:txBody>
                  <a:tcPr marL="91425" marR="91425" marT="91425" marB="91425" anchor="ctr">
                    <a:lnL w="9525" cap="flat" cmpd="sng" algn="ctr">
                      <a:solidFill>
                        <a:schemeClr val="lt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19050" cap="flat" cmpd="sng">
                      <a:solidFill>
                        <a:srgbClr val="F4C5B1">
                          <a:alpha val="0"/>
                        </a:srgbClr>
                      </a:solidFill>
                      <a:prstDash val="solid"/>
                      <a:round/>
                      <a:headEnd type="none" w="sm" len="sm"/>
                      <a:tailEnd type="none" w="sm" len="sm"/>
                    </a:lnB>
                  </a:tcPr>
                </a:tc>
                <a:extLst>
                  <a:ext uri="{0D108BD9-81ED-4DB2-BD59-A6C34878D82A}">
                    <a16:rowId xmlns:a16="http://schemas.microsoft.com/office/drawing/2014/main" val="3539075644"/>
                  </a:ext>
                </a:extLst>
              </a:tr>
            </a:tbl>
          </a:graphicData>
        </a:graphic>
      </p:graphicFrame>
      <p:sp>
        <p:nvSpPr>
          <p:cNvPr id="566" name="Google Shape;566;p47"/>
          <p:cNvSpPr/>
          <p:nvPr/>
        </p:nvSpPr>
        <p:spPr>
          <a:xfrm>
            <a:off x="1236433" y="1845676"/>
            <a:ext cx="570000" cy="5700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7" name="Google Shape;567;p47"/>
          <p:cNvSpPr/>
          <p:nvPr/>
        </p:nvSpPr>
        <p:spPr>
          <a:xfrm>
            <a:off x="1277288" y="2719619"/>
            <a:ext cx="488289" cy="507148"/>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7"/>
          <p:cNvSpPr/>
          <p:nvPr/>
        </p:nvSpPr>
        <p:spPr>
          <a:xfrm>
            <a:off x="1228998" y="3401416"/>
            <a:ext cx="570000" cy="5700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568;p47">
            <a:extLst>
              <a:ext uri="{FF2B5EF4-FFF2-40B4-BE49-F238E27FC236}">
                <a16:creationId xmlns:a16="http://schemas.microsoft.com/office/drawing/2014/main" id="{0A27C41B-566B-4E24-A8EE-B43D4592F9AF}"/>
              </a:ext>
            </a:extLst>
          </p:cNvPr>
          <p:cNvSpPr/>
          <p:nvPr/>
        </p:nvSpPr>
        <p:spPr>
          <a:xfrm>
            <a:off x="1232747" y="4212507"/>
            <a:ext cx="570000" cy="5700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 name="תמונה 4">
            <a:extLst>
              <a:ext uri="{FF2B5EF4-FFF2-40B4-BE49-F238E27FC236}">
                <a16:creationId xmlns:a16="http://schemas.microsoft.com/office/drawing/2014/main" id="{ED8C5F82-446F-65A7-228B-47C38DC47D3D}"/>
              </a:ext>
            </a:extLst>
          </p:cNvPr>
          <p:cNvPicPr>
            <a:picLocks noChangeAspect="1"/>
          </p:cNvPicPr>
          <p:nvPr/>
        </p:nvPicPr>
        <p:blipFill>
          <a:blip r:embed="rId3">
            <a:lum bright="70000" contrast="-70000"/>
          </a:blip>
          <a:stretch>
            <a:fillRect/>
          </a:stretch>
        </p:blipFill>
        <p:spPr>
          <a:xfrm>
            <a:off x="1277288" y="1887547"/>
            <a:ext cx="486257" cy="486257"/>
          </a:xfrm>
          <a:prstGeom prst="rect">
            <a:avLst/>
          </a:prstGeom>
        </p:spPr>
      </p:pic>
      <p:pic>
        <p:nvPicPr>
          <p:cNvPr id="7" name="תמונה 6">
            <a:extLst>
              <a:ext uri="{FF2B5EF4-FFF2-40B4-BE49-F238E27FC236}">
                <a16:creationId xmlns:a16="http://schemas.microsoft.com/office/drawing/2014/main" id="{6FF56C42-E845-7FE7-B375-E96A7737708B}"/>
              </a:ext>
            </a:extLst>
          </p:cNvPr>
          <p:cNvPicPr>
            <a:picLocks noChangeAspect="1"/>
          </p:cNvPicPr>
          <p:nvPr/>
        </p:nvPicPr>
        <p:blipFill>
          <a:blip r:embed="rId4">
            <a:lum bright="70000" contrast="-70000"/>
          </a:blip>
          <a:stretch>
            <a:fillRect/>
          </a:stretch>
        </p:blipFill>
        <p:spPr>
          <a:xfrm>
            <a:off x="1365547" y="2836012"/>
            <a:ext cx="296901" cy="296901"/>
          </a:xfrm>
          <a:prstGeom prst="rect">
            <a:avLst/>
          </a:prstGeom>
        </p:spPr>
      </p:pic>
      <p:pic>
        <p:nvPicPr>
          <p:cNvPr id="9" name="תמונה 8">
            <a:extLst>
              <a:ext uri="{FF2B5EF4-FFF2-40B4-BE49-F238E27FC236}">
                <a16:creationId xmlns:a16="http://schemas.microsoft.com/office/drawing/2014/main" id="{E540607F-79AA-5847-E44C-0946B547F7F6}"/>
              </a:ext>
            </a:extLst>
          </p:cNvPr>
          <p:cNvPicPr>
            <a:picLocks noChangeAspect="1"/>
          </p:cNvPicPr>
          <p:nvPr/>
        </p:nvPicPr>
        <p:blipFill>
          <a:blip r:embed="rId5">
            <a:lum bright="70000" contrast="-70000"/>
          </a:blip>
          <a:stretch>
            <a:fillRect/>
          </a:stretch>
        </p:blipFill>
        <p:spPr>
          <a:xfrm>
            <a:off x="1310922" y="3481022"/>
            <a:ext cx="406150" cy="406150"/>
          </a:xfrm>
          <a:prstGeom prst="rect">
            <a:avLst/>
          </a:prstGeom>
        </p:spPr>
      </p:pic>
      <p:pic>
        <p:nvPicPr>
          <p:cNvPr id="11" name="תמונה 10">
            <a:extLst>
              <a:ext uri="{FF2B5EF4-FFF2-40B4-BE49-F238E27FC236}">
                <a16:creationId xmlns:a16="http://schemas.microsoft.com/office/drawing/2014/main" id="{B061929E-D5E7-11E5-3F43-CD1C9A8A16F9}"/>
              </a:ext>
            </a:extLst>
          </p:cNvPr>
          <p:cNvPicPr>
            <a:picLocks noChangeAspect="1"/>
          </p:cNvPicPr>
          <p:nvPr/>
        </p:nvPicPr>
        <p:blipFill>
          <a:blip r:embed="rId6">
            <a:lum bright="70000" contrast="-70000"/>
          </a:blip>
          <a:stretch>
            <a:fillRect/>
          </a:stretch>
        </p:blipFill>
        <p:spPr>
          <a:xfrm>
            <a:off x="1318356" y="4286809"/>
            <a:ext cx="421396" cy="421396"/>
          </a:xfrm>
          <a:prstGeom prst="rect">
            <a:avLst/>
          </a:prstGeom>
        </p:spPr>
      </p:pic>
      <p:pic>
        <p:nvPicPr>
          <p:cNvPr id="12" name="Picture 2" descr="Clawd">
            <a:extLst>
              <a:ext uri="{FF2B5EF4-FFF2-40B4-BE49-F238E27FC236}">
                <a16:creationId xmlns:a16="http://schemas.microsoft.com/office/drawing/2014/main" id="{3F9D5398-D23D-62D3-F3A5-5A75DE0E1B7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780" y="238109"/>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13"/>
        <p:cNvGrpSpPr/>
        <p:nvPr/>
      </p:nvGrpSpPr>
      <p:grpSpPr>
        <a:xfrm>
          <a:off x="0" y="0"/>
          <a:ext cx="0" cy="0"/>
          <a:chOff x="0" y="0"/>
          <a:chExt cx="0" cy="0"/>
        </a:xfrm>
      </p:grpSpPr>
      <p:sp>
        <p:nvSpPr>
          <p:cNvPr id="514" name="Google Shape;514;p45"/>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Tool Selection</a:t>
            </a:r>
            <a:endParaRPr sz="3200" dirty="0">
              <a:solidFill>
                <a:srgbClr val="D97757"/>
              </a:solidFill>
            </a:endParaRPr>
          </a:p>
        </p:txBody>
      </p:sp>
      <p:sp>
        <p:nvSpPr>
          <p:cNvPr id="2" name="תיבת טקסט 1">
            <a:extLst>
              <a:ext uri="{FF2B5EF4-FFF2-40B4-BE49-F238E27FC236}">
                <a16:creationId xmlns:a16="http://schemas.microsoft.com/office/drawing/2014/main" id="{1FB9C42E-8E78-5D6D-148F-203A4F523B4F}"/>
              </a:ext>
            </a:extLst>
          </p:cNvPr>
          <p:cNvSpPr txBox="1"/>
          <p:nvPr/>
        </p:nvSpPr>
        <p:spPr>
          <a:xfrm>
            <a:off x="720000" y="1390185"/>
            <a:ext cx="7704000" cy="523220"/>
          </a:xfrm>
          <a:prstGeom prst="rect">
            <a:avLst/>
          </a:prstGeom>
          <a:noFill/>
        </p:spPr>
        <p:txBody>
          <a:bodyPr wrap="square" rtlCol="1">
            <a:spAutoFit/>
          </a:bodyPr>
          <a:lstStyle/>
          <a:p>
            <a:pPr algn="ctr"/>
            <a:r>
              <a:rPr lang="en-IL" sz="2800" dirty="0">
                <a:solidFill>
                  <a:schemeClr val="bg1"/>
                </a:solidFill>
                <a:latin typeface="Constantia" panose="02030602050306030303" pitchFamily="18" charset="0"/>
              </a:rPr>
              <a:t>What information or action do I need next?</a:t>
            </a:r>
            <a:endParaRPr lang="he-IL" sz="2800" dirty="0">
              <a:solidFill>
                <a:schemeClr val="bg1"/>
              </a:solidFill>
              <a:latin typeface="Constantia" panose="02030602050306030303" pitchFamily="18" charset="0"/>
            </a:endParaRPr>
          </a:p>
        </p:txBody>
      </p:sp>
      <p:pic>
        <p:nvPicPr>
          <p:cNvPr id="8" name="תמונה 7">
            <a:extLst>
              <a:ext uri="{FF2B5EF4-FFF2-40B4-BE49-F238E27FC236}">
                <a16:creationId xmlns:a16="http://schemas.microsoft.com/office/drawing/2014/main" id="{F4CFB199-A8F0-1182-5002-94790170C34F}"/>
              </a:ext>
            </a:extLst>
          </p:cNvPr>
          <p:cNvPicPr>
            <a:picLocks noChangeAspect="1"/>
          </p:cNvPicPr>
          <p:nvPr/>
        </p:nvPicPr>
        <p:blipFill>
          <a:blip r:embed="rId3"/>
          <a:stretch>
            <a:fillRect/>
          </a:stretch>
        </p:blipFill>
        <p:spPr>
          <a:xfrm>
            <a:off x="951570" y="2078766"/>
            <a:ext cx="7194135" cy="2210736"/>
          </a:xfrm>
          <a:prstGeom prst="rect">
            <a:avLst/>
          </a:prstGeom>
        </p:spPr>
      </p:pic>
      <p:pic>
        <p:nvPicPr>
          <p:cNvPr id="3" name="Picture 2" descr="Clawd">
            <a:extLst>
              <a:ext uri="{FF2B5EF4-FFF2-40B4-BE49-F238E27FC236}">
                <a16:creationId xmlns:a16="http://schemas.microsoft.com/office/drawing/2014/main" id="{05CC065C-D7CE-AE8E-62F4-B37B188920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923" y="4302609"/>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63">
          <a:extLst>
            <a:ext uri="{FF2B5EF4-FFF2-40B4-BE49-F238E27FC236}">
              <a16:creationId xmlns:a16="http://schemas.microsoft.com/office/drawing/2014/main" id="{C66F27C8-E701-DE18-1CD2-03C83B106FA0}"/>
            </a:ext>
          </a:extLst>
        </p:cNvPr>
        <p:cNvGrpSpPr/>
        <p:nvPr/>
      </p:nvGrpSpPr>
      <p:grpSpPr>
        <a:xfrm>
          <a:off x="0" y="0"/>
          <a:ext cx="0" cy="0"/>
          <a:chOff x="0" y="0"/>
          <a:chExt cx="0" cy="0"/>
        </a:xfrm>
      </p:grpSpPr>
      <p:sp>
        <p:nvSpPr>
          <p:cNvPr id="564" name="Google Shape;564;p47">
            <a:extLst>
              <a:ext uri="{FF2B5EF4-FFF2-40B4-BE49-F238E27FC236}">
                <a16:creationId xmlns:a16="http://schemas.microsoft.com/office/drawing/2014/main" id="{09651ED9-E742-F693-0569-89A029B266FB}"/>
              </a:ext>
            </a:extLst>
          </p:cNvPr>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3200" dirty="0">
                <a:solidFill>
                  <a:srgbClr val="D97757"/>
                </a:solidFill>
              </a:rPr>
              <a:t>Context Management</a:t>
            </a:r>
            <a:endParaRPr sz="3200" dirty="0">
              <a:solidFill>
                <a:srgbClr val="D97757"/>
              </a:solidFill>
            </a:endParaRPr>
          </a:p>
        </p:txBody>
      </p:sp>
      <p:sp>
        <p:nvSpPr>
          <p:cNvPr id="3" name="תיבת טקסט 2">
            <a:extLst>
              <a:ext uri="{FF2B5EF4-FFF2-40B4-BE49-F238E27FC236}">
                <a16:creationId xmlns:a16="http://schemas.microsoft.com/office/drawing/2014/main" id="{7E7C8033-56A6-4CA3-9F60-2C85E3906334}"/>
              </a:ext>
            </a:extLst>
          </p:cNvPr>
          <p:cNvSpPr txBox="1"/>
          <p:nvPr/>
        </p:nvSpPr>
        <p:spPr>
          <a:xfrm>
            <a:off x="572429" y="1405054"/>
            <a:ext cx="7798420" cy="2308324"/>
          </a:xfrm>
          <a:prstGeom prst="rect">
            <a:avLst/>
          </a:prstGeom>
          <a:noFill/>
        </p:spPr>
        <p:txBody>
          <a:bodyPr wrap="square" rtlCol="1">
            <a:spAutoFit/>
          </a:bodyPr>
          <a:lstStyle/>
          <a:p>
            <a:pPr marL="285750" indent="-285750">
              <a:buBlip>
                <a:blip r:embed="rId3">
                  <a:extLst>
                    <a:ext uri="{96DAC541-7B7A-43D3-8B79-37D633B846F1}">
                      <asvg:svgBlip xmlns:asvg="http://schemas.microsoft.com/office/drawing/2016/SVG/main" r:embed="rId4"/>
                    </a:ext>
                  </a:extLst>
                </a:blip>
              </a:buBlip>
            </a:pPr>
            <a:r>
              <a:rPr lang="en-IL" sz="2400" dirty="0">
                <a:solidFill>
                  <a:schemeClr val="bg1"/>
                </a:solidFill>
                <a:latin typeface="Constantia" panose="02030602050306030303" pitchFamily="18" charset="0"/>
              </a:rPr>
              <a:t>Analyses the user request to identify relevant files and functions</a:t>
            </a:r>
          </a:p>
          <a:p>
            <a:pPr marL="285750" indent="-285750">
              <a:buBlip>
                <a:blip r:embed="rId3">
                  <a:extLst>
                    <a:ext uri="{96DAC541-7B7A-43D3-8B79-37D633B846F1}">
                      <asvg:svgBlip xmlns:asvg="http://schemas.microsoft.com/office/drawing/2016/SVG/main" r:embed="rId4"/>
                    </a:ext>
                  </a:extLst>
                </a:blip>
              </a:buBlip>
            </a:pPr>
            <a:r>
              <a:rPr lang="en-IL" sz="2400" dirty="0">
                <a:solidFill>
                  <a:schemeClr val="bg1"/>
                </a:solidFill>
                <a:latin typeface="Constantia" panose="02030602050306030303" pitchFamily="18" charset="0"/>
              </a:rPr>
              <a:t>Use semantic search to fetch the most relevant code chunks</a:t>
            </a:r>
          </a:p>
          <a:p>
            <a:pPr marL="285750" indent="-285750">
              <a:buBlip>
                <a:blip r:embed="rId3">
                  <a:extLst>
                    <a:ext uri="{96DAC541-7B7A-43D3-8B79-37D633B846F1}">
                      <asvg:svgBlip xmlns:asvg="http://schemas.microsoft.com/office/drawing/2016/SVG/main" r:embed="rId4"/>
                    </a:ext>
                  </a:extLst>
                </a:blip>
              </a:buBlip>
            </a:pPr>
            <a:r>
              <a:rPr lang="en-IL" sz="2400" dirty="0">
                <a:solidFill>
                  <a:schemeClr val="bg1"/>
                </a:solidFill>
                <a:latin typeface="Constantia" panose="02030602050306030303" pitchFamily="18" charset="0"/>
              </a:rPr>
              <a:t> expands context for understanding</a:t>
            </a:r>
          </a:p>
          <a:p>
            <a:pPr marL="285750" indent="-285750">
              <a:buBlip>
                <a:blip r:embed="rId3">
                  <a:extLst>
                    <a:ext uri="{96DAC541-7B7A-43D3-8B79-37D633B846F1}">
                      <asvg:svgBlip xmlns:asvg="http://schemas.microsoft.com/office/drawing/2016/SVG/main" r:embed="rId4"/>
                    </a:ext>
                  </a:extLst>
                </a:blip>
              </a:buBlip>
            </a:pPr>
            <a:r>
              <a:rPr lang="en-IL" sz="2400" dirty="0">
                <a:solidFill>
                  <a:schemeClr val="bg1"/>
                </a:solidFill>
                <a:latin typeface="Constantia" panose="02030602050306030303" pitchFamily="18" charset="0"/>
              </a:rPr>
              <a:t>Removes redundancy parts to stay within token limits</a:t>
            </a:r>
          </a:p>
        </p:txBody>
      </p:sp>
      <p:pic>
        <p:nvPicPr>
          <p:cNvPr id="2" name="Picture 2" descr="Clawd">
            <a:extLst>
              <a:ext uri="{FF2B5EF4-FFF2-40B4-BE49-F238E27FC236}">
                <a16:creationId xmlns:a16="http://schemas.microsoft.com/office/drawing/2014/main" id="{0719F142-33F9-067B-00C9-D0CE9F86D8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99525" y="4201362"/>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708239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94"/>
        <p:cNvGrpSpPr/>
        <p:nvPr/>
      </p:nvGrpSpPr>
      <p:grpSpPr>
        <a:xfrm>
          <a:off x="0" y="0"/>
          <a:ext cx="0" cy="0"/>
          <a:chOff x="0" y="0"/>
          <a:chExt cx="0" cy="0"/>
        </a:xfrm>
      </p:grpSpPr>
      <p:sp>
        <p:nvSpPr>
          <p:cNvPr id="595" name="Google Shape;595;p49"/>
          <p:cNvSpPr txBox="1">
            <a:spLocks noGrp="1"/>
          </p:cNvSpPr>
          <p:nvPr>
            <p:ph type="title"/>
          </p:nvPr>
        </p:nvSpPr>
        <p:spPr>
          <a:xfrm>
            <a:off x="691376" y="1618350"/>
            <a:ext cx="7096324" cy="19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IL" sz="6620" dirty="0">
                <a:solidFill>
                  <a:srgbClr val="D97757"/>
                </a:solidFill>
              </a:rPr>
              <a:t>Thank You For Listening</a:t>
            </a:r>
            <a:endParaRPr sz="6620" dirty="0">
              <a:solidFill>
                <a:srgbClr val="D97757"/>
              </a:solidFill>
            </a:endParaRPr>
          </a:p>
        </p:txBody>
      </p:sp>
      <p:pic>
        <p:nvPicPr>
          <p:cNvPr id="2" name="Picture 2" descr="Clawd">
            <a:extLst>
              <a:ext uri="{FF2B5EF4-FFF2-40B4-BE49-F238E27FC236}">
                <a16:creationId xmlns:a16="http://schemas.microsoft.com/office/drawing/2014/main" id="{58B4D76F-83E2-6DF3-67E4-8EE980C228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052" y="4208797"/>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pic>
        <p:nvPicPr>
          <p:cNvPr id="3" name="Picture 2" descr="Clawd">
            <a:extLst>
              <a:ext uri="{FF2B5EF4-FFF2-40B4-BE49-F238E27FC236}">
                <a16:creationId xmlns:a16="http://schemas.microsoft.com/office/drawing/2014/main" id="{AD48DD9D-4855-317F-8695-B56A0D071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3545" y="276134"/>
            <a:ext cx="742647" cy="602782"/>
          </a:xfrm>
          <a:prstGeom prst="rect">
            <a:avLst/>
          </a:prstGeom>
          <a:noFill/>
          <a:effectLst>
            <a:outerShdw blurRad="101600" dist="38100" dir="2700000" sx="113000" sy="113000" algn="tl" rotWithShape="0">
              <a:prstClr val="black">
                <a:alpha val="43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9"/>
        <p:cNvGrpSpPr/>
        <p:nvPr/>
      </p:nvGrpSpPr>
      <p:grpSpPr>
        <a:xfrm>
          <a:off x="0" y="0"/>
          <a:ext cx="0" cy="0"/>
          <a:chOff x="0" y="0"/>
          <a:chExt cx="0" cy="0"/>
        </a:xfrm>
      </p:grpSpPr>
      <p:sp>
        <p:nvSpPr>
          <p:cNvPr id="270" name="Google Shape;270;p35"/>
          <p:cNvSpPr txBox="1">
            <a:spLocks noGrp="1"/>
          </p:cNvSpPr>
          <p:nvPr>
            <p:ph type="title"/>
          </p:nvPr>
        </p:nvSpPr>
        <p:spPr>
          <a:xfrm>
            <a:off x="1556700" y="1582697"/>
            <a:ext cx="6030600" cy="82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
        <p:nvSpPr>
          <p:cNvPr id="271" name="Google Shape;271;p35"/>
          <p:cNvSpPr txBox="1">
            <a:spLocks noGrp="1"/>
          </p:cNvSpPr>
          <p:nvPr>
            <p:ph type="subTitle" idx="1"/>
          </p:nvPr>
        </p:nvSpPr>
        <p:spPr>
          <a:xfrm>
            <a:off x="1557300" y="2407003"/>
            <a:ext cx="6029400" cy="115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75"/>
        <p:cNvGrpSpPr/>
        <p:nvPr/>
      </p:nvGrpSpPr>
      <p:grpSpPr>
        <a:xfrm>
          <a:off x="0" y="0"/>
          <a:ext cx="0" cy="0"/>
          <a:chOff x="0" y="0"/>
          <a:chExt cx="0" cy="0"/>
        </a:xfrm>
      </p:grpSpPr>
      <p:sp>
        <p:nvSpPr>
          <p:cNvPr id="276" name="Google Shape;276;p36"/>
          <p:cNvSpPr txBox="1">
            <a:spLocks noGrp="1"/>
          </p:cNvSpPr>
          <p:nvPr>
            <p:ph type="title"/>
          </p:nvPr>
        </p:nvSpPr>
        <p:spPr>
          <a:xfrm>
            <a:off x="2038200" y="2465719"/>
            <a:ext cx="50676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US</a:t>
            </a:r>
            <a:endParaRPr/>
          </a:p>
        </p:txBody>
      </p:sp>
      <p:sp>
        <p:nvSpPr>
          <p:cNvPr id="277" name="Google Shape;277;p36"/>
          <p:cNvSpPr txBox="1">
            <a:spLocks noGrp="1"/>
          </p:cNvSpPr>
          <p:nvPr>
            <p:ph type="title" idx="2"/>
          </p:nvPr>
        </p:nvSpPr>
        <p:spPr>
          <a:xfrm>
            <a:off x="4023300" y="1341671"/>
            <a:ext cx="1097400" cy="109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278" name="Google Shape;278;p36"/>
          <p:cNvSpPr txBox="1">
            <a:spLocks noGrp="1"/>
          </p:cNvSpPr>
          <p:nvPr>
            <p:ph type="subTitle" idx="1"/>
          </p:nvPr>
        </p:nvSpPr>
        <p:spPr>
          <a:xfrm>
            <a:off x="2542200" y="3436129"/>
            <a:ext cx="40596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58"/>
        <p:cNvGrpSpPr/>
        <p:nvPr/>
      </p:nvGrpSpPr>
      <p:grpSpPr>
        <a:xfrm>
          <a:off x="0" y="0"/>
          <a:ext cx="0" cy="0"/>
          <a:chOff x="0" y="0"/>
          <a:chExt cx="0" cy="0"/>
        </a:xfrm>
      </p:grpSpPr>
      <p:sp>
        <p:nvSpPr>
          <p:cNvPr id="559" name="Google Shape;559;p46"/>
          <p:cNvSpPr txBox="1">
            <a:spLocks noGrp="1"/>
          </p:cNvSpPr>
          <p:nvPr>
            <p:ph type="title"/>
          </p:nvPr>
        </p:nvSpPr>
        <p:spPr>
          <a:xfrm>
            <a:off x="645425" y="539875"/>
            <a:ext cx="4971600" cy="15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a:t>
            </a:r>
            <a:r>
              <a:rPr lang="en">
                <a:solidFill>
                  <a:schemeClr val="lt1"/>
                </a:solidFill>
              </a:rPr>
              <a:t>THOUSAND WORDS</a:t>
            </a:r>
            <a:endParaRPr>
              <a:solidFill>
                <a:schemeClr val="l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pic>
        <p:nvPicPr>
          <p:cNvPr id="600" name="Google Shape;600;p50"/>
          <p:cNvPicPr preferRelativeResize="0"/>
          <p:nvPr/>
        </p:nvPicPr>
        <p:blipFill rotWithShape="1">
          <a:blip r:embed="rId3">
            <a:alphaModFix/>
          </a:blip>
          <a:srcRect t="38055" b="9750"/>
          <a:stretch/>
        </p:blipFill>
        <p:spPr>
          <a:xfrm>
            <a:off x="713225" y="539500"/>
            <a:ext cx="7717500" cy="2247000"/>
          </a:xfrm>
          <a:prstGeom prst="roundRect">
            <a:avLst>
              <a:gd name="adj" fmla="val 0"/>
            </a:avLst>
          </a:prstGeom>
          <a:noFill/>
          <a:ln w="9525" cap="flat" cmpd="sng">
            <a:solidFill>
              <a:schemeClr val="lt1"/>
            </a:solidFill>
            <a:prstDash val="solid"/>
            <a:round/>
            <a:headEnd type="none" w="sm" len="sm"/>
            <a:tailEnd type="none" w="sm" len="sm"/>
          </a:ln>
        </p:spPr>
      </p:pic>
      <p:sp>
        <p:nvSpPr>
          <p:cNvPr id="601" name="Google Shape;601;p50"/>
          <p:cNvSpPr txBox="1">
            <a:spLocks noGrp="1"/>
          </p:cNvSpPr>
          <p:nvPr>
            <p:ph type="subTitle" idx="1"/>
          </p:nvPr>
        </p:nvSpPr>
        <p:spPr>
          <a:xfrm>
            <a:off x="1010400" y="3924475"/>
            <a:ext cx="71232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Images reveal large amounts of data, so remember: use an image instead of a long text. Your audience will appreciate it</a:t>
            </a:r>
            <a:endParaRPr dirty="0"/>
          </a:p>
        </p:txBody>
      </p:sp>
      <p:sp>
        <p:nvSpPr>
          <p:cNvPr id="602" name="Google Shape;602;p50"/>
          <p:cNvSpPr txBox="1">
            <a:spLocks noGrp="1"/>
          </p:cNvSpPr>
          <p:nvPr>
            <p:ph type="title"/>
          </p:nvPr>
        </p:nvSpPr>
        <p:spPr>
          <a:xfrm>
            <a:off x="1009650" y="2972200"/>
            <a:ext cx="7124700" cy="91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ALWAYS REINFORCES THE CONCEPT</a:t>
            </a:r>
            <a:endParaRPr/>
          </a:p>
        </p:txBody>
      </p:sp>
      <p:pic>
        <p:nvPicPr>
          <p:cNvPr id="603" name="Google Shape;603;p50"/>
          <p:cNvPicPr preferRelativeResize="0"/>
          <p:nvPr/>
        </p:nvPicPr>
        <p:blipFill rotWithShape="1">
          <a:blip r:embed="rId4">
            <a:alphaModFix/>
          </a:blip>
          <a:srcRect r="12534"/>
          <a:stretch/>
        </p:blipFill>
        <p:spPr>
          <a:xfrm rot="10800000" flipH="1">
            <a:off x="3851275" y="1"/>
            <a:ext cx="5292725" cy="3403874"/>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07"/>
        <p:cNvGrpSpPr/>
        <p:nvPr/>
      </p:nvGrpSpPr>
      <p:grpSpPr>
        <a:xfrm>
          <a:off x="0" y="0"/>
          <a:ext cx="0" cy="0"/>
          <a:chOff x="0" y="0"/>
          <a:chExt cx="0" cy="0"/>
        </a:xfrm>
      </p:grpSpPr>
      <p:sp>
        <p:nvSpPr>
          <p:cNvPr id="608" name="Google Shape;608;p51"/>
          <p:cNvSpPr txBox="1">
            <a:spLocks noGrp="1"/>
          </p:cNvSpPr>
          <p:nvPr>
            <p:ph type="subTitle" idx="1"/>
          </p:nvPr>
        </p:nvSpPr>
        <p:spPr>
          <a:xfrm>
            <a:off x="969750" y="1549400"/>
            <a:ext cx="7204500" cy="147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609" name="Google Shape;609;p51"/>
          <p:cNvSpPr txBox="1">
            <a:spLocks noGrp="1"/>
          </p:cNvSpPr>
          <p:nvPr>
            <p:ph type="title"/>
          </p:nvPr>
        </p:nvSpPr>
        <p:spPr>
          <a:xfrm>
            <a:off x="2135250" y="3062200"/>
            <a:ext cx="48735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13"/>
        <p:cNvGrpSpPr/>
        <p:nvPr/>
      </p:nvGrpSpPr>
      <p:grpSpPr>
        <a:xfrm>
          <a:off x="0" y="0"/>
          <a:ext cx="0" cy="0"/>
          <a:chOff x="0" y="0"/>
          <a:chExt cx="0" cy="0"/>
        </a:xfrm>
      </p:grpSpPr>
      <p:sp>
        <p:nvSpPr>
          <p:cNvPr id="614" name="Google Shape;614;p52"/>
          <p:cNvSpPr txBox="1">
            <a:spLocks noGrp="1"/>
          </p:cNvSpPr>
          <p:nvPr>
            <p:ph type="title"/>
          </p:nvPr>
        </p:nvSpPr>
        <p:spPr>
          <a:xfrm>
            <a:off x="713250" y="1841638"/>
            <a:ext cx="7717500" cy="113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4,498,300,000</a:t>
            </a:r>
            <a:endParaRPr/>
          </a:p>
        </p:txBody>
      </p:sp>
      <p:sp>
        <p:nvSpPr>
          <p:cNvPr id="615" name="Google Shape;615;p52"/>
          <p:cNvSpPr txBox="1">
            <a:spLocks noGrp="1"/>
          </p:cNvSpPr>
          <p:nvPr>
            <p:ph type="subTitle" idx="1"/>
          </p:nvPr>
        </p:nvSpPr>
        <p:spPr>
          <a:xfrm>
            <a:off x="1010400" y="2936163"/>
            <a:ext cx="71232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19"/>
        <p:cNvGrpSpPr/>
        <p:nvPr/>
      </p:nvGrpSpPr>
      <p:grpSpPr>
        <a:xfrm>
          <a:off x="0" y="0"/>
          <a:ext cx="0" cy="0"/>
          <a:chOff x="0" y="0"/>
          <a:chExt cx="0" cy="0"/>
        </a:xfrm>
      </p:grpSpPr>
      <p:sp>
        <p:nvSpPr>
          <p:cNvPr id="620" name="Google Shape;620;p53"/>
          <p:cNvSpPr txBox="1">
            <a:spLocks noGrp="1"/>
          </p:cNvSpPr>
          <p:nvPr>
            <p:ph type="subTitle" idx="1"/>
          </p:nvPr>
        </p:nvSpPr>
        <p:spPr>
          <a:xfrm>
            <a:off x="1850250" y="1226113"/>
            <a:ext cx="54435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Jupiter's rotation period</a:t>
            </a:r>
            <a:endParaRPr/>
          </a:p>
        </p:txBody>
      </p:sp>
      <p:sp>
        <p:nvSpPr>
          <p:cNvPr id="621" name="Google Shape;621;p53"/>
          <p:cNvSpPr txBox="1">
            <a:spLocks noGrp="1"/>
          </p:cNvSpPr>
          <p:nvPr>
            <p:ph type="title"/>
          </p:nvPr>
        </p:nvSpPr>
        <p:spPr>
          <a:xfrm>
            <a:off x="1850250" y="609522"/>
            <a:ext cx="54435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24h 37m 23s</a:t>
            </a:r>
            <a:endParaRPr/>
          </a:p>
        </p:txBody>
      </p:sp>
      <p:sp>
        <p:nvSpPr>
          <p:cNvPr id="622" name="Google Shape;622;p53"/>
          <p:cNvSpPr txBox="1">
            <a:spLocks noGrp="1"/>
          </p:cNvSpPr>
          <p:nvPr>
            <p:ph type="title" idx="2"/>
          </p:nvPr>
        </p:nvSpPr>
        <p:spPr>
          <a:xfrm>
            <a:off x="1850250" y="2083259"/>
            <a:ext cx="54435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333,000.000</a:t>
            </a:r>
            <a:endParaRPr/>
          </a:p>
        </p:txBody>
      </p:sp>
      <p:sp>
        <p:nvSpPr>
          <p:cNvPr id="623" name="Google Shape;623;p53"/>
          <p:cNvSpPr txBox="1">
            <a:spLocks noGrp="1"/>
          </p:cNvSpPr>
          <p:nvPr>
            <p:ph type="subTitle" idx="3"/>
          </p:nvPr>
        </p:nvSpPr>
        <p:spPr>
          <a:xfrm>
            <a:off x="1850250" y="2698386"/>
            <a:ext cx="54435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Earths is the Sun’s mass</a:t>
            </a:r>
            <a:endParaRPr/>
          </a:p>
        </p:txBody>
      </p:sp>
      <p:sp>
        <p:nvSpPr>
          <p:cNvPr id="624" name="Google Shape;624;p53"/>
          <p:cNvSpPr txBox="1">
            <a:spLocks noGrp="1"/>
          </p:cNvSpPr>
          <p:nvPr>
            <p:ph type="title" idx="4"/>
          </p:nvPr>
        </p:nvSpPr>
        <p:spPr>
          <a:xfrm>
            <a:off x="1850250" y="3554615"/>
            <a:ext cx="54435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625" name="Google Shape;625;p53"/>
          <p:cNvSpPr txBox="1">
            <a:spLocks noGrp="1"/>
          </p:cNvSpPr>
          <p:nvPr>
            <p:ph type="subTitle" idx="5"/>
          </p:nvPr>
        </p:nvSpPr>
        <p:spPr>
          <a:xfrm>
            <a:off x="1850250" y="4168278"/>
            <a:ext cx="54435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the distance between Earth and the Moon</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4"/>
          <p:cNvSpPr/>
          <p:nvPr/>
        </p:nvSpPr>
        <p:spPr>
          <a:xfrm>
            <a:off x="5972745" y="1730225"/>
            <a:ext cx="1307700" cy="13077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4"/>
          <p:cNvSpPr/>
          <p:nvPr/>
        </p:nvSpPr>
        <p:spPr>
          <a:xfrm flipH="1">
            <a:off x="6113445" y="1870925"/>
            <a:ext cx="1026300" cy="1026300"/>
          </a:xfrm>
          <a:prstGeom prst="donut">
            <a:avLst>
              <a:gd name="adj" fmla="val 1193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363636"/>
              </a:solidFill>
            </a:endParaRPr>
          </a:p>
        </p:txBody>
      </p:sp>
      <p:sp>
        <p:nvSpPr>
          <p:cNvPr id="632" name="Google Shape;632;p54"/>
          <p:cNvSpPr/>
          <p:nvPr/>
        </p:nvSpPr>
        <p:spPr>
          <a:xfrm flipH="1">
            <a:off x="6107895" y="1865375"/>
            <a:ext cx="1037400" cy="1037400"/>
          </a:xfrm>
          <a:prstGeom prst="blockArc">
            <a:avLst>
              <a:gd name="adj1" fmla="val 5340007"/>
              <a:gd name="adj2" fmla="val 16256715"/>
              <a:gd name="adj3" fmla="val 12710"/>
            </a:avLst>
          </a:pr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363636"/>
              </a:solidFill>
            </a:endParaRPr>
          </a:p>
        </p:txBody>
      </p:sp>
      <p:sp>
        <p:nvSpPr>
          <p:cNvPr id="633" name="Google Shape;633;p54"/>
          <p:cNvSpPr/>
          <p:nvPr/>
        </p:nvSpPr>
        <p:spPr>
          <a:xfrm>
            <a:off x="1863555" y="1730225"/>
            <a:ext cx="1307700" cy="13077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4"/>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INFORMATION STATS</a:t>
            </a:r>
            <a:endParaRPr/>
          </a:p>
        </p:txBody>
      </p:sp>
      <p:sp>
        <p:nvSpPr>
          <p:cNvPr id="635" name="Google Shape;635;p54"/>
          <p:cNvSpPr txBox="1">
            <a:spLocks noGrp="1"/>
          </p:cNvSpPr>
          <p:nvPr>
            <p:ph type="subTitle" idx="1"/>
          </p:nvPr>
        </p:nvSpPr>
        <p:spPr>
          <a:xfrm>
            <a:off x="1289505" y="3503636"/>
            <a:ext cx="2455800" cy="68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to the Sun and the smallest in the System</a:t>
            </a:r>
            <a:endParaRPr i="1"/>
          </a:p>
        </p:txBody>
      </p:sp>
      <p:sp>
        <p:nvSpPr>
          <p:cNvPr id="636" name="Google Shape;636;p54"/>
          <p:cNvSpPr txBox="1">
            <a:spLocks noGrp="1"/>
          </p:cNvSpPr>
          <p:nvPr>
            <p:ph type="title"/>
          </p:nvPr>
        </p:nvSpPr>
        <p:spPr>
          <a:xfrm>
            <a:off x="1289505" y="3113900"/>
            <a:ext cx="2455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637" name="Google Shape;637;p54"/>
          <p:cNvSpPr txBox="1">
            <a:spLocks noGrp="1"/>
          </p:cNvSpPr>
          <p:nvPr>
            <p:ph type="title" idx="2"/>
          </p:nvPr>
        </p:nvSpPr>
        <p:spPr>
          <a:xfrm>
            <a:off x="5398695" y="3113900"/>
            <a:ext cx="2455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638" name="Google Shape;638;p54"/>
          <p:cNvSpPr txBox="1">
            <a:spLocks noGrp="1"/>
          </p:cNvSpPr>
          <p:nvPr>
            <p:ph type="subTitle" idx="3"/>
          </p:nvPr>
        </p:nvSpPr>
        <p:spPr>
          <a:xfrm>
            <a:off x="5398695" y="3503636"/>
            <a:ext cx="2455800" cy="68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639" name="Google Shape;639;p54"/>
          <p:cNvSpPr txBox="1">
            <a:spLocks noGrp="1"/>
          </p:cNvSpPr>
          <p:nvPr>
            <p:ph type="title" idx="5"/>
          </p:nvPr>
        </p:nvSpPr>
        <p:spPr>
          <a:xfrm>
            <a:off x="6165195" y="2201225"/>
            <a:ext cx="922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640" name="Google Shape;640;p54"/>
          <p:cNvSpPr/>
          <p:nvPr/>
        </p:nvSpPr>
        <p:spPr>
          <a:xfrm flipH="1">
            <a:off x="2004255" y="1870925"/>
            <a:ext cx="1026300" cy="1026300"/>
          </a:xfrm>
          <a:prstGeom prst="donut">
            <a:avLst>
              <a:gd name="adj" fmla="val 1193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363636"/>
              </a:solidFill>
            </a:endParaRPr>
          </a:p>
        </p:txBody>
      </p:sp>
      <p:sp>
        <p:nvSpPr>
          <p:cNvPr id="641" name="Google Shape;641;p54"/>
          <p:cNvSpPr/>
          <p:nvPr/>
        </p:nvSpPr>
        <p:spPr>
          <a:xfrm flipH="1">
            <a:off x="1998705" y="1865375"/>
            <a:ext cx="1037400" cy="1037400"/>
          </a:xfrm>
          <a:prstGeom prst="blockArc">
            <a:avLst>
              <a:gd name="adj1" fmla="val 12413855"/>
              <a:gd name="adj2" fmla="val 16256715"/>
              <a:gd name="adj3" fmla="val 12710"/>
            </a:avLst>
          </a:pr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363636"/>
              </a:solidFill>
            </a:endParaRPr>
          </a:p>
        </p:txBody>
      </p:sp>
      <p:sp>
        <p:nvSpPr>
          <p:cNvPr id="642" name="Google Shape;642;p54"/>
          <p:cNvSpPr txBox="1">
            <a:spLocks noGrp="1"/>
          </p:cNvSpPr>
          <p:nvPr>
            <p:ph type="title" idx="4"/>
          </p:nvPr>
        </p:nvSpPr>
        <p:spPr>
          <a:xfrm>
            <a:off x="2056005" y="2201225"/>
            <a:ext cx="922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10%</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46"/>
        <p:cNvGrpSpPr/>
        <p:nvPr/>
      </p:nvGrpSpPr>
      <p:grpSpPr>
        <a:xfrm>
          <a:off x="0" y="0"/>
          <a:ext cx="0" cy="0"/>
          <a:chOff x="0" y="0"/>
          <a:chExt cx="0" cy="0"/>
        </a:xfrm>
      </p:grpSpPr>
      <p:grpSp>
        <p:nvGrpSpPr>
          <p:cNvPr id="647" name="Google Shape;647;p55"/>
          <p:cNvGrpSpPr/>
          <p:nvPr/>
        </p:nvGrpSpPr>
        <p:grpSpPr>
          <a:xfrm>
            <a:off x="3324104" y="918425"/>
            <a:ext cx="2623500" cy="2050677"/>
            <a:chOff x="3260250" y="956775"/>
            <a:chExt cx="2623500" cy="2050677"/>
          </a:xfrm>
        </p:grpSpPr>
        <p:sp>
          <p:nvSpPr>
            <p:cNvPr id="648" name="Google Shape;648;p55"/>
            <p:cNvSpPr/>
            <p:nvPr/>
          </p:nvSpPr>
          <p:spPr>
            <a:xfrm>
              <a:off x="3260250" y="956775"/>
              <a:ext cx="2623500" cy="17256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5"/>
            <p:cNvSpPr/>
            <p:nvPr/>
          </p:nvSpPr>
          <p:spPr>
            <a:xfrm>
              <a:off x="4173312" y="2682500"/>
              <a:ext cx="797375" cy="324953"/>
            </a:xfrm>
            <a:custGeom>
              <a:avLst/>
              <a:gdLst/>
              <a:ahLst/>
              <a:cxnLst/>
              <a:rect l="l" t="t" r="r" b="b"/>
              <a:pathLst>
                <a:path w="15037" h="6128" extrusionOk="0">
                  <a:moveTo>
                    <a:pt x="2443" y="1"/>
                  </a:moveTo>
                  <a:lnTo>
                    <a:pt x="2222" y="2875"/>
                  </a:lnTo>
                  <a:cubicBezTo>
                    <a:pt x="2222" y="2875"/>
                    <a:pt x="2339" y="3398"/>
                    <a:pt x="1529" y="4116"/>
                  </a:cubicBezTo>
                  <a:cubicBezTo>
                    <a:pt x="732" y="4835"/>
                    <a:pt x="92" y="5500"/>
                    <a:pt x="92" y="5500"/>
                  </a:cubicBezTo>
                  <a:cubicBezTo>
                    <a:pt x="92" y="5500"/>
                    <a:pt x="1" y="5657"/>
                    <a:pt x="1" y="5892"/>
                  </a:cubicBezTo>
                  <a:cubicBezTo>
                    <a:pt x="1" y="6115"/>
                    <a:pt x="131" y="6127"/>
                    <a:pt x="693" y="6127"/>
                  </a:cubicBezTo>
                  <a:lnTo>
                    <a:pt x="14345" y="6127"/>
                  </a:lnTo>
                  <a:cubicBezTo>
                    <a:pt x="14906" y="6127"/>
                    <a:pt x="15037" y="6115"/>
                    <a:pt x="15037" y="5892"/>
                  </a:cubicBezTo>
                  <a:cubicBezTo>
                    <a:pt x="15037" y="5657"/>
                    <a:pt x="14946" y="5500"/>
                    <a:pt x="14946" y="5500"/>
                  </a:cubicBezTo>
                  <a:cubicBezTo>
                    <a:pt x="14946" y="5500"/>
                    <a:pt x="14305" y="4835"/>
                    <a:pt x="13495" y="4116"/>
                  </a:cubicBezTo>
                  <a:cubicBezTo>
                    <a:pt x="12699" y="3398"/>
                    <a:pt x="12804" y="2875"/>
                    <a:pt x="12804" y="2875"/>
                  </a:cubicBezTo>
                  <a:lnTo>
                    <a:pt x="12595" y="1"/>
                  </a:ln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5"/>
            <p:cNvSpPr/>
            <p:nvPr/>
          </p:nvSpPr>
          <p:spPr>
            <a:xfrm>
              <a:off x="4520550" y="2485227"/>
              <a:ext cx="102900" cy="1029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 name="Google Shape;651;p55"/>
          <p:cNvSpPr txBox="1">
            <a:spLocks noGrp="1"/>
          </p:cNvSpPr>
          <p:nvPr>
            <p:ph type="title"/>
          </p:nvPr>
        </p:nvSpPr>
        <p:spPr>
          <a:xfrm>
            <a:off x="1793550" y="3151150"/>
            <a:ext cx="55569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DESKTOP SOFTWARE</a:t>
            </a:r>
            <a:endParaRPr/>
          </a:p>
        </p:txBody>
      </p:sp>
      <p:sp>
        <p:nvSpPr>
          <p:cNvPr id="652" name="Google Shape;652;p55"/>
          <p:cNvSpPr txBox="1">
            <a:spLocks noGrp="1"/>
          </p:cNvSpPr>
          <p:nvPr>
            <p:ph type="subTitle" idx="1"/>
          </p:nvPr>
        </p:nvSpPr>
        <p:spPr>
          <a:xfrm>
            <a:off x="1792200" y="3676375"/>
            <a:ext cx="5559600" cy="54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pic>
        <p:nvPicPr>
          <p:cNvPr id="653" name="Google Shape;653;p55"/>
          <p:cNvPicPr preferRelativeResize="0"/>
          <p:nvPr/>
        </p:nvPicPr>
        <p:blipFill rotWithShape="1">
          <a:blip r:embed="rId3">
            <a:alphaModFix/>
          </a:blip>
          <a:srcRect t="534" b="544"/>
          <a:stretch/>
        </p:blipFill>
        <p:spPr>
          <a:xfrm>
            <a:off x="3433604" y="1024042"/>
            <a:ext cx="2404500" cy="1338000"/>
          </a:xfrm>
          <a:prstGeom prst="roundRect">
            <a:avLst>
              <a:gd name="adj" fmla="val 0"/>
            </a:avLst>
          </a:prstGeom>
          <a:noFill/>
          <a:ln w="9525" cap="flat" cmpd="sng">
            <a:solidFill>
              <a:schemeClr val="lt1"/>
            </a:solidFill>
            <a:prstDash val="solid"/>
            <a:round/>
            <a:headEnd type="none" w="sm" len="sm"/>
            <a:tailEnd type="none" w="sm" len="sm"/>
          </a:ln>
        </p:spPr>
      </p:pic>
      <p:grpSp>
        <p:nvGrpSpPr>
          <p:cNvPr id="654" name="Google Shape;654;p55"/>
          <p:cNvGrpSpPr/>
          <p:nvPr/>
        </p:nvGrpSpPr>
        <p:grpSpPr>
          <a:xfrm>
            <a:off x="2924063" y="1745638"/>
            <a:ext cx="804605" cy="1223446"/>
            <a:chOff x="3166775" y="-1425800"/>
            <a:chExt cx="1233300" cy="1875300"/>
          </a:xfrm>
        </p:grpSpPr>
        <p:sp>
          <p:nvSpPr>
            <p:cNvPr id="655" name="Google Shape;655;p55"/>
            <p:cNvSpPr/>
            <p:nvPr/>
          </p:nvSpPr>
          <p:spPr>
            <a:xfrm>
              <a:off x="3166775" y="-1425800"/>
              <a:ext cx="1233300" cy="18753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5"/>
            <p:cNvSpPr/>
            <p:nvPr/>
          </p:nvSpPr>
          <p:spPr>
            <a:xfrm>
              <a:off x="3717725" y="221625"/>
              <a:ext cx="131400" cy="1281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57" name="Google Shape;657;p55"/>
          <p:cNvPicPr preferRelativeResize="0"/>
          <p:nvPr/>
        </p:nvPicPr>
        <p:blipFill rotWithShape="1">
          <a:blip r:embed="rId4">
            <a:alphaModFix/>
          </a:blip>
          <a:srcRect l="1922" t="-23989" r="1478" b="-23547"/>
          <a:stretch/>
        </p:blipFill>
        <p:spPr>
          <a:xfrm>
            <a:off x="2988183" y="1819442"/>
            <a:ext cx="676500" cy="895200"/>
          </a:xfrm>
          <a:prstGeom prst="roundRect">
            <a:avLst>
              <a:gd name="adj" fmla="val 0"/>
            </a:avLst>
          </a:prstGeom>
          <a:noFill/>
          <a:ln w="9525" cap="flat" cmpd="sng">
            <a:solidFill>
              <a:schemeClr val="lt1"/>
            </a:solidFill>
            <a:prstDash val="solid"/>
            <a:round/>
            <a:headEnd type="none" w="sm" len="sm"/>
            <a:tailEnd type="none" w="sm" len="sm"/>
          </a:ln>
        </p:spPr>
      </p:pic>
      <p:grpSp>
        <p:nvGrpSpPr>
          <p:cNvPr id="658" name="Google Shape;658;p55"/>
          <p:cNvGrpSpPr/>
          <p:nvPr/>
        </p:nvGrpSpPr>
        <p:grpSpPr>
          <a:xfrm>
            <a:off x="5700970" y="1986690"/>
            <a:ext cx="518967" cy="982400"/>
            <a:chOff x="6370750" y="-1073400"/>
            <a:chExt cx="804600" cy="1523100"/>
          </a:xfrm>
        </p:grpSpPr>
        <p:sp>
          <p:nvSpPr>
            <p:cNvPr id="659" name="Google Shape;659;p55"/>
            <p:cNvSpPr/>
            <p:nvPr/>
          </p:nvSpPr>
          <p:spPr>
            <a:xfrm>
              <a:off x="6370750" y="-1073400"/>
              <a:ext cx="804600" cy="15231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5"/>
            <p:cNvSpPr/>
            <p:nvPr/>
          </p:nvSpPr>
          <p:spPr>
            <a:xfrm>
              <a:off x="6723100" y="183513"/>
              <a:ext cx="99900" cy="99900"/>
            </a:xfrm>
            <a:prstGeom prst="rect">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61" name="Google Shape;661;p55"/>
          <p:cNvPicPr preferRelativeResize="0"/>
          <p:nvPr/>
        </p:nvPicPr>
        <p:blipFill rotWithShape="1">
          <a:blip r:embed="rId5">
            <a:alphaModFix/>
          </a:blip>
          <a:srcRect l="17105" t="13885" r="21033" b="3025"/>
          <a:stretch/>
        </p:blipFill>
        <p:spPr>
          <a:xfrm>
            <a:off x="5754207" y="2045359"/>
            <a:ext cx="412800" cy="678300"/>
          </a:xfrm>
          <a:prstGeom prst="roundRect">
            <a:avLst>
              <a:gd name="adj" fmla="val 0"/>
            </a:avLst>
          </a:prstGeom>
          <a:noFill/>
          <a:ln w="9525" cap="flat" cmpd="sng">
            <a:solidFill>
              <a:schemeClr val="lt1"/>
            </a:solidFill>
            <a:prstDash val="solid"/>
            <a:round/>
            <a:headEnd type="none" w="sm" len="sm"/>
            <a:tailEnd type="none" w="sm" len="sm"/>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6"/>
          <p:cNvSpPr txBox="1"/>
          <p:nvPr/>
        </p:nvSpPr>
        <p:spPr>
          <a:xfrm flipH="1">
            <a:off x="6075373" y="2000374"/>
            <a:ext cx="2139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a:solidFill>
                  <a:schemeClr val="lt1"/>
                </a:solidFill>
                <a:latin typeface="Audiowide"/>
                <a:ea typeface="Audiowide"/>
                <a:cs typeface="Audiowide"/>
                <a:sym typeface="Audiowide"/>
              </a:rPr>
              <a:t>Venus</a:t>
            </a:r>
            <a:endParaRPr sz="2300">
              <a:solidFill>
                <a:schemeClr val="lt1"/>
              </a:solidFill>
              <a:latin typeface="Audiowide"/>
              <a:ea typeface="Audiowide"/>
              <a:cs typeface="Audiowide"/>
              <a:sym typeface="Audiowide"/>
            </a:endParaRPr>
          </a:p>
        </p:txBody>
      </p:sp>
      <p:sp>
        <p:nvSpPr>
          <p:cNvPr id="667" name="Google Shape;667;p56"/>
          <p:cNvSpPr txBox="1"/>
          <p:nvPr/>
        </p:nvSpPr>
        <p:spPr>
          <a:xfrm flipH="1">
            <a:off x="6075373" y="3054307"/>
            <a:ext cx="2139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a:solidFill>
                  <a:schemeClr val="lt1"/>
                </a:solidFill>
                <a:latin typeface="Audiowide"/>
                <a:ea typeface="Audiowide"/>
                <a:cs typeface="Audiowide"/>
                <a:sym typeface="Audiowide"/>
              </a:rPr>
              <a:t>Mars</a:t>
            </a:r>
            <a:endParaRPr sz="2300">
              <a:solidFill>
                <a:schemeClr val="lt1"/>
              </a:solidFill>
              <a:latin typeface="Audiowide"/>
              <a:ea typeface="Audiowide"/>
              <a:cs typeface="Audiowide"/>
              <a:sym typeface="Audiowide"/>
            </a:endParaRPr>
          </a:p>
        </p:txBody>
      </p:sp>
      <p:sp>
        <p:nvSpPr>
          <p:cNvPr id="668" name="Google Shape;668;p5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t>OUR CLIENTS</a:t>
            </a:r>
            <a:endParaRPr sz="3200"/>
          </a:p>
        </p:txBody>
      </p:sp>
      <p:sp>
        <p:nvSpPr>
          <p:cNvPr id="669" name="Google Shape;669;p56"/>
          <p:cNvSpPr txBox="1"/>
          <p:nvPr/>
        </p:nvSpPr>
        <p:spPr>
          <a:xfrm flipH="1">
            <a:off x="6071773" y="2341183"/>
            <a:ext cx="21432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lt1"/>
                </a:solidFill>
                <a:latin typeface="Varela Round"/>
                <a:ea typeface="Varela Round"/>
                <a:cs typeface="Varela Round"/>
                <a:sym typeface="Varela Round"/>
              </a:rPr>
              <a:t>It has a beautiful name, but it’s hot</a:t>
            </a:r>
            <a:endParaRPr sz="1500">
              <a:solidFill>
                <a:schemeClr val="lt1"/>
              </a:solidFill>
              <a:latin typeface="Varela Round"/>
              <a:ea typeface="Varela Round"/>
              <a:cs typeface="Varela Round"/>
              <a:sym typeface="Varela Round"/>
            </a:endParaRPr>
          </a:p>
        </p:txBody>
      </p:sp>
      <p:sp>
        <p:nvSpPr>
          <p:cNvPr id="670" name="Google Shape;670;p56"/>
          <p:cNvSpPr txBox="1"/>
          <p:nvPr/>
        </p:nvSpPr>
        <p:spPr>
          <a:xfrm flipH="1">
            <a:off x="6071773" y="3394526"/>
            <a:ext cx="21432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lt1"/>
                </a:solidFill>
                <a:latin typeface="Varela Round"/>
                <a:ea typeface="Varela Round"/>
                <a:cs typeface="Varela Round"/>
                <a:sym typeface="Varela Round"/>
              </a:rPr>
              <a:t>Despite being red, Mars is a cold place</a:t>
            </a:r>
            <a:endParaRPr sz="1500">
              <a:solidFill>
                <a:schemeClr val="lt1"/>
              </a:solidFill>
              <a:latin typeface="Varela Round"/>
              <a:ea typeface="Varela Round"/>
              <a:cs typeface="Varela Round"/>
              <a:sym typeface="Varela Round"/>
            </a:endParaRPr>
          </a:p>
        </p:txBody>
      </p:sp>
      <p:grpSp>
        <p:nvGrpSpPr>
          <p:cNvPr id="671" name="Google Shape;671;p56"/>
          <p:cNvGrpSpPr/>
          <p:nvPr/>
        </p:nvGrpSpPr>
        <p:grpSpPr>
          <a:xfrm>
            <a:off x="929027" y="1709817"/>
            <a:ext cx="4738453" cy="2523967"/>
            <a:chOff x="233350" y="949250"/>
            <a:chExt cx="7137300" cy="3802300"/>
          </a:xfrm>
        </p:grpSpPr>
        <p:sp>
          <p:nvSpPr>
            <p:cNvPr id="672" name="Google Shape;672;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3" name="Google Shape;673;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4" name="Google Shape;674;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5" name="Google Shape;675;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6" name="Google Shape;676;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7" name="Google Shape;677;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8" name="Google Shape;678;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9" name="Google Shape;679;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 name="Google Shape;680;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 name="Google Shape;681;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 name="Google Shape;682;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 name="Google Shape;683;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 name="Google Shape;684;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5" name="Google Shape;685;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6" name="Google Shape;686;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7" name="Google Shape;687;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8" name="Google Shape;688;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9" name="Google Shape;689;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0" name="Google Shape;690;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1" name="Google Shape;691;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2" name="Google Shape;692;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3" name="Google Shape;693;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4" name="Google Shape;694;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5" name="Google Shape;695;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6" name="Google Shape;696;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7" name="Google Shape;697;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8" name="Google Shape;698;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9" name="Google Shape;699;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0" name="Google Shape;700;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1" name="Google Shape;701;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2" name="Google Shape;702;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3" name="Google Shape;703;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4" name="Google Shape;704;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5" name="Google Shape;705;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6" name="Google Shape;706;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7" name="Google Shape;707;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8" name="Google Shape;708;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09" name="Google Shape;709;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0" name="Google Shape;710;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1" name="Google Shape;711;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2" name="Google Shape;712;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3" name="Google Shape;713;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4" name="Google Shape;714;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5" name="Google Shape;715;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6" name="Google Shape;716;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7" name="Google Shape;717;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8" name="Google Shape;718;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9" name="Google Shape;719;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0" name="Google Shape;720;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1" name="Google Shape;721;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2" name="Google Shape;722;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723" name="Google Shape;723;p56"/>
          <p:cNvSpPr/>
          <p:nvPr/>
        </p:nvSpPr>
        <p:spPr>
          <a:xfrm>
            <a:off x="5942747" y="2123824"/>
            <a:ext cx="118800" cy="1188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4" name="Google Shape;724;p56"/>
          <p:cNvSpPr/>
          <p:nvPr/>
        </p:nvSpPr>
        <p:spPr>
          <a:xfrm>
            <a:off x="5942747" y="3177757"/>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5" name="Google Shape;725;p56"/>
          <p:cNvSpPr/>
          <p:nvPr/>
        </p:nvSpPr>
        <p:spPr>
          <a:xfrm>
            <a:off x="1508847" y="2414324"/>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6" name="Google Shape;726;p56"/>
          <p:cNvSpPr/>
          <p:nvPr/>
        </p:nvSpPr>
        <p:spPr>
          <a:xfrm>
            <a:off x="2027972" y="3296549"/>
            <a:ext cx="118800" cy="1188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7" name="Google Shape;727;p56"/>
          <p:cNvSpPr/>
          <p:nvPr/>
        </p:nvSpPr>
        <p:spPr>
          <a:xfrm>
            <a:off x="3761522" y="2087132"/>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8" name="Google Shape;728;p56"/>
          <p:cNvSpPr/>
          <p:nvPr/>
        </p:nvSpPr>
        <p:spPr>
          <a:xfrm>
            <a:off x="4694972" y="2587207"/>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9" name="Google Shape;729;p56"/>
          <p:cNvSpPr/>
          <p:nvPr/>
        </p:nvSpPr>
        <p:spPr>
          <a:xfrm>
            <a:off x="3399572" y="3054307"/>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0" name="Google Shape;730;p56"/>
          <p:cNvSpPr/>
          <p:nvPr/>
        </p:nvSpPr>
        <p:spPr>
          <a:xfrm>
            <a:off x="2989997" y="2652474"/>
            <a:ext cx="118800" cy="1188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1" name="Google Shape;731;p56"/>
          <p:cNvSpPr/>
          <p:nvPr/>
        </p:nvSpPr>
        <p:spPr>
          <a:xfrm>
            <a:off x="5090247" y="3609474"/>
            <a:ext cx="118800" cy="1188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35"/>
        <p:cNvGrpSpPr/>
        <p:nvPr/>
      </p:nvGrpSpPr>
      <p:grpSpPr>
        <a:xfrm>
          <a:off x="0" y="0"/>
          <a:ext cx="0" cy="0"/>
          <a:chOff x="0" y="0"/>
          <a:chExt cx="0" cy="0"/>
        </a:xfrm>
      </p:grpSpPr>
      <p:sp>
        <p:nvSpPr>
          <p:cNvPr id="736" name="Google Shape;736;p5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DATA SKILLS GROWTH</a:t>
            </a:r>
            <a:endParaRPr/>
          </a:p>
        </p:txBody>
      </p:sp>
      <p:pic>
        <p:nvPicPr>
          <p:cNvPr id="737" name="Google Shape;737;p57" title="Points scored">
            <a:hlinkClick r:id="rId3"/>
          </p:cNvPr>
          <p:cNvPicPr preferRelativeResize="0"/>
          <p:nvPr/>
        </p:nvPicPr>
        <p:blipFill>
          <a:blip r:embed="rId4">
            <a:alphaModFix/>
          </a:blip>
          <a:stretch>
            <a:fillRect/>
          </a:stretch>
        </p:blipFill>
        <p:spPr>
          <a:xfrm>
            <a:off x="3148188" y="1169688"/>
            <a:ext cx="5263851" cy="2956525"/>
          </a:xfrm>
          <a:prstGeom prst="rect">
            <a:avLst/>
          </a:prstGeom>
          <a:noFill/>
          <a:ln>
            <a:noFill/>
          </a:ln>
        </p:spPr>
      </p:pic>
      <p:sp>
        <p:nvSpPr>
          <p:cNvPr id="738" name="Google Shape;738;p57"/>
          <p:cNvSpPr txBox="1"/>
          <p:nvPr/>
        </p:nvSpPr>
        <p:spPr>
          <a:xfrm flipH="1">
            <a:off x="864586" y="1676524"/>
            <a:ext cx="2139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a:solidFill>
                  <a:schemeClr val="lt1"/>
                </a:solidFill>
                <a:latin typeface="Audiowide"/>
                <a:ea typeface="Audiowide"/>
                <a:cs typeface="Audiowide"/>
                <a:sym typeface="Audiowide"/>
              </a:rPr>
              <a:t>Venus</a:t>
            </a:r>
            <a:endParaRPr sz="2300">
              <a:solidFill>
                <a:schemeClr val="lt1"/>
              </a:solidFill>
              <a:latin typeface="Audiowide"/>
              <a:ea typeface="Audiowide"/>
              <a:cs typeface="Audiowide"/>
              <a:sym typeface="Audiowide"/>
            </a:endParaRPr>
          </a:p>
        </p:txBody>
      </p:sp>
      <p:sp>
        <p:nvSpPr>
          <p:cNvPr id="739" name="Google Shape;739;p57"/>
          <p:cNvSpPr txBox="1"/>
          <p:nvPr/>
        </p:nvSpPr>
        <p:spPr>
          <a:xfrm flipH="1">
            <a:off x="864586" y="2730457"/>
            <a:ext cx="2139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a:solidFill>
                  <a:schemeClr val="lt1"/>
                </a:solidFill>
                <a:latin typeface="Audiowide"/>
                <a:ea typeface="Audiowide"/>
                <a:cs typeface="Audiowide"/>
                <a:sym typeface="Audiowide"/>
              </a:rPr>
              <a:t>Mars</a:t>
            </a:r>
            <a:endParaRPr sz="2300">
              <a:solidFill>
                <a:schemeClr val="lt1"/>
              </a:solidFill>
              <a:latin typeface="Audiowide"/>
              <a:ea typeface="Audiowide"/>
              <a:cs typeface="Audiowide"/>
              <a:sym typeface="Audiowide"/>
            </a:endParaRPr>
          </a:p>
        </p:txBody>
      </p:sp>
      <p:sp>
        <p:nvSpPr>
          <p:cNvPr id="740" name="Google Shape;740;p57"/>
          <p:cNvSpPr txBox="1"/>
          <p:nvPr/>
        </p:nvSpPr>
        <p:spPr>
          <a:xfrm flipH="1">
            <a:off x="860986" y="2017333"/>
            <a:ext cx="21432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lt1"/>
                </a:solidFill>
                <a:latin typeface="Varela Round"/>
                <a:ea typeface="Varela Round"/>
                <a:cs typeface="Varela Round"/>
                <a:sym typeface="Varela Round"/>
              </a:rPr>
              <a:t>It has a beautiful name, but it’s hot</a:t>
            </a:r>
            <a:endParaRPr sz="1500">
              <a:solidFill>
                <a:schemeClr val="lt1"/>
              </a:solidFill>
              <a:latin typeface="Varela Round"/>
              <a:ea typeface="Varela Round"/>
              <a:cs typeface="Varela Round"/>
              <a:sym typeface="Varela Round"/>
            </a:endParaRPr>
          </a:p>
        </p:txBody>
      </p:sp>
      <p:sp>
        <p:nvSpPr>
          <p:cNvPr id="741" name="Google Shape;741;p57"/>
          <p:cNvSpPr txBox="1"/>
          <p:nvPr/>
        </p:nvSpPr>
        <p:spPr>
          <a:xfrm flipH="1">
            <a:off x="860986" y="3070676"/>
            <a:ext cx="21432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500">
                <a:solidFill>
                  <a:schemeClr val="lt1"/>
                </a:solidFill>
                <a:latin typeface="Varela Round"/>
                <a:ea typeface="Varela Round"/>
                <a:cs typeface="Varela Round"/>
                <a:sym typeface="Varela Round"/>
              </a:rPr>
              <a:t>Despite being red, Mars is a cold place</a:t>
            </a:r>
            <a:endParaRPr sz="1500">
              <a:solidFill>
                <a:schemeClr val="lt1"/>
              </a:solidFill>
              <a:latin typeface="Varela Round"/>
              <a:ea typeface="Varela Round"/>
              <a:cs typeface="Varela Round"/>
              <a:sym typeface="Varela Round"/>
            </a:endParaRPr>
          </a:p>
        </p:txBody>
      </p:sp>
      <p:sp>
        <p:nvSpPr>
          <p:cNvPr id="742" name="Google Shape;742;p57"/>
          <p:cNvSpPr/>
          <p:nvPr/>
        </p:nvSpPr>
        <p:spPr>
          <a:xfrm>
            <a:off x="731961" y="1799974"/>
            <a:ext cx="118800" cy="1188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3" name="Google Shape;743;p57"/>
          <p:cNvSpPr/>
          <p:nvPr/>
        </p:nvSpPr>
        <p:spPr>
          <a:xfrm>
            <a:off x="731961" y="2853907"/>
            <a:ext cx="118800" cy="118800"/>
          </a:xfrm>
          <a:prstGeom prst="roundRect">
            <a:avLst>
              <a:gd name="adj"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4" name="Google Shape;744;p57"/>
          <p:cNvSpPr txBox="1"/>
          <p:nvPr/>
        </p:nvSpPr>
        <p:spPr>
          <a:xfrm flipH="1">
            <a:off x="720000" y="4367168"/>
            <a:ext cx="7704000" cy="27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Varela Round"/>
                <a:ea typeface="Varela Round"/>
                <a:cs typeface="Varela Round"/>
                <a:sym typeface="Varela Round"/>
              </a:rPr>
              <a:t>Follow the link in the graph to modify its data and then paste the new one here. </a:t>
            </a:r>
            <a:r>
              <a:rPr lang="en" sz="1200" b="1">
                <a:solidFill>
                  <a:schemeClr val="lt1"/>
                </a:solidFill>
                <a:uFill>
                  <a:noFill/>
                </a:uFill>
                <a:latin typeface="Varela Round"/>
                <a:ea typeface="Varela Round"/>
                <a:cs typeface="Varela Round"/>
                <a:sym typeface="Varela Round"/>
                <a:hlinkClick r:id="rId5">
                  <a:extLst>
                    <a:ext uri="{A12FA001-AC4F-418D-AE19-62706E023703}">
                      <ahyp:hlinkClr xmlns:ahyp="http://schemas.microsoft.com/office/drawing/2018/hyperlinkcolor" val="tx"/>
                    </a:ext>
                  </a:extLst>
                </a:hlinkClick>
              </a:rPr>
              <a:t>For more info, click here</a:t>
            </a:r>
            <a:endParaRPr sz="1200">
              <a:solidFill>
                <a:schemeClr val="lt1"/>
              </a:solidFill>
              <a:latin typeface="Varela Round"/>
              <a:ea typeface="Varela Round"/>
              <a:cs typeface="Varela Round"/>
              <a:sym typeface="Varela Round"/>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48"/>
        <p:cNvGrpSpPr/>
        <p:nvPr/>
      </p:nvGrpSpPr>
      <p:grpSpPr>
        <a:xfrm>
          <a:off x="0" y="0"/>
          <a:ext cx="0" cy="0"/>
          <a:chOff x="0" y="0"/>
          <a:chExt cx="0" cy="0"/>
        </a:xfrm>
      </p:grpSpPr>
      <p:sp>
        <p:nvSpPr>
          <p:cNvPr id="749" name="Google Shape;749;p58"/>
          <p:cNvSpPr txBox="1">
            <a:spLocks noGrp="1"/>
          </p:cNvSpPr>
          <p:nvPr>
            <p:ph type="subTitle" idx="1"/>
          </p:nvPr>
        </p:nvSpPr>
        <p:spPr>
          <a:xfrm>
            <a:off x="2854650" y="1517489"/>
            <a:ext cx="3434700" cy="109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Does anyone have any questions?</a:t>
            </a:r>
            <a:endParaRPr/>
          </a:p>
          <a:p>
            <a:pPr marL="0" lvl="0" indent="0" algn="ctr" rtl="0">
              <a:spcBef>
                <a:spcPts val="0"/>
              </a:spcBef>
              <a:spcAft>
                <a:spcPts val="0"/>
              </a:spcAft>
              <a:buClr>
                <a:schemeClr val="dk1"/>
              </a:buClr>
              <a:buSzPts val="1100"/>
              <a:buFont typeface="Arial"/>
              <a:buNone/>
            </a:pPr>
            <a:r>
              <a:rPr lang="en"/>
              <a:t>addyouremail@freepik.com </a:t>
            </a:r>
            <a:endParaRPr/>
          </a:p>
          <a:p>
            <a:pPr marL="0" lvl="0" indent="0" algn="ctr" rtl="0">
              <a:spcBef>
                <a:spcPts val="0"/>
              </a:spcBef>
              <a:spcAft>
                <a:spcPts val="0"/>
              </a:spcAft>
              <a:buClr>
                <a:schemeClr val="dk1"/>
              </a:buClr>
              <a:buSzPts val="1100"/>
              <a:buFont typeface="Arial"/>
              <a:buNone/>
            </a:pPr>
            <a:r>
              <a:rPr lang="en"/>
              <a:t>+91  620 421 838 </a:t>
            </a:r>
            <a:endParaRPr/>
          </a:p>
          <a:p>
            <a:pPr marL="0" lvl="0" indent="0" algn="ctr" rtl="0">
              <a:spcBef>
                <a:spcPts val="0"/>
              </a:spcBef>
              <a:spcAft>
                <a:spcPts val="0"/>
              </a:spcAft>
              <a:buNone/>
            </a:pPr>
            <a:r>
              <a:rPr lang="en"/>
              <a:t>yourcompany.com</a:t>
            </a:r>
            <a:endParaRPr/>
          </a:p>
        </p:txBody>
      </p:sp>
      <p:sp>
        <p:nvSpPr>
          <p:cNvPr id="750" name="Google Shape;750;p58"/>
          <p:cNvSpPr txBox="1">
            <a:spLocks noGrp="1"/>
          </p:cNvSpPr>
          <p:nvPr>
            <p:ph type="title"/>
          </p:nvPr>
        </p:nvSpPr>
        <p:spPr>
          <a:xfrm>
            <a:off x="2062200" y="574431"/>
            <a:ext cx="5019600" cy="87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751" name="Google Shape;751;p58"/>
          <p:cNvSpPr txBox="1"/>
          <p:nvPr/>
        </p:nvSpPr>
        <p:spPr>
          <a:xfrm>
            <a:off x="3072000" y="4203369"/>
            <a:ext cx="3000000" cy="365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300"/>
              </a:spcBef>
              <a:spcAft>
                <a:spcPts val="0"/>
              </a:spcAft>
              <a:buNone/>
            </a:pPr>
            <a:r>
              <a:rPr lang="en" sz="1200">
                <a:solidFill>
                  <a:schemeClr val="lt1"/>
                </a:solidFill>
                <a:latin typeface="Varela Round"/>
                <a:ea typeface="Varela Round"/>
                <a:cs typeface="Varela Round"/>
                <a:sym typeface="Varela Round"/>
              </a:rPr>
              <a:t>Please keep this slide for attribution</a:t>
            </a:r>
            <a:endParaRPr sz="1200">
              <a:solidFill>
                <a:schemeClr val="lt1"/>
              </a:solidFill>
              <a:latin typeface="Varela Round"/>
              <a:ea typeface="Varela Round"/>
              <a:cs typeface="Varela Round"/>
              <a:sym typeface="Varela Round"/>
            </a:endParaRPr>
          </a:p>
        </p:txBody>
      </p:sp>
      <p:grpSp>
        <p:nvGrpSpPr>
          <p:cNvPr id="752" name="Google Shape;752;p58"/>
          <p:cNvGrpSpPr/>
          <p:nvPr/>
        </p:nvGrpSpPr>
        <p:grpSpPr>
          <a:xfrm>
            <a:off x="3129063" y="2787049"/>
            <a:ext cx="2885875" cy="519900"/>
            <a:chOff x="3129063" y="2787049"/>
            <a:chExt cx="2885875" cy="519900"/>
          </a:xfrm>
        </p:grpSpPr>
        <p:grpSp>
          <p:nvGrpSpPr>
            <p:cNvPr id="753" name="Google Shape;753;p58"/>
            <p:cNvGrpSpPr/>
            <p:nvPr/>
          </p:nvGrpSpPr>
          <p:grpSpPr>
            <a:xfrm>
              <a:off x="3129063" y="2787049"/>
              <a:ext cx="519900" cy="519900"/>
              <a:chOff x="1799939" y="1283100"/>
              <a:chExt cx="519900" cy="519900"/>
            </a:xfrm>
          </p:grpSpPr>
          <p:sp>
            <p:nvSpPr>
              <p:cNvPr id="754" name="Google Shape;754;p58"/>
              <p:cNvSpPr/>
              <p:nvPr/>
            </p:nvSpPr>
            <p:spPr>
              <a:xfrm>
                <a:off x="1799939" y="1283100"/>
                <a:ext cx="519900" cy="5199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chemeClr val="lt1"/>
                  </a:solidFill>
                  <a:latin typeface="Raleway ExtraBold"/>
                  <a:ea typeface="Raleway ExtraBold"/>
                  <a:cs typeface="Raleway ExtraBold"/>
                  <a:sym typeface="Raleway ExtraBold"/>
                </a:endParaRPr>
              </a:p>
            </p:txBody>
          </p:sp>
          <p:sp>
            <p:nvSpPr>
              <p:cNvPr id="755" name="Google Shape;755;p58"/>
              <p:cNvSpPr/>
              <p:nvPr/>
            </p:nvSpPr>
            <p:spPr>
              <a:xfrm>
                <a:off x="1988483" y="1405948"/>
                <a:ext cx="142813" cy="274210"/>
              </a:xfrm>
              <a:custGeom>
                <a:avLst/>
                <a:gdLst/>
                <a:ahLst/>
                <a:cxnLst/>
                <a:rect l="l" t="t" r="r" b="b"/>
                <a:pathLst>
                  <a:path w="7106" h="13644" extrusionOk="0">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756" name="Google Shape;756;p58"/>
            <p:cNvGrpSpPr/>
            <p:nvPr/>
          </p:nvGrpSpPr>
          <p:grpSpPr>
            <a:xfrm>
              <a:off x="5495038" y="2787049"/>
              <a:ext cx="519900" cy="519900"/>
              <a:chOff x="1799939" y="3340500"/>
              <a:chExt cx="519900" cy="519900"/>
            </a:xfrm>
          </p:grpSpPr>
          <p:sp>
            <p:nvSpPr>
              <p:cNvPr id="757" name="Google Shape;757;p58"/>
              <p:cNvSpPr/>
              <p:nvPr/>
            </p:nvSpPr>
            <p:spPr>
              <a:xfrm>
                <a:off x="1799939" y="3340500"/>
                <a:ext cx="519900" cy="5199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chemeClr val="lt1"/>
                  </a:solidFill>
                  <a:latin typeface="Raleway ExtraBold"/>
                  <a:ea typeface="Raleway ExtraBold"/>
                  <a:cs typeface="Raleway ExtraBold"/>
                  <a:sym typeface="Raleway ExtraBold"/>
                </a:endParaRPr>
              </a:p>
            </p:txBody>
          </p:sp>
          <p:grpSp>
            <p:nvGrpSpPr>
              <p:cNvPr id="758" name="Google Shape;758;p58"/>
              <p:cNvGrpSpPr/>
              <p:nvPr/>
            </p:nvGrpSpPr>
            <p:grpSpPr>
              <a:xfrm>
                <a:off x="1945914" y="3486467"/>
                <a:ext cx="227950" cy="227966"/>
                <a:chOff x="5183619" y="2845488"/>
                <a:chExt cx="166375" cy="166374"/>
              </a:xfrm>
            </p:grpSpPr>
            <p:sp>
              <p:nvSpPr>
                <p:cNvPr id="759" name="Google Shape;759;p58"/>
                <p:cNvSpPr/>
                <p:nvPr/>
              </p:nvSpPr>
              <p:spPr>
                <a:xfrm>
                  <a:off x="5183619" y="2845488"/>
                  <a:ext cx="40130" cy="166373"/>
                </a:xfrm>
                <a:custGeom>
                  <a:avLst/>
                  <a:gdLst/>
                  <a:ahLst/>
                  <a:cxnLst/>
                  <a:rect l="l" t="t" r="r" b="b"/>
                  <a:pathLst>
                    <a:path w="2736" h="11343" extrusionOk="0">
                      <a:moveTo>
                        <a:pt x="1368" y="1"/>
                      </a:moveTo>
                      <a:cubicBezTo>
                        <a:pt x="601" y="1"/>
                        <a:pt x="1" y="635"/>
                        <a:pt x="1" y="1368"/>
                      </a:cubicBezTo>
                      <a:cubicBezTo>
                        <a:pt x="1" y="2136"/>
                        <a:pt x="601" y="2736"/>
                        <a:pt x="1368" y="2736"/>
                      </a:cubicBezTo>
                      <a:cubicBezTo>
                        <a:pt x="2136" y="2736"/>
                        <a:pt x="2736" y="2136"/>
                        <a:pt x="2736" y="1368"/>
                      </a:cubicBezTo>
                      <a:cubicBezTo>
                        <a:pt x="2736" y="635"/>
                        <a:pt x="2136" y="1"/>
                        <a:pt x="1368" y="1"/>
                      </a:cubicBezTo>
                      <a:close/>
                      <a:moveTo>
                        <a:pt x="201" y="3770"/>
                      </a:moveTo>
                      <a:lnTo>
                        <a:pt x="201" y="11342"/>
                      </a:lnTo>
                      <a:lnTo>
                        <a:pt x="2536" y="11342"/>
                      </a:lnTo>
                      <a:lnTo>
                        <a:pt x="2536" y="3770"/>
                      </a:ln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60" name="Google Shape;760;p58"/>
                <p:cNvSpPr/>
                <p:nvPr/>
              </p:nvSpPr>
              <p:spPr>
                <a:xfrm>
                  <a:off x="5242819" y="2897851"/>
                  <a:ext cx="107175" cy="114010"/>
                </a:xfrm>
                <a:custGeom>
                  <a:avLst/>
                  <a:gdLst/>
                  <a:ahLst/>
                  <a:cxnLst/>
                  <a:rect l="l" t="t" r="r" b="b"/>
                  <a:pathLst>
                    <a:path w="7307" h="7773" extrusionOk="0">
                      <a:moveTo>
                        <a:pt x="4504" y="0"/>
                      </a:moveTo>
                      <a:cubicBezTo>
                        <a:pt x="3337" y="0"/>
                        <a:pt x="2569" y="634"/>
                        <a:pt x="2269" y="1234"/>
                      </a:cubicBezTo>
                      <a:lnTo>
                        <a:pt x="2236" y="1234"/>
                      </a:lnTo>
                      <a:lnTo>
                        <a:pt x="2236" y="200"/>
                      </a:lnTo>
                      <a:lnTo>
                        <a:pt x="1" y="200"/>
                      </a:lnTo>
                      <a:lnTo>
                        <a:pt x="1" y="7772"/>
                      </a:lnTo>
                      <a:lnTo>
                        <a:pt x="2336" y="7772"/>
                      </a:lnTo>
                      <a:lnTo>
                        <a:pt x="2336" y="4036"/>
                      </a:lnTo>
                      <a:cubicBezTo>
                        <a:pt x="2336" y="3036"/>
                        <a:pt x="2536" y="2068"/>
                        <a:pt x="3737" y="2068"/>
                      </a:cubicBezTo>
                      <a:cubicBezTo>
                        <a:pt x="4938" y="2068"/>
                        <a:pt x="4971" y="3202"/>
                        <a:pt x="4971" y="4103"/>
                      </a:cubicBezTo>
                      <a:lnTo>
                        <a:pt x="4971" y="7772"/>
                      </a:lnTo>
                      <a:lnTo>
                        <a:pt x="7306" y="7772"/>
                      </a:lnTo>
                      <a:lnTo>
                        <a:pt x="7306" y="3603"/>
                      </a:lnTo>
                      <a:cubicBezTo>
                        <a:pt x="7306" y="1568"/>
                        <a:pt x="6872" y="0"/>
                        <a:pt x="4504" y="0"/>
                      </a:cubicBez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grpSp>
          <p:nvGrpSpPr>
            <p:cNvPr id="761" name="Google Shape;761;p58"/>
            <p:cNvGrpSpPr/>
            <p:nvPr/>
          </p:nvGrpSpPr>
          <p:grpSpPr>
            <a:xfrm>
              <a:off x="3917721" y="2787049"/>
              <a:ext cx="519900" cy="519900"/>
              <a:chOff x="1799939" y="1968900"/>
              <a:chExt cx="519900" cy="519900"/>
            </a:xfrm>
          </p:grpSpPr>
          <p:sp>
            <p:nvSpPr>
              <p:cNvPr id="762" name="Google Shape;762;p58"/>
              <p:cNvSpPr/>
              <p:nvPr/>
            </p:nvSpPr>
            <p:spPr>
              <a:xfrm>
                <a:off x="1799939" y="1968900"/>
                <a:ext cx="519900" cy="5199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chemeClr val="lt1"/>
                  </a:solidFill>
                  <a:latin typeface="Raleway ExtraBold"/>
                  <a:ea typeface="Raleway ExtraBold"/>
                  <a:cs typeface="Raleway ExtraBold"/>
                  <a:sym typeface="Raleway ExtraBold"/>
                </a:endParaRPr>
              </a:p>
            </p:txBody>
          </p:sp>
          <p:sp>
            <p:nvSpPr>
              <p:cNvPr id="763" name="Google Shape;763;p58"/>
              <p:cNvSpPr/>
              <p:nvPr/>
            </p:nvSpPr>
            <p:spPr>
              <a:xfrm>
                <a:off x="1926472" y="2118554"/>
                <a:ext cx="266835" cy="220570"/>
              </a:xfrm>
              <a:custGeom>
                <a:avLst/>
                <a:gdLst/>
                <a:ahLst/>
                <a:cxnLst/>
                <a:rect l="l" t="t" r="r" b="b"/>
                <a:pathLst>
                  <a:path w="13277" h="10975" extrusionOk="0">
                    <a:moveTo>
                      <a:pt x="4037" y="8573"/>
                    </a:moveTo>
                    <a:cubicBezTo>
                      <a:pt x="2602" y="8540"/>
                      <a:pt x="1735" y="7506"/>
                      <a:pt x="1502" y="6672"/>
                    </a:cubicBezTo>
                    <a:cubicBezTo>
                      <a:pt x="1902" y="6772"/>
                      <a:pt x="2269" y="6739"/>
                      <a:pt x="2669" y="6639"/>
                    </a:cubicBezTo>
                    <a:cubicBezTo>
                      <a:pt x="2669" y="6639"/>
                      <a:pt x="2669" y="6639"/>
                      <a:pt x="2702" y="6639"/>
                    </a:cubicBezTo>
                    <a:cubicBezTo>
                      <a:pt x="1935" y="6472"/>
                      <a:pt x="1335" y="6038"/>
                      <a:pt x="934" y="5371"/>
                    </a:cubicBezTo>
                    <a:cubicBezTo>
                      <a:pt x="668" y="4938"/>
                      <a:pt x="534" y="4471"/>
                      <a:pt x="534" y="3937"/>
                    </a:cubicBezTo>
                    <a:cubicBezTo>
                      <a:pt x="901" y="4137"/>
                      <a:pt x="1301" y="4270"/>
                      <a:pt x="1735" y="4270"/>
                    </a:cubicBezTo>
                    <a:cubicBezTo>
                      <a:pt x="1168" y="3837"/>
                      <a:pt x="768" y="3303"/>
                      <a:pt x="634" y="2603"/>
                    </a:cubicBezTo>
                    <a:cubicBezTo>
                      <a:pt x="467" y="1902"/>
                      <a:pt x="568" y="1268"/>
                      <a:pt x="901" y="634"/>
                    </a:cubicBezTo>
                    <a:cubicBezTo>
                      <a:pt x="2402" y="2369"/>
                      <a:pt x="4270" y="3336"/>
                      <a:pt x="6538" y="3470"/>
                    </a:cubicBezTo>
                    <a:cubicBezTo>
                      <a:pt x="6538" y="3370"/>
                      <a:pt x="6505" y="3270"/>
                      <a:pt x="6505" y="3170"/>
                    </a:cubicBezTo>
                    <a:cubicBezTo>
                      <a:pt x="6405" y="2536"/>
                      <a:pt x="6538" y="1935"/>
                      <a:pt x="6905" y="1402"/>
                    </a:cubicBezTo>
                    <a:cubicBezTo>
                      <a:pt x="7339" y="735"/>
                      <a:pt x="7939" y="301"/>
                      <a:pt x="8740" y="167"/>
                    </a:cubicBezTo>
                    <a:cubicBezTo>
                      <a:pt x="9674" y="1"/>
                      <a:pt x="10475" y="268"/>
                      <a:pt x="11142" y="935"/>
                    </a:cubicBezTo>
                    <a:cubicBezTo>
                      <a:pt x="11175" y="968"/>
                      <a:pt x="11208" y="968"/>
                      <a:pt x="11275" y="968"/>
                    </a:cubicBezTo>
                    <a:cubicBezTo>
                      <a:pt x="11842" y="835"/>
                      <a:pt x="12376" y="634"/>
                      <a:pt x="12876" y="368"/>
                    </a:cubicBezTo>
                    <a:cubicBezTo>
                      <a:pt x="12876" y="334"/>
                      <a:pt x="12910" y="334"/>
                      <a:pt x="12910" y="334"/>
                    </a:cubicBezTo>
                    <a:lnTo>
                      <a:pt x="12910" y="334"/>
                    </a:lnTo>
                    <a:cubicBezTo>
                      <a:pt x="12710" y="968"/>
                      <a:pt x="12309" y="1468"/>
                      <a:pt x="11742" y="1835"/>
                    </a:cubicBezTo>
                    <a:cubicBezTo>
                      <a:pt x="12276" y="1769"/>
                      <a:pt x="12776" y="1635"/>
                      <a:pt x="13277" y="1402"/>
                    </a:cubicBezTo>
                    <a:lnTo>
                      <a:pt x="13277" y="1435"/>
                    </a:lnTo>
                    <a:cubicBezTo>
                      <a:pt x="13177" y="1568"/>
                      <a:pt x="13076" y="1702"/>
                      <a:pt x="12976" y="1835"/>
                    </a:cubicBezTo>
                    <a:cubicBezTo>
                      <a:pt x="12676" y="2202"/>
                      <a:pt x="12343" y="2502"/>
                      <a:pt x="11976" y="2769"/>
                    </a:cubicBezTo>
                    <a:cubicBezTo>
                      <a:pt x="11942" y="2803"/>
                      <a:pt x="11942" y="2836"/>
                      <a:pt x="11942" y="2869"/>
                    </a:cubicBezTo>
                    <a:cubicBezTo>
                      <a:pt x="11942" y="3270"/>
                      <a:pt x="11942" y="3670"/>
                      <a:pt x="11876" y="4070"/>
                    </a:cubicBezTo>
                    <a:cubicBezTo>
                      <a:pt x="11776" y="4938"/>
                      <a:pt x="11542" y="5738"/>
                      <a:pt x="11175" y="6505"/>
                    </a:cubicBezTo>
                    <a:cubicBezTo>
                      <a:pt x="10808" y="7306"/>
                      <a:pt x="10308" y="8040"/>
                      <a:pt x="9707" y="8674"/>
                    </a:cubicBezTo>
                    <a:cubicBezTo>
                      <a:pt x="8673" y="9741"/>
                      <a:pt x="7406" y="10441"/>
                      <a:pt x="5971" y="10742"/>
                    </a:cubicBezTo>
                    <a:cubicBezTo>
                      <a:pt x="5438" y="10875"/>
                      <a:pt x="4937" y="10908"/>
                      <a:pt x="4437" y="10942"/>
                    </a:cubicBezTo>
                    <a:cubicBezTo>
                      <a:pt x="2869" y="10975"/>
                      <a:pt x="1401" y="10575"/>
                      <a:pt x="67" y="9774"/>
                    </a:cubicBezTo>
                    <a:cubicBezTo>
                      <a:pt x="34" y="9741"/>
                      <a:pt x="34" y="9741"/>
                      <a:pt x="0" y="9708"/>
                    </a:cubicBezTo>
                    <a:cubicBezTo>
                      <a:pt x="968" y="9808"/>
                      <a:pt x="1868" y="9708"/>
                      <a:pt x="2736" y="9341"/>
                    </a:cubicBezTo>
                    <a:cubicBezTo>
                      <a:pt x="3203" y="9141"/>
                      <a:pt x="3636" y="8907"/>
                      <a:pt x="4037" y="8573"/>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764" name="Google Shape;764;p58"/>
            <p:cNvGrpSpPr/>
            <p:nvPr/>
          </p:nvGrpSpPr>
          <p:grpSpPr>
            <a:xfrm>
              <a:off x="4706379" y="2787049"/>
              <a:ext cx="519900" cy="519900"/>
              <a:chOff x="4706379" y="2787049"/>
              <a:chExt cx="519900" cy="519900"/>
            </a:xfrm>
          </p:grpSpPr>
          <p:sp>
            <p:nvSpPr>
              <p:cNvPr id="765" name="Google Shape;765;p58"/>
              <p:cNvSpPr/>
              <p:nvPr/>
            </p:nvSpPr>
            <p:spPr>
              <a:xfrm>
                <a:off x="4706379" y="2787049"/>
                <a:ext cx="519900" cy="519900"/>
              </a:xfrm>
              <a:prstGeom prst="roundRect">
                <a:avLst>
                  <a:gd name="adj" fmla="val 0"/>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2000">
                  <a:solidFill>
                    <a:schemeClr val="lt1"/>
                  </a:solidFill>
                  <a:latin typeface="Raleway ExtraBold"/>
                  <a:ea typeface="Raleway ExtraBold"/>
                  <a:cs typeface="Raleway ExtraBold"/>
                  <a:sym typeface="Raleway ExtraBold"/>
                </a:endParaRPr>
              </a:p>
            </p:txBody>
          </p:sp>
          <p:sp>
            <p:nvSpPr>
              <p:cNvPr id="766" name="Google Shape;766;p58"/>
              <p:cNvSpPr/>
              <p:nvPr/>
            </p:nvSpPr>
            <p:spPr>
              <a:xfrm>
                <a:off x="4846243" y="2909744"/>
                <a:ext cx="240172" cy="274510"/>
              </a:xfrm>
              <a:custGeom>
                <a:avLst/>
                <a:gdLst/>
                <a:ahLst/>
                <a:cxnLst/>
                <a:rect l="l" t="t" r="r" b="b"/>
                <a:pathLst>
                  <a:path w="184393" h="209550" extrusionOk="0">
                    <a:moveTo>
                      <a:pt x="101130" y="0"/>
                    </a:moveTo>
                    <a:lnTo>
                      <a:pt x="101130" y="142737"/>
                    </a:lnTo>
                    <a:lnTo>
                      <a:pt x="101080" y="144509"/>
                    </a:lnTo>
                    <a:lnTo>
                      <a:pt x="100978" y="146229"/>
                    </a:lnTo>
                    <a:lnTo>
                      <a:pt x="100725" y="147950"/>
                    </a:lnTo>
                    <a:lnTo>
                      <a:pt x="100422" y="149621"/>
                    </a:lnTo>
                    <a:lnTo>
                      <a:pt x="100067" y="151291"/>
                    </a:lnTo>
                    <a:lnTo>
                      <a:pt x="99612" y="152911"/>
                    </a:lnTo>
                    <a:lnTo>
                      <a:pt x="99055" y="154530"/>
                    </a:lnTo>
                    <a:lnTo>
                      <a:pt x="98448" y="156100"/>
                    </a:lnTo>
                    <a:lnTo>
                      <a:pt x="97739" y="157618"/>
                    </a:lnTo>
                    <a:lnTo>
                      <a:pt x="96980" y="159086"/>
                    </a:lnTo>
                    <a:lnTo>
                      <a:pt x="96170" y="160503"/>
                    </a:lnTo>
                    <a:lnTo>
                      <a:pt x="95259" y="161920"/>
                    </a:lnTo>
                    <a:lnTo>
                      <a:pt x="94348" y="163236"/>
                    </a:lnTo>
                    <a:lnTo>
                      <a:pt x="93285" y="164552"/>
                    </a:lnTo>
                    <a:lnTo>
                      <a:pt x="92222" y="165767"/>
                    </a:lnTo>
                    <a:lnTo>
                      <a:pt x="91108" y="166982"/>
                    </a:lnTo>
                    <a:lnTo>
                      <a:pt x="89893" y="168096"/>
                    </a:lnTo>
                    <a:lnTo>
                      <a:pt x="88679" y="169209"/>
                    </a:lnTo>
                    <a:lnTo>
                      <a:pt x="87363" y="170221"/>
                    </a:lnTo>
                    <a:lnTo>
                      <a:pt x="85996" y="171183"/>
                    </a:lnTo>
                    <a:lnTo>
                      <a:pt x="84629" y="172044"/>
                    </a:lnTo>
                    <a:lnTo>
                      <a:pt x="83212" y="172904"/>
                    </a:lnTo>
                    <a:lnTo>
                      <a:pt x="81694" y="173663"/>
                    </a:lnTo>
                    <a:lnTo>
                      <a:pt x="80175" y="174321"/>
                    </a:lnTo>
                    <a:lnTo>
                      <a:pt x="78657" y="174929"/>
                    </a:lnTo>
                    <a:lnTo>
                      <a:pt x="77037" y="175485"/>
                    </a:lnTo>
                    <a:lnTo>
                      <a:pt x="75417" y="175941"/>
                    </a:lnTo>
                    <a:lnTo>
                      <a:pt x="73747" y="176346"/>
                    </a:lnTo>
                    <a:lnTo>
                      <a:pt x="72077" y="176650"/>
                    </a:lnTo>
                    <a:lnTo>
                      <a:pt x="70356" y="176852"/>
                    </a:lnTo>
                    <a:lnTo>
                      <a:pt x="68635" y="176953"/>
                    </a:lnTo>
                    <a:lnTo>
                      <a:pt x="66863" y="177004"/>
                    </a:lnTo>
                    <a:lnTo>
                      <a:pt x="65092" y="176953"/>
                    </a:lnTo>
                    <a:lnTo>
                      <a:pt x="63320" y="176852"/>
                    </a:lnTo>
                    <a:lnTo>
                      <a:pt x="61650" y="176650"/>
                    </a:lnTo>
                    <a:lnTo>
                      <a:pt x="59929" y="176346"/>
                    </a:lnTo>
                    <a:lnTo>
                      <a:pt x="58259" y="175941"/>
                    </a:lnTo>
                    <a:lnTo>
                      <a:pt x="56639" y="175485"/>
                    </a:lnTo>
                    <a:lnTo>
                      <a:pt x="55070" y="174929"/>
                    </a:lnTo>
                    <a:lnTo>
                      <a:pt x="53501" y="174321"/>
                    </a:lnTo>
                    <a:lnTo>
                      <a:pt x="51982" y="173663"/>
                    </a:lnTo>
                    <a:lnTo>
                      <a:pt x="50514" y="172904"/>
                    </a:lnTo>
                    <a:lnTo>
                      <a:pt x="49047" y="172044"/>
                    </a:lnTo>
                    <a:lnTo>
                      <a:pt x="47680" y="171183"/>
                    </a:lnTo>
                    <a:lnTo>
                      <a:pt x="46313" y="170221"/>
                    </a:lnTo>
                    <a:lnTo>
                      <a:pt x="45048" y="169209"/>
                    </a:lnTo>
                    <a:lnTo>
                      <a:pt x="43783" y="168096"/>
                    </a:lnTo>
                    <a:lnTo>
                      <a:pt x="42618" y="166982"/>
                    </a:lnTo>
                    <a:lnTo>
                      <a:pt x="41454" y="165767"/>
                    </a:lnTo>
                    <a:lnTo>
                      <a:pt x="40391" y="164552"/>
                    </a:lnTo>
                    <a:lnTo>
                      <a:pt x="39379" y="163236"/>
                    </a:lnTo>
                    <a:lnTo>
                      <a:pt x="38417" y="161920"/>
                    </a:lnTo>
                    <a:lnTo>
                      <a:pt x="37506" y="160503"/>
                    </a:lnTo>
                    <a:lnTo>
                      <a:pt x="36696" y="159086"/>
                    </a:lnTo>
                    <a:lnTo>
                      <a:pt x="35937" y="157618"/>
                    </a:lnTo>
                    <a:lnTo>
                      <a:pt x="35229" y="156100"/>
                    </a:lnTo>
                    <a:lnTo>
                      <a:pt x="34621" y="154530"/>
                    </a:lnTo>
                    <a:lnTo>
                      <a:pt x="34115" y="152911"/>
                    </a:lnTo>
                    <a:lnTo>
                      <a:pt x="33659" y="151291"/>
                    </a:lnTo>
                    <a:lnTo>
                      <a:pt x="33255" y="149621"/>
                    </a:lnTo>
                    <a:lnTo>
                      <a:pt x="32951" y="147950"/>
                    </a:lnTo>
                    <a:lnTo>
                      <a:pt x="32748" y="146229"/>
                    </a:lnTo>
                    <a:lnTo>
                      <a:pt x="32597" y="144509"/>
                    </a:lnTo>
                    <a:lnTo>
                      <a:pt x="32546" y="142737"/>
                    </a:lnTo>
                    <a:lnTo>
                      <a:pt x="32597" y="140965"/>
                    </a:lnTo>
                    <a:lnTo>
                      <a:pt x="32748" y="139244"/>
                    </a:lnTo>
                    <a:lnTo>
                      <a:pt x="32951" y="137524"/>
                    </a:lnTo>
                    <a:lnTo>
                      <a:pt x="33255" y="135803"/>
                    </a:lnTo>
                    <a:lnTo>
                      <a:pt x="33659" y="134183"/>
                    </a:lnTo>
                    <a:lnTo>
                      <a:pt x="34115" y="132513"/>
                    </a:lnTo>
                    <a:lnTo>
                      <a:pt x="34621" y="130943"/>
                    </a:lnTo>
                    <a:lnTo>
                      <a:pt x="35229" y="129374"/>
                    </a:lnTo>
                    <a:lnTo>
                      <a:pt x="35937" y="127856"/>
                    </a:lnTo>
                    <a:lnTo>
                      <a:pt x="36696" y="126388"/>
                    </a:lnTo>
                    <a:lnTo>
                      <a:pt x="37506" y="124971"/>
                    </a:lnTo>
                    <a:lnTo>
                      <a:pt x="38417" y="123554"/>
                    </a:lnTo>
                    <a:lnTo>
                      <a:pt x="39379" y="122238"/>
                    </a:lnTo>
                    <a:lnTo>
                      <a:pt x="40391" y="120921"/>
                    </a:lnTo>
                    <a:lnTo>
                      <a:pt x="41454" y="119656"/>
                    </a:lnTo>
                    <a:lnTo>
                      <a:pt x="42618" y="118492"/>
                    </a:lnTo>
                    <a:lnTo>
                      <a:pt x="43783" y="117328"/>
                    </a:lnTo>
                    <a:lnTo>
                      <a:pt x="45048" y="116265"/>
                    </a:lnTo>
                    <a:lnTo>
                      <a:pt x="46313" y="115253"/>
                    </a:lnTo>
                    <a:lnTo>
                      <a:pt x="47680" y="114291"/>
                    </a:lnTo>
                    <a:lnTo>
                      <a:pt x="49047" y="113430"/>
                    </a:lnTo>
                    <a:lnTo>
                      <a:pt x="50514" y="112570"/>
                    </a:lnTo>
                    <a:lnTo>
                      <a:pt x="51982" y="111811"/>
                    </a:lnTo>
                    <a:lnTo>
                      <a:pt x="53501" y="111153"/>
                    </a:lnTo>
                    <a:lnTo>
                      <a:pt x="55070" y="110545"/>
                    </a:lnTo>
                    <a:lnTo>
                      <a:pt x="56639" y="109988"/>
                    </a:lnTo>
                    <a:lnTo>
                      <a:pt x="58259" y="109533"/>
                    </a:lnTo>
                    <a:lnTo>
                      <a:pt x="59929" y="109128"/>
                    </a:lnTo>
                    <a:lnTo>
                      <a:pt x="61650" y="108824"/>
                    </a:lnTo>
                    <a:lnTo>
                      <a:pt x="63320" y="108622"/>
                    </a:lnTo>
                    <a:lnTo>
                      <a:pt x="65092" y="108470"/>
                    </a:lnTo>
                    <a:lnTo>
                      <a:pt x="66863" y="108419"/>
                    </a:lnTo>
                    <a:lnTo>
                      <a:pt x="83162" y="108419"/>
                    </a:lnTo>
                    <a:lnTo>
                      <a:pt x="83162" y="75823"/>
                    </a:lnTo>
                    <a:lnTo>
                      <a:pt x="65142" y="75823"/>
                    </a:lnTo>
                    <a:lnTo>
                      <a:pt x="63421" y="75873"/>
                    </a:lnTo>
                    <a:lnTo>
                      <a:pt x="61701" y="76025"/>
                    </a:lnTo>
                    <a:lnTo>
                      <a:pt x="60030" y="76177"/>
                    </a:lnTo>
                    <a:lnTo>
                      <a:pt x="58309" y="76329"/>
                    </a:lnTo>
                    <a:lnTo>
                      <a:pt x="56690" y="76582"/>
                    </a:lnTo>
                    <a:lnTo>
                      <a:pt x="55019" y="76835"/>
                    </a:lnTo>
                    <a:lnTo>
                      <a:pt x="53349" y="77189"/>
                    </a:lnTo>
                    <a:lnTo>
                      <a:pt x="51729" y="77544"/>
                    </a:lnTo>
                    <a:lnTo>
                      <a:pt x="50160" y="77898"/>
                    </a:lnTo>
                    <a:lnTo>
                      <a:pt x="48540" y="78353"/>
                    </a:lnTo>
                    <a:lnTo>
                      <a:pt x="46971" y="78809"/>
                    </a:lnTo>
                    <a:lnTo>
                      <a:pt x="45402" y="79315"/>
                    </a:lnTo>
                    <a:lnTo>
                      <a:pt x="43833" y="79872"/>
                    </a:lnTo>
                    <a:lnTo>
                      <a:pt x="42315" y="80429"/>
                    </a:lnTo>
                    <a:lnTo>
                      <a:pt x="40847" y="81087"/>
                    </a:lnTo>
                    <a:lnTo>
                      <a:pt x="39328" y="81694"/>
                    </a:lnTo>
                    <a:lnTo>
                      <a:pt x="37861" y="82403"/>
                    </a:lnTo>
                    <a:lnTo>
                      <a:pt x="36393" y="83111"/>
                    </a:lnTo>
                    <a:lnTo>
                      <a:pt x="34975" y="83871"/>
                    </a:lnTo>
                    <a:lnTo>
                      <a:pt x="33558" y="84680"/>
                    </a:lnTo>
                    <a:lnTo>
                      <a:pt x="32192" y="85490"/>
                    </a:lnTo>
                    <a:lnTo>
                      <a:pt x="30825" y="86351"/>
                    </a:lnTo>
                    <a:lnTo>
                      <a:pt x="29458" y="87211"/>
                    </a:lnTo>
                    <a:lnTo>
                      <a:pt x="28142" y="88122"/>
                    </a:lnTo>
                    <a:lnTo>
                      <a:pt x="26826" y="89084"/>
                    </a:lnTo>
                    <a:lnTo>
                      <a:pt x="25561" y="90096"/>
                    </a:lnTo>
                    <a:lnTo>
                      <a:pt x="24296" y="91058"/>
                    </a:lnTo>
                    <a:lnTo>
                      <a:pt x="23081" y="92121"/>
                    </a:lnTo>
                    <a:lnTo>
                      <a:pt x="21866" y="93184"/>
                    </a:lnTo>
                    <a:lnTo>
                      <a:pt x="20702" y="94298"/>
                    </a:lnTo>
                    <a:lnTo>
                      <a:pt x="19588" y="95411"/>
                    </a:lnTo>
                    <a:lnTo>
                      <a:pt x="18424" y="96525"/>
                    </a:lnTo>
                    <a:lnTo>
                      <a:pt x="17361" y="97739"/>
                    </a:lnTo>
                    <a:lnTo>
                      <a:pt x="16298" y="98904"/>
                    </a:lnTo>
                    <a:lnTo>
                      <a:pt x="15235" y="100118"/>
                    </a:lnTo>
                    <a:lnTo>
                      <a:pt x="14223" y="101384"/>
                    </a:lnTo>
                    <a:lnTo>
                      <a:pt x="13261" y="102649"/>
                    </a:lnTo>
                    <a:lnTo>
                      <a:pt x="12300" y="103965"/>
                    </a:lnTo>
                    <a:lnTo>
                      <a:pt x="11389" y="105281"/>
                    </a:lnTo>
                    <a:lnTo>
                      <a:pt x="10528" y="106648"/>
                    </a:lnTo>
                    <a:lnTo>
                      <a:pt x="9668" y="108014"/>
                    </a:lnTo>
                    <a:lnTo>
                      <a:pt x="8858" y="109381"/>
                    </a:lnTo>
                    <a:lnTo>
                      <a:pt x="8048" y="110798"/>
                    </a:lnTo>
                    <a:lnTo>
                      <a:pt x="7289" y="112216"/>
                    </a:lnTo>
                    <a:lnTo>
                      <a:pt x="6580" y="113683"/>
                    </a:lnTo>
                    <a:lnTo>
                      <a:pt x="5871" y="115151"/>
                    </a:lnTo>
                    <a:lnTo>
                      <a:pt x="5213" y="116670"/>
                    </a:lnTo>
                    <a:lnTo>
                      <a:pt x="4606" y="118138"/>
                    </a:lnTo>
                    <a:lnTo>
                      <a:pt x="4049" y="119707"/>
                    </a:lnTo>
                    <a:lnTo>
                      <a:pt x="3492" y="121225"/>
                    </a:lnTo>
                    <a:lnTo>
                      <a:pt x="2986" y="122794"/>
                    </a:lnTo>
                    <a:lnTo>
                      <a:pt x="2531" y="124363"/>
                    </a:lnTo>
                    <a:lnTo>
                      <a:pt x="2075" y="125983"/>
                    </a:lnTo>
                    <a:lnTo>
                      <a:pt x="1670" y="127552"/>
                    </a:lnTo>
                    <a:lnTo>
                      <a:pt x="1367" y="129223"/>
                    </a:lnTo>
                    <a:lnTo>
                      <a:pt x="1012" y="130842"/>
                    </a:lnTo>
                    <a:lnTo>
                      <a:pt x="759" y="132513"/>
                    </a:lnTo>
                    <a:lnTo>
                      <a:pt x="506" y="134183"/>
                    </a:lnTo>
                    <a:lnTo>
                      <a:pt x="304" y="135853"/>
                    </a:lnTo>
                    <a:lnTo>
                      <a:pt x="202" y="137524"/>
                    </a:lnTo>
                    <a:lnTo>
                      <a:pt x="51" y="139244"/>
                    </a:lnTo>
                    <a:lnTo>
                      <a:pt x="0" y="140965"/>
                    </a:lnTo>
                    <a:lnTo>
                      <a:pt x="0" y="142686"/>
                    </a:lnTo>
                    <a:lnTo>
                      <a:pt x="0" y="144407"/>
                    </a:lnTo>
                    <a:lnTo>
                      <a:pt x="51" y="146128"/>
                    </a:lnTo>
                    <a:lnTo>
                      <a:pt x="202" y="147799"/>
                    </a:lnTo>
                    <a:lnTo>
                      <a:pt x="304" y="149520"/>
                    </a:lnTo>
                    <a:lnTo>
                      <a:pt x="506" y="151190"/>
                    </a:lnTo>
                    <a:lnTo>
                      <a:pt x="759" y="152860"/>
                    </a:lnTo>
                    <a:lnTo>
                      <a:pt x="1012" y="154530"/>
                    </a:lnTo>
                    <a:lnTo>
                      <a:pt x="1367" y="156150"/>
                    </a:lnTo>
                    <a:lnTo>
                      <a:pt x="1670" y="157770"/>
                    </a:lnTo>
                    <a:lnTo>
                      <a:pt x="2075" y="159390"/>
                    </a:lnTo>
                    <a:lnTo>
                      <a:pt x="2531" y="160959"/>
                    </a:lnTo>
                    <a:lnTo>
                      <a:pt x="2986" y="162578"/>
                    </a:lnTo>
                    <a:lnTo>
                      <a:pt x="3492" y="164097"/>
                    </a:lnTo>
                    <a:lnTo>
                      <a:pt x="4049" y="165666"/>
                    </a:lnTo>
                    <a:lnTo>
                      <a:pt x="4606" y="167184"/>
                    </a:lnTo>
                    <a:lnTo>
                      <a:pt x="5213" y="168703"/>
                    </a:lnTo>
                    <a:lnTo>
                      <a:pt x="5871" y="170171"/>
                    </a:lnTo>
                    <a:lnTo>
                      <a:pt x="6580" y="171689"/>
                    </a:lnTo>
                    <a:lnTo>
                      <a:pt x="7289" y="173107"/>
                    </a:lnTo>
                    <a:lnTo>
                      <a:pt x="8048" y="174524"/>
                    </a:lnTo>
                    <a:lnTo>
                      <a:pt x="8858" y="175941"/>
                    </a:lnTo>
                    <a:lnTo>
                      <a:pt x="9668" y="177358"/>
                    </a:lnTo>
                    <a:lnTo>
                      <a:pt x="10528" y="178725"/>
                    </a:lnTo>
                    <a:lnTo>
                      <a:pt x="11389" y="180041"/>
                    </a:lnTo>
                    <a:lnTo>
                      <a:pt x="12300" y="181408"/>
                    </a:lnTo>
                    <a:lnTo>
                      <a:pt x="13261" y="182673"/>
                    </a:lnTo>
                    <a:lnTo>
                      <a:pt x="14223" y="183938"/>
                    </a:lnTo>
                    <a:lnTo>
                      <a:pt x="15235" y="185204"/>
                    </a:lnTo>
                    <a:lnTo>
                      <a:pt x="16298" y="186419"/>
                    </a:lnTo>
                    <a:lnTo>
                      <a:pt x="17361" y="187633"/>
                    </a:lnTo>
                    <a:lnTo>
                      <a:pt x="18424" y="188797"/>
                    </a:lnTo>
                    <a:lnTo>
                      <a:pt x="19588" y="189962"/>
                    </a:lnTo>
                    <a:lnTo>
                      <a:pt x="20702" y="191075"/>
                    </a:lnTo>
                    <a:lnTo>
                      <a:pt x="21866" y="192189"/>
                    </a:lnTo>
                    <a:lnTo>
                      <a:pt x="23081" y="193252"/>
                    </a:lnTo>
                    <a:lnTo>
                      <a:pt x="24296" y="194264"/>
                    </a:lnTo>
                    <a:lnTo>
                      <a:pt x="25561" y="195276"/>
                    </a:lnTo>
                    <a:lnTo>
                      <a:pt x="26826" y="196238"/>
                    </a:lnTo>
                    <a:lnTo>
                      <a:pt x="28142" y="197200"/>
                    </a:lnTo>
                    <a:lnTo>
                      <a:pt x="29458" y="198111"/>
                    </a:lnTo>
                    <a:lnTo>
                      <a:pt x="30825" y="199022"/>
                    </a:lnTo>
                    <a:lnTo>
                      <a:pt x="32192" y="199882"/>
                    </a:lnTo>
                    <a:lnTo>
                      <a:pt x="33558" y="200692"/>
                    </a:lnTo>
                    <a:lnTo>
                      <a:pt x="34975" y="201451"/>
                    </a:lnTo>
                    <a:lnTo>
                      <a:pt x="36393" y="202211"/>
                    </a:lnTo>
                    <a:lnTo>
                      <a:pt x="37861" y="202970"/>
                    </a:lnTo>
                    <a:lnTo>
                      <a:pt x="39328" y="203628"/>
                    </a:lnTo>
                    <a:lnTo>
                      <a:pt x="40847" y="204286"/>
                    </a:lnTo>
                    <a:lnTo>
                      <a:pt x="42315" y="204893"/>
                    </a:lnTo>
                    <a:lnTo>
                      <a:pt x="43833" y="205501"/>
                    </a:lnTo>
                    <a:lnTo>
                      <a:pt x="45402" y="206007"/>
                    </a:lnTo>
                    <a:lnTo>
                      <a:pt x="46971" y="206513"/>
                    </a:lnTo>
                    <a:lnTo>
                      <a:pt x="48540" y="207019"/>
                    </a:lnTo>
                    <a:lnTo>
                      <a:pt x="50160" y="207424"/>
                    </a:lnTo>
                    <a:lnTo>
                      <a:pt x="51729" y="207829"/>
                    </a:lnTo>
                    <a:lnTo>
                      <a:pt x="53349" y="208183"/>
                    </a:lnTo>
                    <a:lnTo>
                      <a:pt x="55019" y="208487"/>
                    </a:lnTo>
                    <a:lnTo>
                      <a:pt x="56690" y="208791"/>
                    </a:lnTo>
                    <a:lnTo>
                      <a:pt x="58309" y="208993"/>
                    </a:lnTo>
                    <a:lnTo>
                      <a:pt x="60030" y="209196"/>
                    </a:lnTo>
                    <a:lnTo>
                      <a:pt x="61701" y="209348"/>
                    </a:lnTo>
                    <a:lnTo>
                      <a:pt x="63421" y="209449"/>
                    </a:lnTo>
                    <a:lnTo>
                      <a:pt x="65142" y="209499"/>
                    </a:lnTo>
                    <a:lnTo>
                      <a:pt x="66863" y="209550"/>
                    </a:lnTo>
                    <a:lnTo>
                      <a:pt x="68584" y="209499"/>
                    </a:lnTo>
                    <a:lnTo>
                      <a:pt x="70305" y="209449"/>
                    </a:lnTo>
                    <a:lnTo>
                      <a:pt x="71976" y="209348"/>
                    </a:lnTo>
                    <a:lnTo>
                      <a:pt x="73696" y="209196"/>
                    </a:lnTo>
                    <a:lnTo>
                      <a:pt x="75367" y="208993"/>
                    </a:lnTo>
                    <a:lnTo>
                      <a:pt x="77037" y="208740"/>
                    </a:lnTo>
                    <a:lnTo>
                      <a:pt x="78657" y="208487"/>
                    </a:lnTo>
                    <a:lnTo>
                      <a:pt x="80327" y="208183"/>
                    </a:lnTo>
                    <a:lnTo>
                      <a:pt x="81947" y="207829"/>
                    </a:lnTo>
                    <a:lnTo>
                      <a:pt x="83567" y="207424"/>
                    </a:lnTo>
                    <a:lnTo>
                      <a:pt x="85136" y="206969"/>
                    </a:lnTo>
                    <a:lnTo>
                      <a:pt x="86705" y="206513"/>
                    </a:lnTo>
                    <a:lnTo>
                      <a:pt x="88274" y="206007"/>
                    </a:lnTo>
                    <a:lnTo>
                      <a:pt x="89792" y="205450"/>
                    </a:lnTo>
                    <a:lnTo>
                      <a:pt x="91361" y="204893"/>
                    </a:lnTo>
                    <a:lnTo>
                      <a:pt x="92829" y="204235"/>
                    </a:lnTo>
                    <a:lnTo>
                      <a:pt x="94348" y="203577"/>
                    </a:lnTo>
                    <a:lnTo>
                      <a:pt x="95816" y="202919"/>
                    </a:lnTo>
                    <a:lnTo>
                      <a:pt x="97233" y="202211"/>
                    </a:lnTo>
                    <a:lnTo>
                      <a:pt x="98701" y="201451"/>
                    </a:lnTo>
                    <a:lnTo>
                      <a:pt x="100118" y="200642"/>
                    </a:lnTo>
                    <a:lnTo>
                      <a:pt x="101484" y="199832"/>
                    </a:lnTo>
                    <a:lnTo>
                      <a:pt x="102851" y="198971"/>
                    </a:lnTo>
                    <a:lnTo>
                      <a:pt x="104167" y="198060"/>
                    </a:lnTo>
                    <a:lnTo>
                      <a:pt x="105534" y="197149"/>
                    </a:lnTo>
                    <a:lnTo>
                      <a:pt x="106799" y="196238"/>
                    </a:lnTo>
                    <a:lnTo>
                      <a:pt x="108065" y="195226"/>
                    </a:lnTo>
                    <a:lnTo>
                      <a:pt x="109330" y="194213"/>
                    </a:lnTo>
                    <a:lnTo>
                      <a:pt x="110545" y="193201"/>
                    </a:lnTo>
                    <a:lnTo>
                      <a:pt x="111759" y="192138"/>
                    </a:lnTo>
                    <a:lnTo>
                      <a:pt x="112924" y="191025"/>
                    </a:lnTo>
                    <a:lnTo>
                      <a:pt x="114088" y="189911"/>
                    </a:lnTo>
                    <a:lnTo>
                      <a:pt x="115201" y="188797"/>
                    </a:lnTo>
                    <a:lnTo>
                      <a:pt x="116264" y="187583"/>
                    </a:lnTo>
                    <a:lnTo>
                      <a:pt x="117327" y="186419"/>
                    </a:lnTo>
                    <a:lnTo>
                      <a:pt x="118390" y="185153"/>
                    </a:lnTo>
                    <a:lnTo>
                      <a:pt x="119402" y="183938"/>
                    </a:lnTo>
                    <a:lnTo>
                      <a:pt x="120364" y="182673"/>
                    </a:lnTo>
                    <a:lnTo>
                      <a:pt x="121326" y="181357"/>
                    </a:lnTo>
                    <a:lnTo>
                      <a:pt x="122237" y="180041"/>
                    </a:lnTo>
                    <a:lnTo>
                      <a:pt x="123097" y="178674"/>
                    </a:lnTo>
                    <a:lnTo>
                      <a:pt x="123958" y="177308"/>
                    </a:lnTo>
                    <a:lnTo>
                      <a:pt x="124768" y="175941"/>
                    </a:lnTo>
                    <a:lnTo>
                      <a:pt x="125578" y="174524"/>
                    </a:lnTo>
                    <a:lnTo>
                      <a:pt x="126337" y="173107"/>
                    </a:lnTo>
                    <a:lnTo>
                      <a:pt x="127045" y="171639"/>
                    </a:lnTo>
                    <a:lnTo>
                      <a:pt x="127754" y="170171"/>
                    </a:lnTo>
                    <a:lnTo>
                      <a:pt x="128412" y="168703"/>
                    </a:lnTo>
                    <a:lnTo>
                      <a:pt x="129019" y="167184"/>
                    </a:lnTo>
                    <a:lnTo>
                      <a:pt x="129576" y="165666"/>
                    </a:lnTo>
                    <a:lnTo>
                      <a:pt x="130133" y="164097"/>
                    </a:lnTo>
                    <a:lnTo>
                      <a:pt x="130639" y="162528"/>
                    </a:lnTo>
                    <a:lnTo>
                      <a:pt x="131095" y="160959"/>
                    </a:lnTo>
                    <a:lnTo>
                      <a:pt x="131550" y="159390"/>
                    </a:lnTo>
                    <a:lnTo>
                      <a:pt x="131955" y="157770"/>
                    </a:lnTo>
                    <a:lnTo>
                      <a:pt x="132309" y="156150"/>
                    </a:lnTo>
                    <a:lnTo>
                      <a:pt x="132613" y="154480"/>
                    </a:lnTo>
                    <a:lnTo>
                      <a:pt x="132866" y="152860"/>
                    </a:lnTo>
                    <a:lnTo>
                      <a:pt x="133119" y="151190"/>
                    </a:lnTo>
                    <a:lnTo>
                      <a:pt x="133322" y="149520"/>
                    </a:lnTo>
                    <a:lnTo>
                      <a:pt x="133474" y="147799"/>
                    </a:lnTo>
                    <a:lnTo>
                      <a:pt x="133575" y="146128"/>
                    </a:lnTo>
                    <a:lnTo>
                      <a:pt x="133625" y="144407"/>
                    </a:lnTo>
                    <a:lnTo>
                      <a:pt x="133676" y="142686"/>
                    </a:lnTo>
                    <a:lnTo>
                      <a:pt x="133676" y="73646"/>
                    </a:lnTo>
                    <a:lnTo>
                      <a:pt x="135599" y="74760"/>
                    </a:lnTo>
                    <a:lnTo>
                      <a:pt x="137624" y="75823"/>
                    </a:lnTo>
                    <a:lnTo>
                      <a:pt x="139649" y="76835"/>
                    </a:lnTo>
                    <a:lnTo>
                      <a:pt x="141673" y="77746"/>
                    </a:lnTo>
                    <a:lnTo>
                      <a:pt x="143749" y="78607"/>
                    </a:lnTo>
                    <a:lnTo>
                      <a:pt x="145874" y="79416"/>
                    </a:lnTo>
                    <a:lnTo>
                      <a:pt x="148000" y="80125"/>
                    </a:lnTo>
                    <a:lnTo>
                      <a:pt x="150126" y="80732"/>
                    </a:lnTo>
                    <a:lnTo>
                      <a:pt x="152303" y="81340"/>
                    </a:lnTo>
                    <a:lnTo>
                      <a:pt x="154530" y="81795"/>
                    </a:lnTo>
                    <a:lnTo>
                      <a:pt x="156706" y="82200"/>
                    </a:lnTo>
                    <a:lnTo>
                      <a:pt x="158933" y="82555"/>
                    </a:lnTo>
                    <a:lnTo>
                      <a:pt x="161160" y="82808"/>
                    </a:lnTo>
                    <a:lnTo>
                      <a:pt x="163438" y="83010"/>
                    </a:lnTo>
                    <a:lnTo>
                      <a:pt x="165665" y="83111"/>
                    </a:lnTo>
                    <a:lnTo>
                      <a:pt x="167943" y="83162"/>
                    </a:lnTo>
                    <a:lnTo>
                      <a:pt x="184393" y="83162"/>
                    </a:lnTo>
                    <a:lnTo>
                      <a:pt x="184393" y="50565"/>
                    </a:lnTo>
                    <a:lnTo>
                      <a:pt x="166273" y="50565"/>
                    </a:lnTo>
                    <a:lnTo>
                      <a:pt x="164552" y="50413"/>
                    </a:lnTo>
                    <a:lnTo>
                      <a:pt x="162831" y="50211"/>
                    </a:lnTo>
                    <a:lnTo>
                      <a:pt x="161160" y="49907"/>
                    </a:lnTo>
                    <a:lnTo>
                      <a:pt x="159490" y="49502"/>
                    </a:lnTo>
                    <a:lnTo>
                      <a:pt x="157870" y="49047"/>
                    </a:lnTo>
                    <a:lnTo>
                      <a:pt x="156251" y="48490"/>
                    </a:lnTo>
                    <a:lnTo>
                      <a:pt x="154732" y="47883"/>
                    </a:lnTo>
                    <a:lnTo>
                      <a:pt x="153214" y="47225"/>
                    </a:lnTo>
                    <a:lnTo>
                      <a:pt x="151695" y="46465"/>
                    </a:lnTo>
                    <a:lnTo>
                      <a:pt x="150278" y="45605"/>
                    </a:lnTo>
                    <a:lnTo>
                      <a:pt x="148911" y="44744"/>
                    </a:lnTo>
                    <a:lnTo>
                      <a:pt x="147545" y="43783"/>
                    </a:lnTo>
                    <a:lnTo>
                      <a:pt x="146229" y="42770"/>
                    </a:lnTo>
                    <a:lnTo>
                      <a:pt x="145014" y="41657"/>
                    </a:lnTo>
                    <a:lnTo>
                      <a:pt x="143799" y="40543"/>
                    </a:lnTo>
                    <a:lnTo>
                      <a:pt x="142686" y="39329"/>
                    </a:lnTo>
                    <a:lnTo>
                      <a:pt x="141623" y="38114"/>
                    </a:lnTo>
                    <a:lnTo>
                      <a:pt x="140560" y="36798"/>
                    </a:lnTo>
                    <a:lnTo>
                      <a:pt x="139649" y="35482"/>
                    </a:lnTo>
                    <a:lnTo>
                      <a:pt x="138738" y="34065"/>
                    </a:lnTo>
                    <a:lnTo>
                      <a:pt x="137928" y="32647"/>
                    </a:lnTo>
                    <a:lnTo>
                      <a:pt x="137169" y="31179"/>
                    </a:lnTo>
                    <a:lnTo>
                      <a:pt x="136460" y="29661"/>
                    </a:lnTo>
                    <a:lnTo>
                      <a:pt x="135853" y="28092"/>
                    </a:lnTo>
                    <a:lnTo>
                      <a:pt x="135296" y="26472"/>
                    </a:lnTo>
                    <a:lnTo>
                      <a:pt x="134840" y="24852"/>
                    </a:lnTo>
                    <a:lnTo>
                      <a:pt x="134486" y="23233"/>
                    </a:lnTo>
                    <a:lnTo>
                      <a:pt x="134182" y="21512"/>
                    </a:lnTo>
                    <a:lnTo>
                      <a:pt x="133929" y="19791"/>
                    </a:lnTo>
                    <a:lnTo>
                      <a:pt x="133828" y="18070"/>
                    </a:lnTo>
                    <a:lnTo>
                      <a:pt x="133777" y="16298"/>
                    </a:lnTo>
                    <a:lnTo>
                      <a:pt x="133777" y="0"/>
                    </a:lnTo>
                    <a:close/>
                  </a:path>
                </a:pathLst>
              </a:cu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59"/>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t>DATA PROTECTION ICON PACK</a:t>
            </a:r>
            <a:endParaRPr sz="3200"/>
          </a:p>
        </p:txBody>
      </p:sp>
      <p:grpSp>
        <p:nvGrpSpPr>
          <p:cNvPr id="772" name="Google Shape;772;p59"/>
          <p:cNvGrpSpPr/>
          <p:nvPr/>
        </p:nvGrpSpPr>
        <p:grpSpPr>
          <a:xfrm>
            <a:off x="739735" y="1316352"/>
            <a:ext cx="383454" cy="383454"/>
            <a:chOff x="238125" y="1323925"/>
            <a:chExt cx="357400" cy="357400"/>
          </a:xfrm>
        </p:grpSpPr>
        <p:sp>
          <p:nvSpPr>
            <p:cNvPr id="773" name="Google Shape;773;p59"/>
            <p:cNvSpPr/>
            <p:nvPr/>
          </p:nvSpPr>
          <p:spPr>
            <a:xfrm>
              <a:off x="280125" y="1569500"/>
              <a:ext cx="20700" cy="62700"/>
            </a:xfrm>
            <a:custGeom>
              <a:avLst/>
              <a:gdLst/>
              <a:ahLst/>
              <a:cxnLst/>
              <a:rect l="l" t="t" r="r" b="b"/>
              <a:pathLst>
                <a:path w="828" h="2508" extrusionOk="0">
                  <a:moveTo>
                    <a:pt x="414" y="0"/>
                  </a:moveTo>
                  <a:lnTo>
                    <a:pt x="336" y="26"/>
                  </a:lnTo>
                  <a:lnTo>
                    <a:pt x="259" y="52"/>
                  </a:lnTo>
                  <a:lnTo>
                    <a:pt x="181" y="78"/>
                  </a:lnTo>
                  <a:lnTo>
                    <a:pt x="104" y="129"/>
                  </a:lnTo>
                  <a:lnTo>
                    <a:pt x="52" y="181"/>
                  </a:lnTo>
                  <a:lnTo>
                    <a:pt x="26" y="259"/>
                  </a:lnTo>
                  <a:lnTo>
                    <a:pt x="0" y="336"/>
                  </a:lnTo>
                  <a:lnTo>
                    <a:pt x="0" y="414"/>
                  </a:lnTo>
                  <a:lnTo>
                    <a:pt x="0" y="2094"/>
                  </a:lnTo>
                  <a:lnTo>
                    <a:pt x="0" y="2197"/>
                  </a:lnTo>
                  <a:lnTo>
                    <a:pt x="26" y="2275"/>
                  </a:lnTo>
                  <a:lnTo>
                    <a:pt x="52" y="2327"/>
                  </a:lnTo>
                  <a:lnTo>
                    <a:pt x="104" y="2404"/>
                  </a:lnTo>
                  <a:lnTo>
                    <a:pt x="181" y="2456"/>
                  </a:lnTo>
                  <a:lnTo>
                    <a:pt x="259" y="2482"/>
                  </a:lnTo>
                  <a:lnTo>
                    <a:pt x="336" y="2508"/>
                  </a:lnTo>
                  <a:lnTo>
                    <a:pt x="491" y="2508"/>
                  </a:lnTo>
                  <a:lnTo>
                    <a:pt x="569" y="2482"/>
                  </a:lnTo>
                  <a:lnTo>
                    <a:pt x="647" y="2456"/>
                  </a:lnTo>
                  <a:lnTo>
                    <a:pt x="698" y="2404"/>
                  </a:lnTo>
                  <a:lnTo>
                    <a:pt x="750" y="2327"/>
                  </a:lnTo>
                  <a:lnTo>
                    <a:pt x="802" y="2275"/>
                  </a:lnTo>
                  <a:lnTo>
                    <a:pt x="827" y="2197"/>
                  </a:lnTo>
                  <a:lnTo>
                    <a:pt x="827" y="2094"/>
                  </a:lnTo>
                  <a:lnTo>
                    <a:pt x="827" y="414"/>
                  </a:lnTo>
                  <a:lnTo>
                    <a:pt x="827" y="336"/>
                  </a:lnTo>
                  <a:lnTo>
                    <a:pt x="802" y="259"/>
                  </a:lnTo>
                  <a:lnTo>
                    <a:pt x="750" y="181"/>
                  </a:lnTo>
                  <a:lnTo>
                    <a:pt x="698" y="129"/>
                  </a:lnTo>
                  <a:lnTo>
                    <a:pt x="647" y="78"/>
                  </a:lnTo>
                  <a:lnTo>
                    <a:pt x="569" y="52"/>
                  </a:lnTo>
                  <a:lnTo>
                    <a:pt x="491"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9"/>
            <p:cNvSpPr/>
            <p:nvPr/>
          </p:nvSpPr>
          <p:spPr>
            <a:xfrm>
              <a:off x="238125" y="1521025"/>
              <a:ext cx="357400" cy="160300"/>
            </a:xfrm>
            <a:custGeom>
              <a:avLst/>
              <a:gdLst/>
              <a:ahLst/>
              <a:cxnLst/>
              <a:rect l="l" t="t" r="r" b="b"/>
              <a:pathLst>
                <a:path w="14296" h="6412" extrusionOk="0">
                  <a:moveTo>
                    <a:pt x="13132" y="2792"/>
                  </a:moveTo>
                  <a:lnTo>
                    <a:pt x="13210" y="2818"/>
                  </a:lnTo>
                  <a:lnTo>
                    <a:pt x="13261" y="2844"/>
                  </a:lnTo>
                  <a:lnTo>
                    <a:pt x="13339" y="2896"/>
                  </a:lnTo>
                  <a:lnTo>
                    <a:pt x="13390" y="2973"/>
                  </a:lnTo>
                  <a:lnTo>
                    <a:pt x="13416" y="3025"/>
                  </a:lnTo>
                  <a:lnTo>
                    <a:pt x="13442" y="3102"/>
                  </a:lnTo>
                  <a:lnTo>
                    <a:pt x="13442" y="3206"/>
                  </a:lnTo>
                  <a:lnTo>
                    <a:pt x="13442" y="3283"/>
                  </a:lnTo>
                  <a:lnTo>
                    <a:pt x="13416" y="3361"/>
                  </a:lnTo>
                  <a:lnTo>
                    <a:pt x="13390" y="3438"/>
                  </a:lnTo>
                  <a:lnTo>
                    <a:pt x="13339" y="3490"/>
                  </a:lnTo>
                  <a:lnTo>
                    <a:pt x="13261" y="3542"/>
                  </a:lnTo>
                  <a:lnTo>
                    <a:pt x="13210" y="3593"/>
                  </a:lnTo>
                  <a:lnTo>
                    <a:pt x="13132" y="3619"/>
                  </a:lnTo>
                  <a:lnTo>
                    <a:pt x="12667" y="3619"/>
                  </a:lnTo>
                  <a:lnTo>
                    <a:pt x="12589" y="3645"/>
                  </a:lnTo>
                  <a:lnTo>
                    <a:pt x="12512" y="3697"/>
                  </a:lnTo>
                  <a:lnTo>
                    <a:pt x="12460" y="3749"/>
                  </a:lnTo>
                  <a:lnTo>
                    <a:pt x="12408" y="3800"/>
                  </a:lnTo>
                  <a:lnTo>
                    <a:pt x="12382" y="3878"/>
                  </a:lnTo>
                  <a:lnTo>
                    <a:pt x="12356" y="3955"/>
                  </a:lnTo>
                  <a:lnTo>
                    <a:pt x="12331" y="4033"/>
                  </a:lnTo>
                  <a:lnTo>
                    <a:pt x="12331" y="4886"/>
                  </a:lnTo>
                  <a:lnTo>
                    <a:pt x="12331" y="4964"/>
                  </a:lnTo>
                  <a:lnTo>
                    <a:pt x="12305" y="5041"/>
                  </a:lnTo>
                  <a:lnTo>
                    <a:pt x="12253" y="5119"/>
                  </a:lnTo>
                  <a:lnTo>
                    <a:pt x="12201" y="5170"/>
                  </a:lnTo>
                  <a:lnTo>
                    <a:pt x="12150" y="5222"/>
                  </a:lnTo>
                  <a:lnTo>
                    <a:pt x="12072" y="5248"/>
                  </a:lnTo>
                  <a:lnTo>
                    <a:pt x="11995" y="5274"/>
                  </a:lnTo>
                  <a:lnTo>
                    <a:pt x="11917" y="5300"/>
                  </a:lnTo>
                  <a:lnTo>
                    <a:pt x="11839" y="5274"/>
                  </a:lnTo>
                  <a:lnTo>
                    <a:pt x="11762" y="5248"/>
                  </a:lnTo>
                  <a:lnTo>
                    <a:pt x="11684" y="5222"/>
                  </a:lnTo>
                  <a:lnTo>
                    <a:pt x="11633" y="5170"/>
                  </a:lnTo>
                  <a:lnTo>
                    <a:pt x="11581" y="5119"/>
                  </a:lnTo>
                  <a:lnTo>
                    <a:pt x="11529" y="5041"/>
                  </a:lnTo>
                  <a:lnTo>
                    <a:pt x="11503" y="4964"/>
                  </a:lnTo>
                  <a:lnTo>
                    <a:pt x="11503" y="4886"/>
                  </a:lnTo>
                  <a:lnTo>
                    <a:pt x="11503" y="4033"/>
                  </a:lnTo>
                  <a:lnTo>
                    <a:pt x="11503" y="3955"/>
                  </a:lnTo>
                  <a:lnTo>
                    <a:pt x="11478" y="3878"/>
                  </a:lnTo>
                  <a:lnTo>
                    <a:pt x="11426" y="3800"/>
                  </a:lnTo>
                  <a:lnTo>
                    <a:pt x="11374" y="3749"/>
                  </a:lnTo>
                  <a:lnTo>
                    <a:pt x="11322" y="3697"/>
                  </a:lnTo>
                  <a:lnTo>
                    <a:pt x="11245" y="3645"/>
                  </a:lnTo>
                  <a:lnTo>
                    <a:pt x="11167" y="3619"/>
                  </a:lnTo>
                  <a:lnTo>
                    <a:pt x="9332" y="3619"/>
                  </a:lnTo>
                  <a:lnTo>
                    <a:pt x="9254" y="3645"/>
                  </a:lnTo>
                  <a:lnTo>
                    <a:pt x="9177" y="3697"/>
                  </a:lnTo>
                  <a:lnTo>
                    <a:pt x="9099" y="3749"/>
                  </a:lnTo>
                  <a:lnTo>
                    <a:pt x="9048" y="3800"/>
                  </a:lnTo>
                  <a:lnTo>
                    <a:pt x="9022" y="3878"/>
                  </a:lnTo>
                  <a:lnTo>
                    <a:pt x="8996" y="3955"/>
                  </a:lnTo>
                  <a:lnTo>
                    <a:pt x="8996" y="4033"/>
                  </a:lnTo>
                  <a:lnTo>
                    <a:pt x="8996" y="4317"/>
                  </a:lnTo>
                  <a:lnTo>
                    <a:pt x="8970" y="4395"/>
                  </a:lnTo>
                  <a:lnTo>
                    <a:pt x="8944" y="4472"/>
                  </a:lnTo>
                  <a:lnTo>
                    <a:pt x="8918" y="4550"/>
                  </a:lnTo>
                  <a:lnTo>
                    <a:pt x="8867" y="4602"/>
                  </a:lnTo>
                  <a:lnTo>
                    <a:pt x="8789" y="4653"/>
                  </a:lnTo>
                  <a:lnTo>
                    <a:pt x="8737" y="4705"/>
                  </a:lnTo>
                  <a:lnTo>
                    <a:pt x="8660" y="4731"/>
                  </a:lnTo>
                  <a:lnTo>
                    <a:pt x="8479" y="4731"/>
                  </a:lnTo>
                  <a:lnTo>
                    <a:pt x="8401" y="4705"/>
                  </a:lnTo>
                  <a:lnTo>
                    <a:pt x="8324" y="4653"/>
                  </a:lnTo>
                  <a:lnTo>
                    <a:pt x="8272" y="4602"/>
                  </a:lnTo>
                  <a:lnTo>
                    <a:pt x="8220" y="4550"/>
                  </a:lnTo>
                  <a:lnTo>
                    <a:pt x="8195" y="4472"/>
                  </a:lnTo>
                  <a:lnTo>
                    <a:pt x="8169" y="4395"/>
                  </a:lnTo>
                  <a:lnTo>
                    <a:pt x="8143" y="4317"/>
                  </a:lnTo>
                  <a:lnTo>
                    <a:pt x="8143" y="4033"/>
                  </a:lnTo>
                  <a:lnTo>
                    <a:pt x="8143" y="3955"/>
                  </a:lnTo>
                  <a:lnTo>
                    <a:pt x="8117" y="3878"/>
                  </a:lnTo>
                  <a:lnTo>
                    <a:pt x="8065" y="3800"/>
                  </a:lnTo>
                  <a:lnTo>
                    <a:pt x="8014" y="3749"/>
                  </a:lnTo>
                  <a:lnTo>
                    <a:pt x="7962" y="3697"/>
                  </a:lnTo>
                  <a:lnTo>
                    <a:pt x="7884" y="3645"/>
                  </a:lnTo>
                  <a:lnTo>
                    <a:pt x="7807" y="3619"/>
                  </a:lnTo>
                  <a:lnTo>
                    <a:pt x="5015" y="3619"/>
                  </a:lnTo>
                  <a:lnTo>
                    <a:pt x="5015" y="2792"/>
                  </a:lnTo>
                  <a:close/>
                  <a:moveTo>
                    <a:pt x="1318" y="828"/>
                  </a:moveTo>
                  <a:lnTo>
                    <a:pt x="3826" y="1164"/>
                  </a:lnTo>
                  <a:lnTo>
                    <a:pt x="3955" y="1215"/>
                  </a:lnTo>
                  <a:lnTo>
                    <a:pt x="4084" y="1293"/>
                  </a:lnTo>
                  <a:lnTo>
                    <a:pt x="4162" y="1422"/>
                  </a:lnTo>
                  <a:lnTo>
                    <a:pt x="4188" y="1577"/>
                  </a:lnTo>
                  <a:lnTo>
                    <a:pt x="4188" y="4808"/>
                  </a:lnTo>
                  <a:lnTo>
                    <a:pt x="4162" y="4964"/>
                  </a:lnTo>
                  <a:lnTo>
                    <a:pt x="4084" y="5093"/>
                  </a:lnTo>
                  <a:lnTo>
                    <a:pt x="3955" y="5196"/>
                  </a:lnTo>
                  <a:lnTo>
                    <a:pt x="3826" y="5222"/>
                  </a:lnTo>
                  <a:lnTo>
                    <a:pt x="1318" y="5558"/>
                  </a:lnTo>
                  <a:lnTo>
                    <a:pt x="1137" y="5558"/>
                  </a:lnTo>
                  <a:lnTo>
                    <a:pt x="1060" y="5506"/>
                  </a:lnTo>
                  <a:lnTo>
                    <a:pt x="982" y="5455"/>
                  </a:lnTo>
                  <a:lnTo>
                    <a:pt x="931" y="5403"/>
                  </a:lnTo>
                  <a:lnTo>
                    <a:pt x="879" y="5325"/>
                  </a:lnTo>
                  <a:lnTo>
                    <a:pt x="853" y="5248"/>
                  </a:lnTo>
                  <a:lnTo>
                    <a:pt x="827" y="5144"/>
                  </a:lnTo>
                  <a:lnTo>
                    <a:pt x="827" y="1241"/>
                  </a:lnTo>
                  <a:lnTo>
                    <a:pt x="853" y="1164"/>
                  </a:lnTo>
                  <a:lnTo>
                    <a:pt x="879" y="1060"/>
                  </a:lnTo>
                  <a:lnTo>
                    <a:pt x="931" y="983"/>
                  </a:lnTo>
                  <a:lnTo>
                    <a:pt x="982" y="931"/>
                  </a:lnTo>
                  <a:lnTo>
                    <a:pt x="1060" y="879"/>
                  </a:lnTo>
                  <a:lnTo>
                    <a:pt x="1137" y="853"/>
                  </a:lnTo>
                  <a:lnTo>
                    <a:pt x="1215" y="828"/>
                  </a:lnTo>
                  <a:close/>
                  <a:moveTo>
                    <a:pt x="1112" y="0"/>
                  </a:moveTo>
                  <a:lnTo>
                    <a:pt x="853" y="26"/>
                  </a:lnTo>
                  <a:lnTo>
                    <a:pt x="620" y="130"/>
                  </a:lnTo>
                  <a:lnTo>
                    <a:pt x="414" y="285"/>
                  </a:lnTo>
                  <a:lnTo>
                    <a:pt x="233" y="466"/>
                  </a:lnTo>
                  <a:lnTo>
                    <a:pt x="103" y="698"/>
                  </a:lnTo>
                  <a:lnTo>
                    <a:pt x="26" y="931"/>
                  </a:lnTo>
                  <a:lnTo>
                    <a:pt x="0" y="1215"/>
                  </a:lnTo>
                  <a:lnTo>
                    <a:pt x="0" y="5196"/>
                  </a:lnTo>
                  <a:lnTo>
                    <a:pt x="26" y="5455"/>
                  </a:lnTo>
                  <a:lnTo>
                    <a:pt x="103" y="5713"/>
                  </a:lnTo>
                  <a:lnTo>
                    <a:pt x="233" y="5920"/>
                  </a:lnTo>
                  <a:lnTo>
                    <a:pt x="414" y="6101"/>
                  </a:lnTo>
                  <a:lnTo>
                    <a:pt x="620" y="6256"/>
                  </a:lnTo>
                  <a:lnTo>
                    <a:pt x="853" y="6359"/>
                  </a:lnTo>
                  <a:lnTo>
                    <a:pt x="1112" y="6411"/>
                  </a:lnTo>
                  <a:lnTo>
                    <a:pt x="1396" y="6411"/>
                  </a:lnTo>
                  <a:lnTo>
                    <a:pt x="3929" y="6075"/>
                  </a:lnTo>
                  <a:lnTo>
                    <a:pt x="4162" y="6023"/>
                  </a:lnTo>
                  <a:lnTo>
                    <a:pt x="4369" y="5920"/>
                  </a:lnTo>
                  <a:lnTo>
                    <a:pt x="4550" y="5791"/>
                  </a:lnTo>
                  <a:lnTo>
                    <a:pt x="4705" y="5636"/>
                  </a:lnTo>
                  <a:lnTo>
                    <a:pt x="4834" y="5455"/>
                  </a:lnTo>
                  <a:lnTo>
                    <a:pt x="4937" y="5274"/>
                  </a:lnTo>
                  <a:lnTo>
                    <a:pt x="4989" y="5041"/>
                  </a:lnTo>
                  <a:lnTo>
                    <a:pt x="5015" y="4808"/>
                  </a:lnTo>
                  <a:lnTo>
                    <a:pt x="5015" y="4447"/>
                  </a:lnTo>
                  <a:lnTo>
                    <a:pt x="7316" y="4447"/>
                  </a:lnTo>
                  <a:lnTo>
                    <a:pt x="7367" y="4679"/>
                  </a:lnTo>
                  <a:lnTo>
                    <a:pt x="7445" y="4886"/>
                  </a:lnTo>
                  <a:lnTo>
                    <a:pt x="7574" y="5093"/>
                  </a:lnTo>
                  <a:lnTo>
                    <a:pt x="7729" y="5248"/>
                  </a:lnTo>
                  <a:lnTo>
                    <a:pt x="7910" y="5377"/>
                  </a:lnTo>
                  <a:lnTo>
                    <a:pt x="8117" y="5481"/>
                  </a:lnTo>
                  <a:lnTo>
                    <a:pt x="8324" y="5558"/>
                  </a:lnTo>
                  <a:lnTo>
                    <a:pt x="8556" y="5584"/>
                  </a:lnTo>
                  <a:lnTo>
                    <a:pt x="8815" y="5558"/>
                  </a:lnTo>
                  <a:lnTo>
                    <a:pt x="9022" y="5481"/>
                  </a:lnTo>
                  <a:lnTo>
                    <a:pt x="9229" y="5377"/>
                  </a:lnTo>
                  <a:lnTo>
                    <a:pt x="9410" y="5248"/>
                  </a:lnTo>
                  <a:lnTo>
                    <a:pt x="9565" y="5093"/>
                  </a:lnTo>
                  <a:lnTo>
                    <a:pt x="9694" y="4886"/>
                  </a:lnTo>
                  <a:lnTo>
                    <a:pt x="9771" y="4679"/>
                  </a:lnTo>
                  <a:lnTo>
                    <a:pt x="9823" y="4447"/>
                  </a:lnTo>
                  <a:lnTo>
                    <a:pt x="10650" y="4447"/>
                  </a:lnTo>
                  <a:lnTo>
                    <a:pt x="10650" y="4886"/>
                  </a:lnTo>
                  <a:lnTo>
                    <a:pt x="10676" y="5119"/>
                  </a:lnTo>
                  <a:lnTo>
                    <a:pt x="10754" y="5351"/>
                  </a:lnTo>
                  <a:lnTo>
                    <a:pt x="10883" y="5584"/>
                  </a:lnTo>
                  <a:lnTo>
                    <a:pt x="11038" y="5765"/>
                  </a:lnTo>
                  <a:lnTo>
                    <a:pt x="11219" y="5920"/>
                  </a:lnTo>
                  <a:lnTo>
                    <a:pt x="11426" y="6023"/>
                  </a:lnTo>
                  <a:lnTo>
                    <a:pt x="11659" y="6101"/>
                  </a:lnTo>
                  <a:lnTo>
                    <a:pt x="11917" y="6127"/>
                  </a:lnTo>
                  <a:lnTo>
                    <a:pt x="12176" y="6101"/>
                  </a:lnTo>
                  <a:lnTo>
                    <a:pt x="12408" y="6023"/>
                  </a:lnTo>
                  <a:lnTo>
                    <a:pt x="12615" y="5920"/>
                  </a:lnTo>
                  <a:lnTo>
                    <a:pt x="12796" y="5765"/>
                  </a:lnTo>
                  <a:lnTo>
                    <a:pt x="12951" y="5584"/>
                  </a:lnTo>
                  <a:lnTo>
                    <a:pt x="13080" y="5351"/>
                  </a:lnTo>
                  <a:lnTo>
                    <a:pt x="13158" y="5119"/>
                  </a:lnTo>
                  <a:lnTo>
                    <a:pt x="13184" y="4886"/>
                  </a:lnTo>
                  <a:lnTo>
                    <a:pt x="13184" y="4447"/>
                  </a:lnTo>
                  <a:lnTo>
                    <a:pt x="13390" y="4395"/>
                  </a:lnTo>
                  <a:lnTo>
                    <a:pt x="13623" y="4317"/>
                  </a:lnTo>
                  <a:lnTo>
                    <a:pt x="13804" y="4188"/>
                  </a:lnTo>
                  <a:lnTo>
                    <a:pt x="13959" y="4033"/>
                  </a:lnTo>
                  <a:lnTo>
                    <a:pt x="14114" y="3852"/>
                  </a:lnTo>
                  <a:lnTo>
                    <a:pt x="14218" y="3645"/>
                  </a:lnTo>
                  <a:lnTo>
                    <a:pt x="14269" y="3438"/>
                  </a:lnTo>
                  <a:lnTo>
                    <a:pt x="14295" y="3206"/>
                  </a:lnTo>
                  <a:lnTo>
                    <a:pt x="14269" y="2947"/>
                  </a:lnTo>
                  <a:lnTo>
                    <a:pt x="14192" y="2715"/>
                  </a:lnTo>
                  <a:lnTo>
                    <a:pt x="14088" y="2508"/>
                  </a:lnTo>
                  <a:lnTo>
                    <a:pt x="13933" y="2301"/>
                  </a:lnTo>
                  <a:lnTo>
                    <a:pt x="13727" y="2146"/>
                  </a:lnTo>
                  <a:lnTo>
                    <a:pt x="13520" y="2042"/>
                  </a:lnTo>
                  <a:lnTo>
                    <a:pt x="13287" y="1965"/>
                  </a:lnTo>
                  <a:lnTo>
                    <a:pt x="13029" y="1939"/>
                  </a:lnTo>
                  <a:lnTo>
                    <a:pt x="5015" y="1939"/>
                  </a:lnTo>
                  <a:lnTo>
                    <a:pt x="5015" y="1577"/>
                  </a:lnTo>
                  <a:lnTo>
                    <a:pt x="4989" y="1345"/>
                  </a:lnTo>
                  <a:lnTo>
                    <a:pt x="4937" y="1138"/>
                  </a:lnTo>
                  <a:lnTo>
                    <a:pt x="4834" y="931"/>
                  </a:lnTo>
                  <a:lnTo>
                    <a:pt x="4705" y="750"/>
                  </a:lnTo>
                  <a:lnTo>
                    <a:pt x="4550" y="595"/>
                  </a:lnTo>
                  <a:lnTo>
                    <a:pt x="4369" y="466"/>
                  </a:lnTo>
                  <a:lnTo>
                    <a:pt x="4162" y="388"/>
                  </a:lnTo>
                  <a:lnTo>
                    <a:pt x="3929" y="336"/>
                  </a:lnTo>
                  <a:lnTo>
                    <a:pt x="13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9"/>
            <p:cNvSpPr/>
            <p:nvPr/>
          </p:nvSpPr>
          <p:spPr>
            <a:xfrm>
              <a:off x="238750" y="1323925"/>
              <a:ext cx="20725" cy="76925"/>
            </a:xfrm>
            <a:custGeom>
              <a:avLst/>
              <a:gdLst/>
              <a:ahLst/>
              <a:cxnLst/>
              <a:rect l="l" t="t" r="r" b="b"/>
              <a:pathLst>
                <a:path w="829" h="3077" extrusionOk="0">
                  <a:moveTo>
                    <a:pt x="337" y="0"/>
                  </a:moveTo>
                  <a:lnTo>
                    <a:pt x="259" y="26"/>
                  </a:lnTo>
                  <a:lnTo>
                    <a:pt x="182" y="78"/>
                  </a:lnTo>
                  <a:lnTo>
                    <a:pt x="130" y="129"/>
                  </a:lnTo>
                  <a:lnTo>
                    <a:pt x="78" y="181"/>
                  </a:lnTo>
                  <a:lnTo>
                    <a:pt x="27" y="259"/>
                  </a:lnTo>
                  <a:lnTo>
                    <a:pt x="1" y="336"/>
                  </a:lnTo>
                  <a:lnTo>
                    <a:pt x="1" y="414"/>
                  </a:lnTo>
                  <a:lnTo>
                    <a:pt x="1" y="2663"/>
                  </a:lnTo>
                  <a:lnTo>
                    <a:pt x="1" y="2740"/>
                  </a:lnTo>
                  <a:lnTo>
                    <a:pt x="27" y="2818"/>
                  </a:lnTo>
                  <a:lnTo>
                    <a:pt x="78" y="2895"/>
                  </a:lnTo>
                  <a:lnTo>
                    <a:pt x="130" y="2947"/>
                  </a:lnTo>
                  <a:lnTo>
                    <a:pt x="182" y="2999"/>
                  </a:lnTo>
                  <a:lnTo>
                    <a:pt x="259" y="3050"/>
                  </a:lnTo>
                  <a:lnTo>
                    <a:pt x="337" y="3076"/>
                  </a:lnTo>
                  <a:lnTo>
                    <a:pt x="492" y="3076"/>
                  </a:lnTo>
                  <a:lnTo>
                    <a:pt x="570" y="3050"/>
                  </a:lnTo>
                  <a:lnTo>
                    <a:pt x="647" y="2999"/>
                  </a:lnTo>
                  <a:lnTo>
                    <a:pt x="725" y="2947"/>
                  </a:lnTo>
                  <a:lnTo>
                    <a:pt x="776" y="2895"/>
                  </a:lnTo>
                  <a:lnTo>
                    <a:pt x="802" y="2818"/>
                  </a:lnTo>
                  <a:lnTo>
                    <a:pt x="828" y="2740"/>
                  </a:lnTo>
                  <a:lnTo>
                    <a:pt x="828" y="2663"/>
                  </a:lnTo>
                  <a:lnTo>
                    <a:pt x="828" y="414"/>
                  </a:lnTo>
                  <a:lnTo>
                    <a:pt x="828" y="336"/>
                  </a:lnTo>
                  <a:lnTo>
                    <a:pt x="802" y="259"/>
                  </a:lnTo>
                  <a:lnTo>
                    <a:pt x="776" y="181"/>
                  </a:lnTo>
                  <a:lnTo>
                    <a:pt x="725" y="129"/>
                  </a:lnTo>
                  <a:lnTo>
                    <a:pt x="647" y="78"/>
                  </a:lnTo>
                  <a:lnTo>
                    <a:pt x="570"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9"/>
            <p:cNvSpPr/>
            <p:nvPr/>
          </p:nvSpPr>
          <p:spPr>
            <a:xfrm>
              <a:off x="280775" y="1323925"/>
              <a:ext cx="20700" cy="76925"/>
            </a:xfrm>
            <a:custGeom>
              <a:avLst/>
              <a:gdLst/>
              <a:ahLst/>
              <a:cxnLst/>
              <a:rect l="l" t="t" r="r" b="b"/>
              <a:pathLst>
                <a:path w="828" h="3077" extrusionOk="0">
                  <a:moveTo>
                    <a:pt x="336" y="0"/>
                  </a:moveTo>
                  <a:lnTo>
                    <a:pt x="259" y="26"/>
                  </a:lnTo>
                  <a:lnTo>
                    <a:pt x="181" y="78"/>
                  </a:lnTo>
                  <a:lnTo>
                    <a:pt x="104" y="129"/>
                  </a:lnTo>
                  <a:lnTo>
                    <a:pt x="78" y="181"/>
                  </a:lnTo>
                  <a:lnTo>
                    <a:pt x="26" y="259"/>
                  </a:lnTo>
                  <a:lnTo>
                    <a:pt x="0" y="336"/>
                  </a:lnTo>
                  <a:lnTo>
                    <a:pt x="0" y="414"/>
                  </a:lnTo>
                  <a:lnTo>
                    <a:pt x="0" y="2663"/>
                  </a:lnTo>
                  <a:lnTo>
                    <a:pt x="0" y="2740"/>
                  </a:lnTo>
                  <a:lnTo>
                    <a:pt x="26" y="2818"/>
                  </a:lnTo>
                  <a:lnTo>
                    <a:pt x="78" y="2895"/>
                  </a:lnTo>
                  <a:lnTo>
                    <a:pt x="104" y="2947"/>
                  </a:lnTo>
                  <a:lnTo>
                    <a:pt x="181" y="2999"/>
                  </a:lnTo>
                  <a:lnTo>
                    <a:pt x="259" y="3050"/>
                  </a:lnTo>
                  <a:lnTo>
                    <a:pt x="336" y="3076"/>
                  </a:lnTo>
                  <a:lnTo>
                    <a:pt x="491" y="3076"/>
                  </a:lnTo>
                  <a:lnTo>
                    <a:pt x="569" y="3050"/>
                  </a:lnTo>
                  <a:lnTo>
                    <a:pt x="646" y="2999"/>
                  </a:lnTo>
                  <a:lnTo>
                    <a:pt x="698" y="2947"/>
                  </a:lnTo>
                  <a:lnTo>
                    <a:pt x="750" y="2895"/>
                  </a:lnTo>
                  <a:lnTo>
                    <a:pt x="801" y="2818"/>
                  </a:lnTo>
                  <a:lnTo>
                    <a:pt x="827" y="2740"/>
                  </a:lnTo>
                  <a:lnTo>
                    <a:pt x="827" y="2663"/>
                  </a:lnTo>
                  <a:lnTo>
                    <a:pt x="827" y="414"/>
                  </a:lnTo>
                  <a:lnTo>
                    <a:pt x="827" y="336"/>
                  </a:lnTo>
                  <a:lnTo>
                    <a:pt x="801" y="259"/>
                  </a:lnTo>
                  <a:lnTo>
                    <a:pt x="750" y="181"/>
                  </a:lnTo>
                  <a:lnTo>
                    <a:pt x="698" y="129"/>
                  </a:lnTo>
                  <a:lnTo>
                    <a:pt x="646" y="78"/>
                  </a:lnTo>
                  <a:lnTo>
                    <a:pt x="569" y="26"/>
                  </a:lnTo>
                  <a:lnTo>
                    <a:pt x="4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9"/>
            <p:cNvSpPr/>
            <p:nvPr/>
          </p:nvSpPr>
          <p:spPr>
            <a:xfrm>
              <a:off x="322775" y="1323925"/>
              <a:ext cx="20700" cy="76925"/>
            </a:xfrm>
            <a:custGeom>
              <a:avLst/>
              <a:gdLst/>
              <a:ahLst/>
              <a:cxnLst/>
              <a:rect l="l" t="t" r="r" b="b"/>
              <a:pathLst>
                <a:path w="828" h="3077" extrusionOk="0">
                  <a:moveTo>
                    <a:pt x="311" y="0"/>
                  </a:moveTo>
                  <a:lnTo>
                    <a:pt x="233" y="26"/>
                  </a:lnTo>
                  <a:lnTo>
                    <a:pt x="181" y="78"/>
                  </a:lnTo>
                  <a:lnTo>
                    <a:pt x="104" y="129"/>
                  </a:lnTo>
                  <a:lnTo>
                    <a:pt x="52" y="181"/>
                  </a:lnTo>
                  <a:lnTo>
                    <a:pt x="26" y="259"/>
                  </a:lnTo>
                  <a:lnTo>
                    <a:pt x="0" y="336"/>
                  </a:lnTo>
                  <a:lnTo>
                    <a:pt x="0" y="414"/>
                  </a:lnTo>
                  <a:lnTo>
                    <a:pt x="0" y="2663"/>
                  </a:lnTo>
                  <a:lnTo>
                    <a:pt x="0" y="2740"/>
                  </a:lnTo>
                  <a:lnTo>
                    <a:pt x="26" y="2818"/>
                  </a:lnTo>
                  <a:lnTo>
                    <a:pt x="52" y="2895"/>
                  </a:lnTo>
                  <a:lnTo>
                    <a:pt x="104" y="2947"/>
                  </a:lnTo>
                  <a:lnTo>
                    <a:pt x="181" y="2999"/>
                  </a:lnTo>
                  <a:lnTo>
                    <a:pt x="233" y="3050"/>
                  </a:lnTo>
                  <a:lnTo>
                    <a:pt x="311" y="3076"/>
                  </a:lnTo>
                  <a:lnTo>
                    <a:pt x="492" y="3076"/>
                  </a:lnTo>
                  <a:lnTo>
                    <a:pt x="569" y="3050"/>
                  </a:lnTo>
                  <a:lnTo>
                    <a:pt x="647" y="2999"/>
                  </a:lnTo>
                  <a:lnTo>
                    <a:pt x="698" y="2947"/>
                  </a:lnTo>
                  <a:lnTo>
                    <a:pt x="750" y="2895"/>
                  </a:lnTo>
                  <a:lnTo>
                    <a:pt x="802" y="2818"/>
                  </a:lnTo>
                  <a:lnTo>
                    <a:pt x="828" y="2740"/>
                  </a:lnTo>
                  <a:lnTo>
                    <a:pt x="828" y="2663"/>
                  </a:lnTo>
                  <a:lnTo>
                    <a:pt x="828" y="414"/>
                  </a:lnTo>
                  <a:lnTo>
                    <a:pt x="828" y="336"/>
                  </a:lnTo>
                  <a:lnTo>
                    <a:pt x="802" y="259"/>
                  </a:lnTo>
                  <a:lnTo>
                    <a:pt x="750" y="181"/>
                  </a:lnTo>
                  <a:lnTo>
                    <a:pt x="698" y="129"/>
                  </a:lnTo>
                  <a:lnTo>
                    <a:pt x="647" y="78"/>
                  </a:lnTo>
                  <a:lnTo>
                    <a:pt x="569"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9"/>
            <p:cNvSpPr/>
            <p:nvPr/>
          </p:nvSpPr>
          <p:spPr>
            <a:xfrm>
              <a:off x="532150" y="1323925"/>
              <a:ext cx="20725" cy="76925"/>
            </a:xfrm>
            <a:custGeom>
              <a:avLst/>
              <a:gdLst/>
              <a:ahLst/>
              <a:cxnLst/>
              <a:rect l="l" t="t" r="r" b="b"/>
              <a:pathLst>
                <a:path w="829" h="3077" extrusionOk="0">
                  <a:moveTo>
                    <a:pt x="337" y="0"/>
                  </a:moveTo>
                  <a:lnTo>
                    <a:pt x="234" y="26"/>
                  </a:lnTo>
                  <a:lnTo>
                    <a:pt x="182" y="78"/>
                  </a:lnTo>
                  <a:lnTo>
                    <a:pt x="104" y="129"/>
                  </a:lnTo>
                  <a:lnTo>
                    <a:pt x="53" y="181"/>
                  </a:lnTo>
                  <a:lnTo>
                    <a:pt x="27" y="259"/>
                  </a:lnTo>
                  <a:lnTo>
                    <a:pt x="1" y="336"/>
                  </a:lnTo>
                  <a:lnTo>
                    <a:pt x="1" y="414"/>
                  </a:lnTo>
                  <a:lnTo>
                    <a:pt x="1" y="2663"/>
                  </a:lnTo>
                  <a:lnTo>
                    <a:pt x="1" y="2740"/>
                  </a:lnTo>
                  <a:lnTo>
                    <a:pt x="27" y="2818"/>
                  </a:lnTo>
                  <a:lnTo>
                    <a:pt x="53" y="2895"/>
                  </a:lnTo>
                  <a:lnTo>
                    <a:pt x="104" y="2947"/>
                  </a:lnTo>
                  <a:lnTo>
                    <a:pt x="182" y="2999"/>
                  </a:lnTo>
                  <a:lnTo>
                    <a:pt x="234" y="3050"/>
                  </a:lnTo>
                  <a:lnTo>
                    <a:pt x="337" y="3076"/>
                  </a:lnTo>
                  <a:lnTo>
                    <a:pt x="492" y="3076"/>
                  </a:lnTo>
                  <a:lnTo>
                    <a:pt x="570" y="3050"/>
                  </a:lnTo>
                  <a:lnTo>
                    <a:pt x="647" y="2999"/>
                  </a:lnTo>
                  <a:lnTo>
                    <a:pt x="699" y="2947"/>
                  </a:lnTo>
                  <a:lnTo>
                    <a:pt x="751" y="2895"/>
                  </a:lnTo>
                  <a:lnTo>
                    <a:pt x="802" y="2818"/>
                  </a:lnTo>
                  <a:lnTo>
                    <a:pt x="828" y="2740"/>
                  </a:lnTo>
                  <a:lnTo>
                    <a:pt x="828" y="2663"/>
                  </a:lnTo>
                  <a:lnTo>
                    <a:pt x="828" y="414"/>
                  </a:lnTo>
                  <a:lnTo>
                    <a:pt x="828" y="336"/>
                  </a:lnTo>
                  <a:lnTo>
                    <a:pt x="802" y="259"/>
                  </a:lnTo>
                  <a:lnTo>
                    <a:pt x="751" y="181"/>
                  </a:lnTo>
                  <a:lnTo>
                    <a:pt x="699" y="129"/>
                  </a:lnTo>
                  <a:lnTo>
                    <a:pt x="647" y="78"/>
                  </a:lnTo>
                  <a:lnTo>
                    <a:pt x="570"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9"/>
            <p:cNvSpPr/>
            <p:nvPr/>
          </p:nvSpPr>
          <p:spPr>
            <a:xfrm>
              <a:off x="573525" y="1323925"/>
              <a:ext cx="21350" cy="76925"/>
            </a:xfrm>
            <a:custGeom>
              <a:avLst/>
              <a:gdLst/>
              <a:ahLst/>
              <a:cxnLst/>
              <a:rect l="l" t="t" r="r" b="b"/>
              <a:pathLst>
                <a:path w="854" h="3077" extrusionOk="0">
                  <a:moveTo>
                    <a:pt x="336" y="0"/>
                  </a:moveTo>
                  <a:lnTo>
                    <a:pt x="259" y="26"/>
                  </a:lnTo>
                  <a:lnTo>
                    <a:pt x="207" y="78"/>
                  </a:lnTo>
                  <a:lnTo>
                    <a:pt x="130" y="129"/>
                  </a:lnTo>
                  <a:lnTo>
                    <a:pt x="78" y="181"/>
                  </a:lnTo>
                  <a:lnTo>
                    <a:pt x="52" y="259"/>
                  </a:lnTo>
                  <a:lnTo>
                    <a:pt x="26" y="336"/>
                  </a:lnTo>
                  <a:lnTo>
                    <a:pt x="0" y="414"/>
                  </a:lnTo>
                  <a:lnTo>
                    <a:pt x="0" y="2663"/>
                  </a:lnTo>
                  <a:lnTo>
                    <a:pt x="26" y="2740"/>
                  </a:lnTo>
                  <a:lnTo>
                    <a:pt x="52" y="2818"/>
                  </a:lnTo>
                  <a:lnTo>
                    <a:pt x="78" y="2895"/>
                  </a:lnTo>
                  <a:lnTo>
                    <a:pt x="130" y="2947"/>
                  </a:lnTo>
                  <a:lnTo>
                    <a:pt x="207" y="2999"/>
                  </a:lnTo>
                  <a:lnTo>
                    <a:pt x="259" y="3050"/>
                  </a:lnTo>
                  <a:lnTo>
                    <a:pt x="336" y="3076"/>
                  </a:lnTo>
                  <a:lnTo>
                    <a:pt x="517" y="3076"/>
                  </a:lnTo>
                  <a:lnTo>
                    <a:pt x="595" y="3050"/>
                  </a:lnTo>
                  <a:lnTo>
                    <a:pt x="672" y="2999"/>
                  </a:lnTo>
                  <a:lnTo>
                    <a:pt x="724" y="2947"/>
                  </a:lnTo>
                  <a:lnTo>
                    <a:pt x="776" y="2895"/>
                  </a:lnTo>
                  <a:lnTo>
                    <a:pt x="802" y="2818"/>
                  </a:lnTo>
                  <a:lnTo>
                    <a:pt x="828" y="2740"/>
                  </a:lnTo>
                  <a:lnTo>
                    <a:pt x="853" y="2663"/>
                  </a:lnTo>
                  <a:lnTo>
                    <a:pt x="853" y="414"/>
                  </a:lnTo>
                  <a:lnTo>
                    <a:pt x="828" y="336"/>
                  </a:lnTo>
                  <a:lnTo>
                    <a:pt x="802" y="259"/>
                  </a:lnTo>
                  <a:lnTo>
                    <a:pt x="776" y="181"/>
                  </a:lnTo>
                  <a:lnTo>
                    <a:pt x="724" y="129"/>
                  </a:lnTo>
                  <a:lnTo>
                    <a:pt x="672"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9"/>
            <p:cNvSpPr/>
            <p:nvPr/>
          </p:nvSpPr>
          <p:spPr>
            <a:xfrm>
              <a:off x="364125" y="1323925"/>
              <a:ext cx="63375" cy="76925"/>
            </a:xfrm>
            <a:custGeom>
              <a:avLst/>
              <a:gdLst/>
              <a:ahLst/>
              <a:cxnLst/>
              <a:rect l="l" t="t" r="r" b="b"/>
              <a:pathLst>
                <a:path w="2535" h="3077" extrusionOk="0">
                  <a:moveTo>
                    <a:pt x="1267" y="827"/>
                  </a:moveTo>
                  <a:lnTo>
                    <a:pt x="1345" y="853"/>
                  </a:lnTo>
                  <a:lnTo>
                    <a:pt x="1423" y="879"/>
                  </a:lnTo>
                  <a:lnTo>
                    <a:pt x="1500" y="905"/>
                  </a:lnTo>
                  <a:lnTo>
                    <a:pt x="1552" y="956"/>
                  </a:lnTo>
                  <a:lnTo>
                    <a:pt x="1604" y="1034"/>
                  </a:lnTo>
                  <a:lnTo>
                    <a:pt x="1655" y="1086"/>
                  </a:lnTo>
                  <a:lnTo>
                    <a:pt x="1681" y="1163"/>
                  </a:lnTo>
                  <a:lnTo>
                    <a:pt x="1681" y="1267"/>
                  </a:lnTo>
                  <a:lnTo>
                    <a:pt x="1681" y="1810"/>
                  </a:lnTo>
                  <a:lnTo>
                    <a:pt x="1681" y="1913"/>
                  </a:lnTo>
                  <a:lnTo>
                    <a:pt x="1655" y="1990"/>
                  </a:lnTo>
                  <a:lnTo>
                    <a:pt x="1604" y="2042"/>
                  </a:lnTo>
                  <a:lnTo>
                    <a:pt x="1552" y="2120"/>
                  </a:lnTo>
                  <a:lnTo>
                    <a:pt x="1500" y="2171"/>
                  </a:lnTo>
                  <a:lnTo>
                    <a:pt x="1423" y="2197"/>
                  </a:lnTo>
                  <a:lnTo>
                    <a:pt x="1345" y="2223"/>
                  </a:lnTo>
                  <a:lnTo>
                    <a:pt x="1190" y="2223"/>
                  </a:lnTo>
                  <a:lnTo>
                    <a:pt x="1112" y="2197"/>
                  </a:lnTo>
                  <a:lnTo>
                    <a:pt x="1035" y="2171"/>
                  </a:lnTo>
                  <a:lnTo>
                    <a:pt x="983" y="2120"/>
                  </a:lnTo>
                  <a:lnTo>
                    <a:pt x="931" y="2042"/>
                  </a:lnTo>
                  <a:lnTo>
                    <a:pt x="880" y="1990"/>
                  </a:lnTo>
                  <a:lnTo>
                    <a:pt x="854" y="1913"/>
                  </a:lnTo>
                  <a:lnTo>
                    <a:pt x="854" y="1810"/>
                  </a:lnTo>
                  <a:lnTo>
                    <a:pt x="854" y="1267"/>
                  </a:lnTo>
                  <a:lnTo>
                    <a:pt x="854" y="1163"/>
                  </a:lnTo>
                  <a:lnTo>
                    <a:pt x="880" y="1086"/>
                  </a:lnTo>
                  <a:lnTo>
                    <a:pt x="931" y="1034"/>
                  </a:lnTo>
                  <a:lnTo>
                    <a:pt x="983" y="956"/>
                  </a:lnTo>
                  <a:lnTo>
                    <a:pt x="1035" y="905"/>
                  </a:lnTo>
                  <a:lnTo>
                    <a:pt x="1112" y="879"/>
                  </a:lnTo>
                  <a:lnTo>
                    <a:pt x="1190" y="853"/>
                  </a:lnTo>
                  <a:lnTo>
                    <a:pt x="1267" y="827"/>
                  </a:lnTo>
                  <a:close/>
                  <a:moveTo>
                    <a:pt x="1267" y="0"/>
                  </a:moveTo>
                  <a:lnTo>
                    <a:pt x="1009" y="26"/>
                  </a:lnTo>
                  <a:lnTo>
                    <a:pt x="776" y="103"/>
                  </a:lnTo>
                  <a:lnTo>
                    <a:pt x="570" y="207"/>
                  </a:lnTo>
                  <a:lnTo>
                    <a:pt x="389" y="362"/>
                  </a:lnTo>
                  <a:lnTo>
                    <a:pt x="233" y="569"/>
                  </a:lnTo>
                  <a:lnTo>
                    <a:pt x="104" y="776"/>
                  </a:lnTo>
                  <a:lnTo>
                    <a:pt x="27" y="1008"/>
                  </a:lnTo>
                  <a:lnTo>
                    <a:pt x="1" y="1267"/>
                  </a:lnTo>
                  <a:lnTo>
                    <a:pt x="1" y="1810"/>
                  </a:lnTo>
                  <a:lnTo>
                    <a:pt x="27" y="2068"/>
                  </a:lnTo>
                  <a:lnTo>
                    <a:pt x="104" y="2301"/>
                  </a:lnTo>
                  <a:lnTo>
                    <a:pt x="233" y="2507"/>
                  </a:lnTo>
                  <a:lnTo>
                    <a:pt x="389" y="2714"/>
                  </a:lnTo>
                  <a:lnTo>
                    <a:pt x="570" y="2869"/>
                  </a:lnTo>
                  <a:lnTo>
                    <a:pt x="776" y="2973"/>
                  </a:lnTo>
                  <a:lnTo>
                    <a:pt x="1009" y="3050"/>
                  </a:lnTo>
                  <a:lnTo>
                    <a:pt x="1267" y="3076"/>
                  </a:lnTo>
                  <a:lnTo>
                    <a:pt x="1526" y="3050"/>
                  </a:lnTo>
                  <a:lnTo>
                    <a:pt x="1759" y="2973"/>
                  </a:lnTo>
                  <a:lnTo>
                    <a:pt x="1965" y="2869"/>
                  </a:lnTo>
                  <a:lnTo>
                    <a:pt x="2146" y="2714"/>
                  </a:lnTo>
                  <a:lnTo>
                    <a:pt x="2302" y="2507"/>
                  </a:lnTo>
                  <a:lnTo>
                    <a:pt x="2431" y="2301"/>
                  </a:lnTo>
                  <a:lnTo>
                    <a:pt x="2508" y="2068"/>
                  </a:lnTo>
                  <a:lnTo>
                    <a:pt x="2534" y="1810"/>
                  </a:lnTo>
                  <a:lnTo>
                    <a:pt x="2534" y="1267"/>
                  </a:lnTo>
                  <a:lnTo>
                    <a:pt x="2508" y="1008"/>
                  </a:lnTo>
                  <a:lnTo>
                    <a:pt x="2431" y="776"/>
                  </a:lnTo>
                  <a:lnTo>
                    <a:pt x="2302" y="569"/>
                  </a:lnTo>
                  <a:lnTo>
                    <a:pt x="2146" y="362"/>
                  </a:lnTo>
                  <a:lnTo>
                    <a:pt x="1965" y="207"/>
                  </a:lnTo>
                  <a:lnTo>
                    <a:pt x="1759" y="103"/>
                  </a:lnTo>
                  <a:lnTo>
                    <a:pt x="1526" y="26"/>
                  </a:lnTo>
                  <a:lnTo>
                    <a:pt x="12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9"/>
            <p:cNvSpPr/>
            <p:nvPr/>
          </p:nvSpPr>
          <p:spPr>
            <a:xfrm>
              <a:off x="448150" y="1323925"/>
              <a:ext cx="62700" cy="76925"/>
            </a:xfrm>
            <a:custGeom>
              <a:avLst/>
              <a:gdLst/>
              <a:ahLst/>
              <a:cxnLst/>
              <a:rect l="l" t="t" r="r" b="b"/>
              <a:pathLst>
                <a:path w="2508" h="3077" extrusionOk="0">
                  <a:moveTo>
                    <a:pt x="1267" y="827"/>
                  </a:moveTo>
                  <a:lnTo>
                    <a:pt x="1345" y="853"/>
                  </a:lnTo>
                  <a:lnTo>
                    <a:pt x="1422" y="879"/>
                  </a:lnTo>
                  <a:lnTo>
                    <a:pt x="1500" y="905"/>
                  </a:lnTo>
                  <a:lnTo>
                    <a:pt x="1551" y="956"/>
                  </a:lnTo>
                  <a:lnTo>
                    <a:pt x="1603" y="1034"/>
                  </a:lnTo>
                  <a:lnTo>
                    <a:pt x="1629" y="1086"/>
                  </a:lnTo>
                  <a:lnTo>
                    <a:pt x="1655" y="1163"/>
                  </a:lnTo>
                  <a:lnTo>
                    <a:pt x="1681" y="1267"/>
                  </a:lnTo>
                  <a:lnTo>
                    <a:pt x="1681" y="1810"/>
                  </a:lnTo>
                  <a:lnTo>
                    <a:pt x="1655" y="1913"/>
                  </a:lnTo>
                  <a:lnTo>
                    <a:pt x="1629" y="1990"/>
                  </a:lnTo>
                  <a:lnTo>
                    <a:pt x="1603" y="2042"/>
                  </a:lnTo>
                  <a:lnTo>
                    <a:pt x="1551" y="2120"/>
                  </a:lnTo>
                  <a:lnTo>
                    <a:pt x="1500" y="2171"/>
                  </a:lnTo>
                  <a:lnTo>
                    <a:pt x="1422" y="2197"/>
                  </a:lnTo>
                  <a:lnTo>
                    <a:pt x="1345" y="2223"/>
                  </a:lnTo>
                  <a:lnTo>
                    <a:pt x="1164" y="2223"/>
                  </a:lnTo>
                  <a:lnTo>
                    <a:pt x="1086" y="2197"/>
                  </a:lnTo>
                  <a:lnTo>
                    <a:pt x="1034" y="2171"/>
                  </a:lnTo>
                  <a:lnTo>
                    <a:pt x="957" y="2120"/>
                  </a:lnTo>
                  <a:lnTo>
                    <a:pt x="905" y="2042"/>
                  </a:lnTo>
                  <a:lnTo>
                    <a:pt x="879" y="1990"/>
                  </a:lnTo>
                  <a:lnTo>
                    <a:pt x="853" y="1913"/>
                  </a:lnTo>
                  <a:lnTo>
                    <a:pt x="828" y="1810"/>
                  </a:lnTo>
                  <a:lnTo>
                    <a:pt x="828" y="1267"/>
                  </a:lnTo>
                  <a:lnTo>
                    <a:pt x="853" y="1163"/>
                  </a:lnTo>
                  <a:lnTo>
                    <a:pt x="879" y="1086"/>
                  </a:lnTo>
                  <a:lnTo>
                    <a:pt x="905" y="1034"/>
                  </a:lnTo>
                  <a:lnTo>
                    <a:pt x="957" y="956"/>
                  </a:lnTo>
                  <a:lnTo>
                    <a:pt x="1034" y="905"/>
                  </a:lnTo>
                  <a:lnTo>
                    <a:pt x="1086" y="879"/>
                  </a:lnTo>
                  <a:lnTo>
                    <a:pt x="1164" y="853"/>
                  </a:lnTo>
                  <a:lnTo>
                    <a:pt x="1267" y="827"/>
                  </a:lnTo>
                  <a:close/>
                  <a:moveTo>
                    <a:pt x="1267" y="0"/>
                  </a:moveTo>
                  <a:lnTo>
                    <a:pt x="1009" y="26"/>
                  </a:lnTo>
                  <a:lnTo>
                    <a:pt x="776" y="103"/>
                  </a:lnTo>
                  <a:lnTo>
                    <a:pt x="543" y="207"/>
                  </a:lnTo>
                  <a:lnTo>
                    <a:pt x="362" y="362"/>
                  </a:lnTo>
                  <a:lnTo>
                    <a:pt x="207" y="569"/>
                  </a:lnTo>
                  <a:lnTo>
                    <a:pt x="104" y="776"/>
                  </a:lnTo>
                  <a:lnTo>
                    <a:pt x="26" y="1008"/>
                  </a:lnTo>
                  <a:lnTo>
                    <a:pt x="0" y="1267"/>
                  </a:lnTo>
                  <a:lnTo>
                    <a:pt x="0" y="1810"/>
                  </a:lnTo>
                  <a:lnTo>
                    <a:pt x="26" y="2068"/>
                  </a:lnTo>
                  <a:lnTo>
                    <a:pt x="104" y="2301"/>
                  </a:lnTo>
                  <a:lnTo>
                    <a:pt x="207" y="2507"/>
                  </a:lnTo>
                  <a:lnTo>
                    <a:pt x="362" y="2714"/>
                  </a:lnTo>
                  <a:lnTo>
                    <a:pt x="543" y="2869"/>
                  </a:lnTo>
                  <a:lnTo>
                    <a:pt x="776" y="2973"/>
                  </a:lnTo>
                  <a:lnTo>
                    <a:pt x="1009" y="3050"/>
                  </a:lnTo>
                  <a:lnTo>
                    <a:pt x="1267" y="3076"/>
                  </a:lnTo>
                  <a:lnTo>
                    <a:pt x="1500" y="3050"/>
                  </a:lnTo>
                  <a:lnTo>
                    <a:pt x="1732" y="2973"/>
                  </a:lnTo>
                  <a:lnTo>
                    <a:pt x="1965" y="2869"/>
                  </a:lnTo>
                  <a:lnTo>
                    <a:pt x="2146" y="2714"/>
                  </a:lnTo>
                  <a:lnTo>
                    <a:pt x="2301" y="2507"/>
                  </a:lnTo>
                  <a:lnTo>
                    <a:pt x="2404" y="2301"/>
                  </a:lnTo>
                  <a:lnTo>
                    <a:pt x="2482" y="2068"/>
                  </a:lnTo>
                  <a:lnTo>
                    <a:pt x="2508" y="1810"/>
                  </a:lnTo>
                  <a:lnTo>
                    <a:pt x="2508" y="1267"/>
                  </a:lnTo>
                  <a:lnTo>
                    <a:pt x="2482" y="1008"/>
                  </a:lnTo>
                  <a:lnTo>
                    <a:pt x="2404" y="776"/>
                  </a:lnTo>
                  <a:lnTo>
                    <a:pt x="2301" y="569"/>
                  </a:lnTo>
                  <a:lnTo>
                    <a:pt x="2146" y="362"/>
                  </a:lnTo>
                  <a:lnTo>
                    <a:pt x="1965" y="207"/>
                  </a:lnTo>
                  <a:lnTo>
                    <a:pt x="1732" y="103"/>
                  </a:lnTo>
                  <a:lnTo>
                    <a:pt x="1500" y="26"/>
                  </a:lnTo>
                  <a:lnTo>
                    <a:pt x="12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9"/>
            <p:cNvSpPr/>
            <p:nvPr/>
          </p:nvSpPr>
          <p:spPr>
            <a:xfrm>
              <a:off x="490150" y="1421500"/>
              <a:ext cx="20700" cy="76925"/>
            </a:xfrm>
            <a:custGeom>
              <a:avLst/>
              <a:gdLst/>
              <a:ahLst/>
              <a:cxnLst/>
              <a:rect l="l" t="t" r="r" b="b"/>
              <a:pathLst>
                <a:path w="828" h="3077" extrusionOk="0">
                  <a:moveTo>
                    <a:pt x="414" y="0"/>
                  </a:moveTo>
                  <a:lnTo>
                    <a:pt x="337" y="26"/>
                  </a:lnTo>
                  <a:lnTo>
                    <a:pt x="259" y="52"/>
                  </a:lnTo>
                  <a:lnTo>
                    <a:pt x="182" y="78"/>
                  </a:lnTo>
                  <a:lnTo>
                    <a:pt x="130" y="130"/>
                  </a:lnTo>
                  <a:lnTo>
                    <a:pt x="78" y="181"/>
                  </a:lnTo>
                  <a:lnTo>
                    <a:pt x="26" y="259"/>
                  </a:lnTo>
                  <a:lnTo>
                    <a:pt x="1" y="336"/>
                  </a:lnTo>
                  <a:lnTo>
                    <a:pt x="1" y="414"/>
                  </a:lnTo>
                  <a:lnTo>
                    <a:pt x="1" y="2663"/>
                  </a:lnTo>
                  <a:lnTo>
                    <a:pt x="1" y="2741"/>
                  </a:lnTo>
                  <a:lnTo>
                    <a:pt x="26" y="2818"/>
                  </a:lnTo>
                  <a:lnTo>
                    <a:pt x="78" y="2896"/>
                  </a:lnTo>
                  <a:lnTo>
                    <a:pt x="130" y="2947"/>
                  </a:lnTo>
                  <a:lnTo>
                    <a:pt x="182" y="2999"/>
                  </a:lnTo>
                  <a:lnTo>
                    <a:pt x="259" y="3051"/>
                  </a:lnTo>
                  <a:lnTo>
                    <a:pt x="337" y="3077"/>
                  </a:lnTo>
                  <a:lnTo>
                    <a:pt x="492" y="3077"/>
                  </a:lnTo>
                  <a:lnTo>
                    <a:pt x="569" y="3051"/>
                  </a:lnTo>
                  <a:lnTo>
                    <a:pt x="647" y="2999"/>
                  </a:lnTo>
                  <a:lnTo>
                    <a:pt x="699" y="2947"/>
                  </a:lnTo>
                  <a:lnTo>
                    <a:pt x="750" y="2896"/>
                  </a:lnTo>
                  <a:lnTo>
                    <a:pt x="802" y="2818"/>
                  </a:lnTo>
                  <a:lnTo>
                    <a:pt x="828" y="2741"/>
                  </a:lnTo>
                  <a:lnTo>
                    <a:pt x="828" y="2663"/>
                  </a:lnTo>
                  <a:lnTo>
                    <a:pt x="828" y="414"/>
                  </a:lnTo>
                  <a:lnTo>
                    <a:pt x="828" y="336"/>
                  </a:lnTo>
                  <a:lnTo>
                    <a:pt x="802" y="259"/>
                  </a:lnTo>
                  <a:lnTo>
                    <a:pt x="750" y="181"/>
                  </a:lnTo>
                  <a:lnTo>
                    <a:pt x="699" y="130"/>
                  </a:lnTo>
                  <a:lnTo>
                    <a:pt x="647" y="78"/>
                  </a:lnTo>
                  <a:lnTo>
                    <a:pt x="569" y="52"/>
                  </a:lnTo>
                  <a:lnTo>
                    <a:pt x="492"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9"/>
            <p:cNvSpPr/>
            <p:nvPr/>
          </p:nvSpPr>
          <p:spPr>
            <a:xfrm>
              <a:off x="448150" y="1421500"/>
              <a:ext cx="20700" cy="76925"/>
            </a:xfrm>
            <a:custGeom>
              <a:avLst/>
              <a:gdLst/>
              <a:ahLst/>
              <a:cxnLst/>
              <a:rect l="l" t="t" r="r" b="b"/>
              <a:pathLst>
                <a:path w="828" h="3077" extrusionOk="0">
                  <a:moveTo>
                    <a:pt x="414" y="0"/>
                  </a:moveTo>
                  <a:lnTo>
                    <a:pt x="336" y="26"/>
                  </a:lnTo>
                  <a:lnTo>
                    <a:pt x="259" y="52"/>
                  </a:lnTo>
                  <a:lnTo>
                    <a:pt x="181" y="78"/>
                  </a:lnTo>
                  <a:lnTo>
                    <a:pt x="130" y="130"/>
                  </a:lnTo>
                  <a:lnTo>
                    <a:pt x="78" y="181"/>
                  </a:lnTo>
                  <a:lnTo>
                    <a:pt x="26" y="259"/>
                  </a:lnTo>
                  <a:lnTo>
                    <a:pt x="0" y="336"/>
                  </a:lnTo>
                  <a:lnTo>
                    <a:pt x="0" y="414"/>
                  </a:lnTo>
                  <a:lnTo>
                    <a:pt x="0" y="2663"/>
                  </a:lnTo>
                  <a:lnTo>
                    <a:pt x="0" y="2741"/>
                  </a:lnTo>
                  <a:lnTo>
                    <a:pt x="26" y="2818"/>
                  </a:lnTo>
                  <a:lnTo>
                    <a:pt x="78" y="2896"/>
                  </a:lnTo>
                  <a:lnTo>
                    <a:pt x="130" y="2947"/>
                  </a:lnTo>
                  <a:lnTo>
                    <a:pt x="181" y="2999"/>
                  </a:lnTo>
                  <a:lnTo>
                    <a:pt x="259" y="3051"/>
                  </a:lnTo>
                  <a:lnTo>
                    <a:pt x="336" y="3077"/>
                  </a:lnTo>
                  <a:lnTo>
                    <a:pt x="492" y="3077"/>
                  </a:lnTo>
                  <a:lnTo>
                    <a:pt x="569" y="3051"/>
                  </a:lnTo>
                  <a:lnTo>
                    <a:pt x="647" y="2999"/>
                  </a:lnTo>
                  <a:lnTo>
                    <a:pt x="724" y="2947"/>
                  </a:lnTo>
                  <a:lnTo>
                    <a:pt x="776" y="2896"/>
                  </a:lnTo>
                  <a:lnTo>
                    <a:pt x="802" y="2818"/>
                  </a:lnTo>
                  <a:lnTo>
                    <a:pt x="828" y="2741"/>
                  </a:lnTo>
                  <a:lnTo>
                    <a:pt x="828" y="2663"/>
                  </a:lnTo>
                  <a:lnTo>
                    <a:pt x="828" y="414"/>
                  </a:lnTo>
                  <a:lnTo>
                    <a:pt x="828" y="336"/>
                  </a:lnTo>
                  <a:lnTo>
                    <a:pt x="802" y="259"/>
                  </a:lnTo>
                  <a:lnTo>
                    <a:pt x="776" y="181"/>
                  </a:lnTo>
                  <a:lnTo>
                    <a:pt x="724" y="130"/>
                  </a:lnTo>
                  <a:lnTo>
                    <a:pt x="647" y="78"/>
                  </a:lnTo>
                  <a:lnTo>
                    <a:pt x="569" y="52"/>
                  </a:lnTo>
                  <a:lnTo>
                    <a:pt x="492"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9"/>
            <p:cNvSpPr/>
            <p:nvPr/>
          </p:nvSpPr>
          <p:spPr>
            <a:xfrm>
              <a:off x="406150" y="1421500"/>
              <a:ext cx="21350" cy="76925"/>
            </a:xfrm>
            <a:custGeom>
              <a:avLst/>
              <a:gdLst/>
              <a:ahLst/>
              <a:cxnLst/>
              <a:rect l="l" t="t" r="r" b="b"/>
              <a:pathLst>
                <a:path w="854" h="3077" extrusionOk="0">
                  <a:moveTo>
                    <a:pt x="414" y="0"/>
                  </a:moveTo>
                  <a:lnTo>
                    <a:pt x="336" y="26"/>
                  </a:lnTo>
                  <a:lnTo>
                    <a:pt x="259" y="52"/>
                  </a:lnTo>
                  <a:lnTo>
                    <a:pt x="181" y="78"/>
                  </a:lnTo>
                  <a:lnTo>
                    <a:pt x="129" y="130"/>
                  </a:lnTo>
                  <a:lnTo>
                    <a:pt x="78" y="181"/>
                  </a:lnTo>
                  <a:lnTo>
                    <a:pt x="26" y="259"/>
                  </a:lnTo>
                  <a:lnTo>
                    <a:pt x="0" y="336"/>
                  </a:lnTo>
                  <a:lnTo>
                    <a:pt x="0" y="414"/>
                  </a:lnTo>
                  <a:lnTo>
                    <a:pt x="0" y="2663"/>
                  </a:lnTo>
                  <a:lnTo>
                    <a:pt x="0" y="2741"/>
                  </a:lnTo>
                  <a:lnTo>
                    <a:pt x="26" y="2818"/>
                  </a:lnTo>
                  <a:lnTo>
                    <a:pt x="78" y="2896"/>
                  </a:lnTo>
                  <a:lnTo>
                    <a:pt x="129" y="2947"/>
                  </a:lnTo>
                  <a:lnTo>
                    <a:pt x="181" y="2999"/>
                  </a:lnTo>
                  <a:lnTo>
                    <a:pt x="259" y="3051"/>
                  </a:lnTo>
                  <a:lnTo>
                    <a:pt x="336" y="3077"/>
                  </a:lnTo>
                  <a:lnTo>
                    <a:pt x="517" y="3077"/>
                  </a:lnTo>
                  <a:lnTo>
                    <a:pt x="595" y="3051"/>
                  </a:lnTo>
                  <a:lnTo>
                    <a:pt x="646" y="2999"/>
                  </a:lnTo>
                  <a:lnTo>
                    <a:pt x="724" y="2947"/>
                  </a:lnTo>
                  <a:lnTo>
                    <a:pt x="776" y="2896"/>
                  </a:lnTo>
                  <a:lnTo>
                    <a:pt x="801" y="2818"/>
                  </a:lnTo>
                  <a:lnTo>
                    <a:pt x="827" y="2741"/>
                  </a:lnTo>
                  <a:lnTo>
                    <a:pt x="853" y="2663"/>
                  </a:lnTo>
                  <a:lnTo>
                    <a:pt x="853" y="414"/>
                  </a:lnTo>
                  <a:lnTo>
                    <a:pt x="827" y="336"/>
                  </a:lnTo>
                  <a:lnTo>
                    <a:pt x="801" y="259"/>
                  </a:lnTo>
                  <a:lnTo>
                    <a:pt x="776" y="181"/>
                  </a:lnTo>
                  <a:lnTo>
                    <a:pt x="724" y="130"/>
                  </a:lnTo>
                  <a:lnTo>
                    <a:pt x="646" y="78"/>
                  </a:lnTo>
                  <a:lnTo>
                    <a:pt x="595" y="52"/>
                  </a:lnTo>
                  <a:lnTo>
                    <a:pt x="517"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9"/>
            <p:cNvSpPr/>
            <p:nvPr/>
          </p:nvSpPr>
          <p:spPr>
            <a:xfrm>
              <a:off x="322775" y="1421500"/>
              <a:ext cx="62700" cy="76925"/>
            </a:xfrm>
            <a:custGeom>
              <a:avLst/>
              <a:gdLst/>
              <a:ahLst/>
              <a:cxnLst/>
              <a:rect l="l" t="t" r="r" b="b"/>
              <a:pathLst>
                <a:path w="2508" h="3077" extrusionOk="0">
                  <a:moveTo>
                    <a:pt x="1319" y="853"/>
                  </a:moveTo>
                  <a:lnTo>
                    <a:pt x="1396" y="879"/>
                  </a:lnTo>
                  <a:lnTo>
                    <a:pt x="1474" y="905"/>
                  </a:lnTo>
                  <a:lnTo>
                    <a:pt x="1551" y="957"/>
                  </a:lnTo>
                  <a:lnTo>
                    <a:pt x="1603" y="1034"/>
                  </a:lnTo>
                  <a:lnTo>
                    <a:pt x="1629" y="1112"/>
                  </a:lnTo>
                  <a:lnTo>
                    <a:pt x="1655" y="1189"/>
                  </a:lnTo>
                  <a:lnTo>
                    <a:pt x="1655" y="1267"/>
                  </a:lnTo>
                  <a:lnTo>
                    <a:pt x="1655" y="1810"/>
                  </a:lnTo>
                  <a:lnTo>
                    <a:pt x="1655" y="1913"/>
                  </a:lnTo>
                  <a:lnTo>
                    <a:pt x="1629" y="1991"/>
                  </a:lnTo>
                  <a:lnTo>
                    <a:pt x="1603" y="2068"/>
                  </a:lnTo>
                  <a:lnTo>
                    <a:pt x="1551" y="2120"/>
                  </a:lnTo>
                  <a:lnTo>
                    <a:pt x="1474" y="2172"/>
                  </a:lnTo>
                  <a:lnTo>
                    <a:pt x="1396" y="2198"/>
                  </a:lnTo>
                  <a:lnTo>
                    <a:pt x="1319" y="2223"/>
                  </a:lnTo>
                  <a:lnTo>
                    <a:pt x="1241" y="2249"/>
                  </a:lnTo>
                  <a:lnTo>
                    <a:pt x="1164" y="2223"/>
                  </a:lnTo>
                  <a:lnTo>
                    <a:pt x="1086" y="2198"/>
                  </a:lnTo>
                  <a:lnTo>
                    <a:pt x="1009" y="2172"/>
                  </a:lnTo>
                  <a:lnTo>
                    <a:pt x="957" y="2120"/>
                  </a:lnTo>
                  <a:lnTo>
                    <a:pt x="905" y="2068"/>
                  </a:lnTo>
                  <a:lnTo>
                    <a:pt x="853" y="1991"/>
                  </a:lnTo>
                  <a:lnTo>
                    <a:pt x="828" y="1913"/>
                  </a:lnTo>
                  <a:lnTo>
                    <a:pt x="828" y="1810"/>
                  </a:lnTo>
                  <a:lnTo>
                    <a:pt x="828" y="1267"/>
                  </a:lnTo>
                  <a:lnTo>
                    <a:pt x="828" y="1189"/>
                  </a:lnTo>
                  <a:lnTo>
                    <a:pt x="853" y="1112"/>
                  </a:lnTo>
                  <a:lnTo>
                    <a:pt x="905" y="1034"/>
                  </a:lnTo>
                  <a:lnTo>
                    <a:pt x="957" y="957"/>
                  </a:lnTo>
                  <a:lnTo>
                    <a:pt x="1009" y="905"/>
                  </a:lnTo>
                  <a:lnTo>
                    <a:pt x="1086" y="879"/>
                  </a:lnTo>
                  <a:lnTo>
                    <a:pt x="1164" y="853"/>
                  </a:lnTo>
                  <a:close/>
                  <a:moveTo>
                    <a:pt x="1241" y="0"/>
                  </a:moveTo>
                  <a:lnTo>
                    <a:pt x="983" y="26"/>
                  </a:lnTo>
                  <a:lnTo>
                    <a:pt x="750" y="104"/>
                  </a:lnTo>
                  <a:lnTo>
                    <a:pt x="543" y="233"/>
                  </a:lnTo>
                  <a:lnTo>
                    <a:pt x="362" y="388"/>
                  </a:lnTo>
                  <a:lnTo>
                    <a:pt x="207" y="569"/>
                  </a:lnTo>
                  <a:lnTo>
                    <a:pt x="78" y="776"/>
                  </a:lnTo>
                  <a:lnTo>
                    <a:pt x="26" y="1009"/>
                  </a:lnTo>
                  <a:lnTo>
                    <a:pt x="0" y="1267"/>
                  </a:lnTo>
                  <a:lnTo>
                    <a:pt x="0" y="1810"/>
                  </a:lnTo>
                  <a:lnTo>
                    <a:pt x="26" y="2068"/>
                  </a:lnTo>
                  <a:lnTo>
                    <a:pt x="78" y="2301"/>
                  </a:lnTo>
                  <a:lnTo>
                    <a:pt x="207" y="2534"/>
                  </a:lnTo>
                  <a:lnTo>
                    <a:pt x="362" y="2715"/>
                  </a:lnTo>
                  <a:lnTo>
                    <a:pt x="543" y="2870"/>
                  </a:lnTo>
                  <a:lnTo>
                    <a:pt x="750" y="2973"/>
                  </a:lnTo>
                  <a:lnTo>
                    <a:pt x="983" y="3051"/>
                  </a:lnTo>
                  <a:lnTo>
                    <a:pt x="1241" y="3077"/>
                  </a:lnTo>
                  <a:lnTo>
                    <a:pt x="1500" y="3051"/>
                  </a:lnTo>
                  <a:lnTo>
                    <a:pt x="1732" y="2973"/>
                  </a:lnTo>
                  <a:lnTo>
                    <a:pt x="1939" y="2870"/>
                  </a:lnTo>
                  <a:lnTo>
                    <a:pt x="2146" y="2715"/>
                  </a:lnTo>
                  <a:lnTo>
                    <a:pt x="2275" y="2534"/>
                  </a:lnTo>
                  <a:lnTo>
                    <a:pt x="2404" y="2301"/>
                  </a:lnTo>
                  <a:lnTo>
                    <a:pt x="2482" y="2068"/>
                  </a:lnTo>
                  <a:lnTo>
                    <a:pt x="2508" y="1810"/>
                  </a:lnTo>
                  <a:lnTo>
                    <a:pt x="2508" y="1267"/>
                  </a:lnTo>
                  <a:lnTo>
                    <a:pt x="2482" y="1009"/>
                  </a:lnTo>
                  <a:lnTo>
                    <a:pt x="2404" y="776"/>
                  </a:lnTo>
                  <a:lnTo>
                    <a:pt x="2275" y="569"/>
                  </a:lnTo>
                  <a:lnTo>
                    <a:pt x="2146" y="388"/>
                  </a:lnTo>
                  <a:lnTo>
                    <a:pt x="1939" y="233"/>
                  </a:lnTo>
                  <a:lnTo>
                    <a:pt x="1732" y="104"/>
                  </a:lnTo>
                  <a:lnTo>
                    <a:pt x="1500" y="26"/>
                  </a:lnTo>
                  <a:lnTo>
                    <a:pt x="124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9"/>
            <p:cNvSpPr/>
            <p:nvPr/>
          </p:nvSpPr>
          <p:spPr>
            <a:xfrm>
              <a:off x="532150" y="1421500"/>
              <a:ext cx="62725" cy="76925"/>
            </a:xfrm>
            <a:custGeom>
              <a:avLst/>
              <a:gdLst/>
              <a:ahLst/>
              <a:cxnLst/>
              <a:rect l="l" t="t" r="r" b="b"/>
              <a:pathLst>
                <a:path w="2509" h="3077" extrusionOk="0">
                  <a:moveTo>
                    <a:pt x="1319" y="853"/>
                  </a:moveTo>
                  <a:lnTo>
                    <a:pt x="1397" y="879"/>
                  </a:lnTo>
                  <a:lnTo>
                    <a:pt x="1474" y="905"/>
                  </a:lnTo>
                  <a:lnTo>
                    <a:pt x="1552" y="957"/>
                  </a:lnTo>
                  <a:lnTo>
                    <a:pt x="1604" y="1034"/>
                  </a:lnTo>
                  <a:lnTo>
                    <a:pt x="1629" y="1112"/>
                  </a:lnTo>
                  <a:lnTo>
                    <a:pt x="1655" y="1189"/>
                  </a:lnTo>
                  <a:lnTo>
                    <a:pt x="1655" y="1267"/>
                  </a:lnTo>
                  <a:lnTo>
                    <a:pt x="1655" y="1810"/>
                  </a:lnTo>
                  <a:lnTo>
                    <a:pt x="1655" y="1913"/>
                  </a:lnTo>
                  <a:lnTo>
                    <a:pt x="1629" y="1991"/>
                  </a:lnTo>
                  <a:lnTo>
                    <a:pt x="1604" y="2068"/>
                  </a:lnTo>
                  <a:lnTo>
                    <a:pt x="1552" y="2120"/>
                  </a:lnTo>
                  <a:lnTo>
                    <a:pt x="1474" y="2172"/>
                  </a:lnTo>
                  <a:lnTo>
                    <a:pt x="1397" y="2198"/>
                  </a:lnTo>
                  <a:lnTo>
                    <a:pt x="1319" y="2223"/>
                  </a:lnTo>
                  <a:lnTo>
                    <a:pt x="1242" y="2249"/>
                  </a:lnTo>
                  <a:lnTo>
                    <a:pt x="1164" y="2223"/>
                  </a:lnTo>
                  <a:lnTo>
                    <a:pt x="1087" y="2198"/>
                  </a:lnTo>
                  <a:lnTo>
                    <a:pt x="1009" y="2172"/>
                  </a:lnTo>
                  <a:lnTo>
                    <a:pt x="957" y="2120"/>
                  </a:lnTo>
                  <a:lnTo>
                    <a:pt x="906" y="2068"/>
                  </a:lnTo>
                  <a:lnTo>
                    <a:pt x="854" y="1991"/>
                  </a:lnTo>
                  <a:lnTo>
                    <a:pt x="828" y="1913"/>
                  </a:lnTo>
                  <a:lnTo>
                    <a:pt x="828" y="1810"/>
                  </a:lnTo>
                  <a:lnTo>
                    <a:pt x="828" y="1267"/>
                  </a:lnTo>
                  <a:lnTo>
                    <a:pt x="828" y="1189"/>
                  </a:lnTo>
                  <a:lnTo>
                    <a:pt x="854" y="1112"/>
                  </a:lnTo>
                  <a:lnTo>
                    <a:pt x="906" y="1034"/>
                  </a:lnTo>
                  <a:lnTo>
                    <a:pt x="957" y="957"/>
                  </a:lnTo>
                  <a:lnTo>
                    <a:pt x="1009" y="905"/>
                  </a:lnTo>
                  <a:lnTo>
                    <a:pt x="1087" y="879"/>
                  </a:lnTo>
                  <a:lnTo>
                    <a:pt x="1164" y="853"/>
                  </a:lnTo>
                  <a:close/>
                  <a:moveTo>
                    <a:pt x="1242" y="0"/>
                  </a:moveTo>
                  <a:lnTo>
                    <a:pt x="983" y="26"/>
                  </a:lnTo>
                  <a:lnTo>
                    <a:pt x="751" y="104"/>
                  </a:lnTo>
                  <a:lnTo>
                    <a:pt x="544" y="233"/>
                  </a:lnTo>
                  <a:lnTo>
                    <a:pt x="363" y="388"/>
                  </a:lnTo>
                  <a:lnTo>
                    <a:pt x="208" y="569"/>
                  </a:lnTo>
                  <a:lnTo>
                    <a:pt x="78" y="776"/>
                  </a:lnTo>
                  <a:lnTo>
                    <a:pt x="27" y="1009"/>
                  </a:lnTo>
                  <a:lnTo>
                    <a:pt x="1" y="1267"/>
                  </a:lnTo>
                  <a:lnTo>
                    <a:pt x="1" y="1810"/>
                  </a:lnTo>
                  <a:lnTo>
                    <a:pt x="27" y="2068"/>
                  </a:lnTo>
                  <a:lnTo>
                    <a:pt x="78" y="2301"/>
                  </a:lnTo>
                  <a:lnTo>
                    <a:pt x="208" y="2534"/>
                  </a:lnTo>
                  <a:lnTo>
                    <a:pt x="363" y="2715"/>
                  </a:lnTo>
                  <a:lnTo>
                    <a:pt x="544" y="2870"/>
                  </a:lnTo>
                  <a:lnTo>
                    <a:pt x="751" y="2973"/>
                  </a:lnTo>
                  <a:lnTo>
                    <a:pt x="983" y="3051"/>
                  </a:lnTo>
                  <a:lnTo>
                    <a:pt x="1242" y="3077"/>
                  </a:lnTo>
                  <a:lnTo>
                    <a:pt x="1500" y="3051"/>
                  </a:lnTo>
                  <a:lnTo>
                    <a:pt x="1733" y="2973"/>
                  </a:lnTo>
                  <a:lnTo>
                    <a:pt x="1940" y="2870"/>
                  </a:lnTo>
                  <a:lnTo>
                    <a:pt x="2147" y="2715"/>
                  </a:lnTo>
                  <a:lnTo>
                    <a:pt x="2276" y="2534"/>
                  </a:lnTo>
                  <a:lnTo>
                    <a:pt x="2405" y="2301"/>
                  </a:lnTo>
                  <a:lnTo>
                    <a:pt x="2483" y="2068"/>
                  </a:lnTo>
                  <a:lnTo>
                    <a:pt x="2508" y="1810"/>
                  </a:lnTo>
                  <a:lnTo>
                    <a:pt x="2508" y="1267"/>
                  </a:lnTo>
                  <a:lnTo>
                    <a:pt x="2483" y="1009"/>
                  </a:lnTo>
                  <a:lnTo>
                    <a:pt x="2405" y="776"/>
                  </a:lnTo>
                  <a:lnTo>
                    <a:pt x="2276" y="569"/>
                  </a:lnTo>
                  <a:lnTo>
                    <a:pt x="2147" y="388"/>
                  </a:lnTo>
                  <a:lnTo>
                    <a:pt x="1940" y="233"/>
                  </a:lnTo>
                  <a:lnTo>
                    <a:pt x="1733" y="104"/>
                  </a:lnTo>
                  <a:lnTo>
                    <a:pt x="1500" y="26"/>
                  </a:lnTo>
                  <a:lnTo>
                    <a:pt x="12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9"/>
            <p:cNvSpPr/>
            <p:nvPr/>
          </p:nvSpPr>
          <p:spPr>
            <a:xfrm>
              <a:off x="238750" y="1421500"/>
              <a:ext cx="62725" cy="76925"/>
            </a:xfrm>
            <a:custGeom>
              <a:avLst/>
              <a:gdLst/>
              <a:ahLst/>
              <a:cxnLst/>
              <a:rect l="l" t="t" r="r" b="b"/>
              <a:pathLst>
                <a:path w="2509" h="3077" extrusionOk="0">
                  <a:moveTo>
                    <a:pt x="1345" y="853"/>
                  </a:moveTo>
                  <a:lnTo>
                    <a:pt x="1423" y="879"/>
                  </a:lnTo>
                  <a:lnTo>
                    <a:pt x="1500" y="905"/>
                  </a:lnTo>
                  <a:lnTo>
                    <a:pt x="1552" y="957"/>
                  </a:lnTo>
                  <a:lnTo>
                    <a:pt x="1604" y="1034"/>
                  </a:lnTo>
                  <a:lnTo>
                    <a:pt x="1629" y="1112"/>
                  </a:lnTo>
                  <a:lnTo>
                    <a:pt x="1655" y="1189"/>
                  </a:lnTo>
                  <a:lnTo>
                    <a:pt x="1681" y="1267"/>
                  </a:lnTo>
                  <a:lnTo>
                    <a:pt x="1681" y="1810"/>
                  </a:lnTo>
                  <a:lnTo>
                    <a:pt x="1655" y="1913"/>
                  </a:lnTo>
                  <a:lnTo>
                    <a:pt x="1629" y="1991"/>
                  </a:lnTo>
                  <a:lnTo>
                    <a:pt x="1604" y="2068"/>
                  </a:lnTo>
                  <a:lnTo>
                    <a:pt x="1552" y="2120"/>
                  </a:lnTo>
                  <a:lnTo>
                    <a:pt x="1500" y="2172"/>
                  </a:lnTo>
                  <a:lnTo>
                    <a:pt x="1423" y="2198"/>
                  </a:lnTo>
                  <a:lnTo>
                    <a:pt x="1345" y="2223"/>
                  </a:lnTo>
                  <a:lnTo>
                    <a:pt x="1268" y="2249"/>
                  </a:lnTo>
                  <a:lnTo>
                    <a:pt x="1164" y="2223"/>
                  </a:lnTo>
                  <a:lnTo>
                    <a:pt x="1087" y="2198"/>
                  </a:lnTo>
                  <a:lnTo>
                    <a:pt x="1009" y="2172"/>
                  </a:lnTo>
                  <a:lnTo>
                    <a:pt x="957" y="2120"/>
                  </a:lnTo>
                  <a:lnTo>
                    <a:pt x="906" y="2068"/>
                  </a:lnTo>
                  <a:lnTo>
                    <a:pt x="880" y="1991"/>
                  </a:lnTo>
                  <a:lnTo>
                    <a:pt x="854" y="1913"/>
                  </a:lnTo>
                  <a:lnTo>
                    <a:pt x="828" y="1810"/>
                  </a:lnTo>
                  <a:lnTo>
                    <a:pt x="828" y="1267"/>
                  </a:lnTo>
                  <a:lnTo>
                    <a:pt x="854" y="1189"/>
                  </a:lnTo>
                  <a:lnTo>
                    <a:pt x="880" y="1112"/>
                  </a:lnTo>
                  <a:lnTo>
                    <a:pt x="906" y="1034"/>
                  </a:lnTo>
                  <a:lnTo>
                    <a:pt x="957" y="957"/>
                  </a:lnTo>
                  <a:lnTo>
                    <a:pt x="1009" y="905"/>
                  </a:lnTo>
                  <a:lnTo>
                    <a:pt x="1087" y="879"/>
                  </a:lnTo>
                  <a:lnTo>
                    <a:pt x="1164" y="853"/>
                  </a:lnTo>
                  <a:close/>
                  <a:moveTo>
                    <a:pt x="1268" y="0"/>
                  </a:moveTo>
                  <a:lnTo>
                    <a:pt x="1009" y="26"/>
                  </a:lnTo>
                  <a:lnTo>
                    <a:pt x="776" y="104"/>
                  </a:lnTo>
                  <a:lnTo>
                    <a:pt x="544" y="233"/>
                  </a:lnTo>
                  <a:lnTo>
                    <a:pt x="363" y="388"/>
                  </a:lnTo>
                  <a:lnTo>
                    <a:pt x="208" y="569"/>
                  </a:lnTo>
                  <a:lnTo>
                    <a:pt x="104" y="776"/>
                  </a:lnTo>
                  <a:lnTo>
                    <a:pt x="27" y="1009"/>
                  </a:lnTo>
                  <a:lnTo>
                    <a:pt x="1" y="1267"/>
                  </a:lnTo>
                  <a:lnTo>
                    <a:pt x="1" y="1810"/>
                  </a:lnTo>
                  <a:lnTo>
                    <a:pt x="27" y="2068"/>
                  </a:lnTo>
                  <a:lnTo>
                    <a:pt x="104" y="2301"/>
                  </a:lnTo>
                  <a:lnTo>
                    <a:pt x="208" y="2534"/>
                  </a:lnTo>
                  <a:lnTo>
                    <a:pt x="363" y="2715"/>
                  </a:lnTo>
                  <a:lnTo>
                    <a:pt x="544" y="2870"/>
                  </a:lnTo>
                  <a:lnTo>
                    <a:pt x="776" y="2973"/>
                  </a:lnTo>
                  <a:lnTo>
                    <a:pt x="1009" y="3051"/>
                  </a:lnTo>
                  <a:lnTo>
                    <a:pt x="1268" y="3077"/>
                  </a:lnTo>
                  <a:lnTo>
                    <a:pt x="1500" y="3051"/>
                  </a:lnTo>
                  <a:lnTo>
                    <a:pt x="1733" y="2973"/>
                  </a:lnTo>
                  <a:lnTo>
                    <a:pt x="1965" y="2870"/>
                  </a:lnTo>
                  <a:lnTo>
                    <a:pt x="2146" y="2715"/>
                  </a:lnTo>
                  <a:lnTo>
                    <a:pt x="2302" y="2534"/>
                  </a:lnTo>
                  <a:lnTo>
                    <a:pt x="2405" y="2301"/>
                  </a:lnTo>
                  <a:lnTo>
                    <a:pt x="2482" y="2068"/>
                  </a:lnTo>
                  <a:lnTo>
                    <a:pt x="2508" y="1810"/>
                  </a:lnTo>
                  <a:lnTo>
                    <a:pt x="2508" y="1267"/>
                  </a:lnTo>
                  <a:lnTo>
                    <a:pt x="2482" y="1009"/>
                  </a:lnTo>
                  <a:lnTo>
                    <a:pt x="2405" y="776"/>
                  </a:lnTo>
                  <a:lnTo>
                    <a:pt x="2302" y="569"/>
                  </a:lnTo>
                  <a:lnTo>
                    <a:pt x="2146" y="388"/>
                  </a:lnTo>
                  <a:lnTo>
                    <a:pt x="1965" y="233"/>
                  </a:lnTo>
                  <a:lnTo>
                    <a:pt x="1733" y="104"/>
                  </a:lnTo>
                  <a:lnTo>
                    <a:pt x="1500" y="26"/>
                  </a:lnTo>
                  <a:lnTo>
                    <a:pt x="12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 name="Google Shape;788;p59"/>
          <p:cNvGrpSpPr/>
          <p:nvPr/>
        </p:nvGrpSpPr>
        <p:grpSpPr>
          <a:xfrm>
            <a:off x="1549587" y="1316352"/>
            <a:ext cx="382060" cy="383454"/>
            <a:chOff x="992950" y="1323925"/>
            <a:chExt cx="356100" cy="357400"/>
          </a:xfrm>
        </p:grpSpPr>
        <p:sp>
          <p:nvSpPr>
            <p:cNvPr id="789" name="Google Shape;789;p59"/>
            <p:cNvSpPr/>
            <p:nvPr/>
          </p:nvSpPr>
          <p:spPr>
            <a:xfrm>
              <a:off x="992950" y="1323925"/>
              <a:ext cx="356100" cy="357400"/>
            </a:xfrm>
            <a:custGeom>
              <a:avLst/>
              <a:gdLst/>
              <a:ahLst/>
              <a:cxnLst/>
              <a:rect l="l" t="t" r="r" b="b"/>
              <a:pathLst>
                <a:path w="14244" h="14296" extrusionOk="0">
                  <a:moveTo>
                    <a:pt x="6282" y="827"/>
                  </a:moveTo>
                  <a:lnTo>
                    <a:pt x="6566" y="853"/>
                  </a:lnTo>
                  <a:lnTo>
                    <a:pt x="6851" y="931"/>
                  </a:lnTo>
                  <a:lnTo>
                    <a:pt x="7135" y="1008"/>
                  </a:lnTo>
                  <a:lnTo>
                    <a:pt x="7393" y="1163"/>
                  </a:lnTo>
                  <a:lnTo>
                    <a:pt x="7626" y="1318"/>
                  </a:lnTo>
                  <a:lnTo>
                    <a:pt x="7833" y="1525"/>
                  </a:lnTo>
                  <a:lnTo>
                    <a:pt x="8014" y="1758"/>
                  </a:lnTo>
                  <a:lnTo>
                    <a:pt x="8143" y="2016"/>
                  </a:lnTo>
                  <a:lnTo>
                    <a:pt x="8195" y="2094"/>
                  </a:lnTo>
                  <a:lnTo>
                    <a:pt x="8247" y="2146"/>
                  </a:lnTo>
                  <a:lnTo>
                    <a:pt x="8324" y="2197"/>
                  </a:lnTo>
                  <a:lnTo>
                    <a:pt x="8402" y="2223"/>
                  </a:lnTo>
                  <a:lnTo>
                    <a:pt x="8479" y="2249"/>
                  </a:lnTo>
                  <a:lnTo>
                    <a:pt x="8583" y="2249"/>
                  </a:lnTo>
                  <a:lnTo>
                    <a:pt x="8660" y="2223"/>
                  </a:lnTo>
                  <a:lnTo>
                    <a:pt x="8738" y="2197"/>
                  </a:lnTo>
                  <a:lnTo>
                    <a:pt x="8944" y="2094"/>
                  </a:lnTo>
                  <a:lnTo>
                    <a:pt x="9177" y="2016"/>
                  </a:lnTo>
                  <a:lnTo>
                    <a:pt x="9384" y="1965"/>
                  </a:lnTo>
                  <a:lnTo>
                    <a:pt x="9823" y="1965"/>
                  </a:lnTo>
                  <a:lnTo>
                    <a:pt x="10004" y="1990"/>
                  </a:lnTo>
                  <a:lnTo>
                    <a:pt x="10159" y="2042"/>
                  </a:lnTo>
                  <a:lnTo>
                    <a:pt x="10340" y="2094"/>
                  </a:lnTo>
                  <a:lnTo>
                    <a:pt x="10495" y="2171"/>
                  </a:lnTo>
                  <a:lnTo>
                    <a:pt x="10651" y="2275"/>
                  </a:lnTo>
                  <a:lnTo>
                    <a:pt x="10780" y="2378"/>
                  </a:lnTo>
                  <a:lnTo>
                    <a:pt x="10909" y="2482"/>
                  </a:lnTo>
                  <a:lnTo>
                    <a:pt x="11038" y="2611"/>
                  </a:lnTo>
                  <a:lnTo>
                    <a:pt x="11142" y="2766"/>
                  </a:lnTo>
                  <a:lnTo>
                    <a:pt x="11219" y="2895"/>
                  </a:lnTo>
                  <a:lnTo>
                    <a:pt x="11297" y="3076"/>
                  </a:lnTo>
                  <a:lnTo>
                    <a:pt x="11349" y="3231"/>
                  </a:lnTo>
                  <a:lnTo>
                    <a:pt x="11400" y="3412"/>
                  </a:lnTo>
                  <a:lnTo>
                    <a:pt x="11426" y="3593"/>
                  </a:lnTo>
                  <a:lnTo>
                    <a:pt x="11452" y="3774"/>
                  </a:lnTo>
                  <a:lnTo>
                    <a:pt x="11426" y="3903"/>
                  </a:lnTo>
                  <a:lnTo>
                    <a:pt x="11219" y="3929"/>
                  </a:lnTo>
                  <a:lnTo>
                    <a:pt x="11012" y="3981"/>
                  </a:lnTo>
                  <a:lnTo>
                    <a:pt x="10806" y="4033"/>
                  </a:lnTo>
                  <a:lnTo>
                    <a:pt x="10599" y="4110"/>
                  </a:lnTo>
                  <a:lnTo>
                    <a:pt x="10521" y="4136"/>
                  </a:lnTo>
                  <a:lnTo>
                    <a:pt x="10444" y="4188"/>
                  </a:lnTo>
                  <a:lnTo>
                    <a:pt x="10392" y="4265"/>
                  </a:lnTo>
                  <a:lnTo>
                    <a:pt x="10366" y="4317"/>
                  </a:lnTo>
                  <a:lnTo>
                    <a:pt x="10340" y="4395"/>
                  </a:lnTo>
                  <a:lnTo>
                    <a:pt x="10315" y="4498"/>
                  </a:lnTo>
                  <a:lnTo>
                    <a:pt x="10340" y="4575"/>
                  </a:lnTo>
                  <a:lnTo>
                    <a:pt x="10366" y="4653"/>
                  </a:lnTo>
                  <a:lnTo>
                    <a:pt x="10392" y="4731"/>
                  </a:lnTo>
                  <a:lnTo>
                    <a:pt x="10444" y="4782"/>
                  </a:lnTo>
                  <a:lnTo>
                    <a:pt x="10521" y="4834"/>
                  </a:lnTo>
                  <a:lnTo>
                    <a:pt x="10573" y="4886"/>
                  </a:lnTo>
                  <a:lnTo>
                    <a:pt x="10651" y="4912"/>
                  </a:lnTo>
                  <a:lnTo>
                    <a:pt x="10832" y="4912"/>
                  </a:lnTo>
                  <a:lnTo>
                    <a:pt x="10909" y="4886"/>
                  </a:lnTo>
                  <a:lnTo>
                    <a:pt x="11193" y="4782"/>
                  </a:lnTo>
                  <a:lnTo>
                    <a:pt x="11504" y="4756"/>
                  </a:lnTo>
                  <a:lnTo>
                    <a:pt x="11788" y="4756"/>
                  </a:lnTo>
                  <a:lnTo>
                    <a:pt x="12098" y="4834"/>
                  </a:lnTo>
                  <a:lnTo>
                    <a:pt x="12357" y="4937"/>
                  </a:lnTo>
                  <a:lnTo>
                    <a:pt x="12615" y="5067"/>
                  </a:lnTo>
                  <a:lnTo>
                    <a:pt x="12848" y="5248"/>
                  </a:lnTo>
                  <a:lnTo>
                    <a:pt x="13029" y="5454"/>
                  </a:lnTo>
                  <a:lnTo>
                    <a:pt x="13184" y="5713"/>
                  </a:lnTo>
                  <a:lnTo>
                    <a:pt x="13287" y="5971"/>
                  </a:lnTo>
                  <a:lnTo>
                    <a:pt x="13365" y="6256"/>
                  </a:lnTo>
                  <a:lnTo>
                    <a:pt x="13391" y="6566"/>
                  </a:lnTo>
                  <a:lnTo>
                    <a:pt x="13391" y="6747"/>
                  </a:lnTo>
                  <a:lnTo>
                    <a:pt x="13365" y="6928"/>
                  </a:lnTo>
                  <a:lnTo>
                    <a:pt x="13313" y="7109"/>
                  </a:lnTo>
                  <a:lnTo>
                    <a:pt x="13261" y="7264"/>
                  </a:lnTo>
                  <a:lnTo>
                    <a:pt x="13184" y="7419"/>
                  </a:lnTo>
                  <a:lnTo>
                    <a:pt x="13081" y="7574"/>
                  </a:lnTo>
                  <a:lnTo>
                    <a:pt x="12977" y="7729"/>
                  </a:lnTo>
                  <a:lnTo>
                    <a:pt x="12874" y="7858"/>
                  </a:lnTo>
                  <a:lnTo>
                    <a:pt x="12744" y="7962"/>
                  </a:lnTo>
                  <a:lnTo>
                    <a:pt x="12589" y="8065"/>
                  </a:lnTo>
                  <a:lnTo>
                    <a:pt x="12434" y="8169"/>
                  </a:lnTo>
                  <a:lnTo>
                    <a:pt x="12279" y="8246"/>
                  </a:lnTo>
                  <a:lnTo>
                    <a:pt x="12124" y="8298"/>
                  </a:lnTo>
                  <a:lnTo>
                    <a:pt x="11943" y="8350"/>
                  </a:lnTo>
                  <a:lnTo>
                    <a:pt x="11762" y="8375"/>
                  </a:lnTo>
                  <a:lnTo>
                    <a:pt x="10056" y="8375"/>
                  </a:lnTo>
                  <a:lnTo>
                    <a:pt x="10056" y="8298"/>
                  </a:lnTo>
                  <a:lnTo>
                    <a:pt x="10030" y="8169"/>
                  </a:lnTo>
                  <a:lnTo>
                    <a:pt x="9978" y="8065"/>
                  </a:lnTo>
                  <a:lnTo>
                    <a:pt x="9901" y="7988"/>
                  </a:lnTo>
                  <a:lnTo>
                    <a:pt x="9798" y="7910"/>
                  </a:lnTo>
                  <a:lnTo>
                    <a:pt x="9461" y="7781"/>
                  </a:lnTo>
                  <a:lnTo>
                    <a:pt x="9125" y="7652"/>
                  </a:lnTo>
                  <a:lnTo>
                    <a:pt x="8789" y="7548"/>
                  </a:lnTo>
                  <a:lnTo>
                    <a:pt x="8453" y="7471"/>
                  </a:lnTo>
                  <a:lnTo>
                    <a:pt x="8117" y="7393"/>
                  </a:lnTo>
                  <a:lnTo>
                    <a:pt x="7781" y="7367"/>
                  </a:lnTo>
                  <a:lnTo>
                    <a:pt x="7445" y="7316"/>
                  </a:lnTo>
                  <a:lnTo>
                    <a:pt x="6773" y="7316"/>
                  </a:lnTo>
                  <a:lnTo>
                    <a:pt x="6437" y="7367"/>
                  </a:lnTo>
                  <a:lnTo>
                    <a:pt x="6101" y="7393"/>
                  </a:lnTo>
                  <a:lnTo>
                    <a:pt x="5765" y="7471"/>
                  </a:lnTo>
                  <a:lnTo>
                    <a:pt x="5429" y="7548"/>
                  </a:lnTo>
                  <a:lnTo>
                    <a:pt x="5093" y="7652"/>
                  </a:lnTo>
                  <a:lnTo>
                    <a:pt x="4757" y="7781"/>
                  </a:lnTo>
                  <a:lnTo>
                    <a:pt x="4421" y="7910"/>
                  </a:lnTo>
                  <a:lnTo>
                    <a:pt x="4317" y="7988"/>
                  </a:lnTo>
                  <a:lnTo>
                    <a:pt x="4240" y="8065"/>
                  </a:lnTo>
                  <a:lnTo>
                    <a:pt x="4188" y="8169"/>
                  </a:lnTo>
                  <a:lnTo>
                    <a:pt x="4188" y="8298"/>
                  </a:lnTo>
                  <a:lnTo>
                    <a:pt x="4188" y="8375"/>
                  </a:lnTo>
                  <a:lnTo>
                    <a:pt x="2456" y="8375"/>
                  </a:lnTo>
                  <a:lnTo>
                    <a:pt x="2275" y="8350"/>
                  </a:lnTo>
                  <a:lnTo>
                    <a:pt x="2120" y="8298"/>
                  </a:lnTo>
                  <a:lnTo>
                    <a:pt x="1939" y="8246"/>
                  </a:lnTo>
                  <a:lnTo>
                    <a:pt x="1784" y="8169"/>
                  </a:lnTo>
                  <a:lnTo>
                    <a:pt x="1629" y="8065"/>
                  </a:lnTo>
                  <a:lnTo>
                    <a:pt x="1500" y="7962"/>
                  </a:lnTo>
                  <a:lnTo>
                    <a:pt x="1370" y="7858"/>
                  </a:lnTo>
                  <a:lnTo>
                    <a:pt x="1241" y="7729"/>
                  </a:lnTo>
                  <a:lnTo>
                    <a:pt x="1138" y="7574"/>
                  </a:lnTo>
                  <a:lnTo>
                    <a:pt x="1060" y="7419"/>
                  </a:lnTo>
                  <a:lnTo>
                    <a:pt x="983" y="7264"/>
                  </a:lnTo>
                  <a:lnTo>
                    <a:pt x="905" y="7109"/>
                  </a:lnTo>
                  <a:lnTo>
                    <a:pt x="879" y="6928"/>
                  </a:lnTo>
                  <a:lnTo>
                    <a:pt x="853" y="6747"/>
                  </a:lnTo>
                  <a:lnTo>
                    <a:pt x="827" y="6566"/>
                  </a:lnTo>
                  <a:lnTo>
                    <a:pt x="853" y="6359"/>
                  </a:lnTo>
                  <a:lnTo>
                    <a:pt x="879" y="6152"/>
                  </a:lnTo>
                  <a:lnTo>
                    <a:pt x="931" y="5946"/>
                  </a:lnTo>
                  <a:lnTo>
                    <a:pt x="1008" y="5765"/>
                  </a:lnTo>
                  <a:lnTo>
                    <a:pt x="1112" y="5584"/>
                  </a:lnTo>
                  <a:lnTo>
                    <a:pt x="1241" y="5429"/>
                  </a:lnTo>
                  <a:lnTo>
                    <a:pt x="1370" y="5273"/>
                  </a:lnTo>
                  <a:lnTo>
                    <a:pt x="1525" y="5144"/>
                  </a:lnTo>
                  <a:lnTo>
                    <a:pt x="1629" y="5429"/>
                  </a:lnTo>
                  <a:lnTo>
                    <a:pt x="1784" y="5713"/>
                  </a:lnTo>
                  <a:lnTo>
                    <a:pt x="1965" y="5971"/>
                  </a:lnTo>
                  <a:lnTo>
                    <a:pt x="2172" y="6204"/>
                  </a:lnTo>
                  <a:lnTo>
                    <a:pt x="2223" y="6256"/>
                  </a:lnTo>
                  <a:lnTo>
                    <a:pt x="2301" y="6307"/>
                  </a:lnTo>
                  <a:lnTo>
                    <a:pt x="2378" y="6307"/>
                  </a:lnTo>
                  <a:lnTo>
                    <a:pt x="2456" y="6333"/>
                  </a:lnTo>
                  <a:lnTo>
                    <a:pt x="2534" y="6307"/>
                  </a:lnTo>
                  <a:lnTo>
                    <a:pt x="2611" y="6307"/>
                  </a:lnTo>
                  <a:lnTo>
                    <a:pt x="2689" y="6256"/>
                  </a:lnTo>
                  <a:lnTo>
                    <a:pt x="2766" y="6204"/>
                  </a:lnTo>
                  <a:lnTo>
                    <a:pt x="2818" y="6126"/>
                  </a:lnTo>
                  <a:lnTo>
                    <a:pt x="2844" y="6075"/>
                  </a:lnTo>
                  <a:lnTo>
                    <a:pt x="2870" y="5997"/>
                  </a:lnTo>
                  <a:lnTo>
                    <a:pt x="2870" y="5920"/>
                  </a:lnTo>
                  <a:lnTo>
                    <a:pt x="2870" y="5816"/>
                  </a:lnTo>
                  <a:lnTo>
                    <a:pt x="2844" y="5739"/>
                  </a:lnTo>
                  <a:lnTo>
                    <a:pt x="2818" y="5687"/>
                  </a:lnTo>
                  <a:lnTo>
                    <a:pt x="2766" y="5609"/>
                  </a:lnTo>
                  <a:lnTo>
                    <a:pt x="2637" y="5454"/>
                  </a:lnTo>
                  <a:lnTo>
                    <a:pt x="2508" y="5299"/>
                  </a:lnTo>
                  <a:lnTo>
                    <a:pt x="2430" y="5144"/>
                  </a:lnTo>
                  <a:lnTo>
                    <a:pt x="2353" y="4963"/>
                  </a:lnTo>
                  <a:lnTo>
                    <a:pt x="2301" y="4782"/>
                  </a:lnTo>
                  <a:lnTo>
                    <a:pt x="2249" y="4601"/>
                  </a:lnTo>
                  <a:lnTo>
                    <a:pt x="2223" y="4395"/>
                  </a:lnTo>
                  <a:lnTo>
                    <a:pt x="2223" y="4214"/>
                  </a:lnTo>
                  <a:lnTo>
                    <a:pt x="2275" y="3955"/>
                  </a:lnTo>
                  <a:lnTo>
                    <a:pt x="2353" y="3697"/>
                  </a:lnTo>
                  <a:lnTo>
                    <a:pt x="2456" y="3490"/>
                  </a:lnTo>
                  <a:lnTo>
                    <a:pt x="2585" y="3257"/>
                  </a:lnTo>
                  <a:lnTo>
                    <a:pt x="2740" y="3076"/>
                  </a:lnTo>
                  <a:lnTo>
                    <a:pt x="2921" y="2895"/>
                  </a:lnTo>
                  <a:lnTo>
                    <a:pt x="3128" y="2766"/>
                  </a:lnTo>
                  <a:lnTo>
                    <a:pt x="3361" y="2663"/>
                  </a:lnTo>
                  <a:lnTo>
                    <a:pt x="3335" y="2921"/>
                  </a:lnTo>
                  <a:lnTo>
                    <a:pt x="3361" y="3024"/>
                  </a:lnTo>
                  <a:lnTo>
                    <a:pt x="3387" y="3102"/>
                  </a:lnTo>
                  <a:lnTo>
                    <a:pt x="3412" y="3180"/>
                  </a:lnTo>
                  <a:lnTo>
                    <a:pt x="3464" y="3231"/>
                  </a:lnTo>
                  <a:lnTo>
                    <a:pt x="3542" y="3283"/>
                  </a:lnTo>
                  <a:lnTo>
                    <a:pt x="3593" y="3309"/>
                  </a:lnTo>
                  <a:lnTo>
                    <a:pt x="3671" y="3335"/>
                  </a:lnTo>
                  <a:lnTo>
                    <a:pt x="3774" y="3361"/>
                  </a:lnTo>
                  <a:lnTo>
                    <a:pt x="3852" y="3335"/>
                  </a:lnTo>
                  <a:lnTo>
                    <a:pt x="3929" y="3309"/>
                  </a:lnTo>
                  <a:lnTo>
                    <a:pt x="4007" y="3283"/>
                  </a:lnTo>
                  <a:lnTo>
                    <a:pt x="4059" y="3231"/>
                  </a:lnTo>
                  <a:lnTo>
                    <a:pt x="4110" y="3180"/>
                  </a:lnTo>
                  <a:lnTo>
                    <a:pt x="4162" y="3102"/>
                  </a:lnTo>
                  <a:lnTo>
                    <a:pt x="4162" y="3024"/>
                  </a:lnTo>
                  <a:lnTo>
                    <a:pt x="4188" y="2921"/>
                  </a:lnTo>
                  <a:lnTo>
                    <a:pt x="4188" y="2766"/>
                  </a:lnTo>
                  <a:lnTo>
                    <a:pt x="4214" y="2585"/>
                  </a:lnTo>
                  <a:lnTo>
                    <a:pt x="4291" y="2249"/>
                  </a:lnTo>
                  <a:lnTo>
                    <a:pt x="4446" y="1939"/>
                  </a:lnTo>
                  <a:lnTo>
                    <a:pt x="4602" y="1680"/>
                  </a:lnTo>
                  <a:lnTo>
                    <a:pt x="4834" y="1422"/>
                  </a:lnTo>
                  <a:lnTo>
                    <a:pt x="5067" y="1215"/>
                  </a:lnTo>
                  <a:lnTo>
                    <a:pt x="5351" y="1060"/>
                  </a:lnTo>
                  <a:lnTo>
                    <a:pt x="5636" y="931"/>
                  </a:lnTo>
                  <a:lnTo>
                    <a:pt x="5946" y="853"/>
                  </a:lnTo>
                  <a:lnTo>
                    <a:pt x="6282" y="827"/>
                  </a:lnTo>
                  <a:close/>
                  <a:moveTo>
                    <a:pt x="7109" y="8143"/>
                  </a:moveTo>
                  <a:lnTo>
                    <a:pt x="7626" y="8169"/>
                  </a:lnTo>
                  <a:lnTo>
                    <a:pt x="8169" y="8246"/>
                  </a:lnTo>
                  <a:lnTo>
                    <a:pt x="8686" y="8375"/>
                  </a:lnTo>
                  <a:lnTo>
                    <a:pt x="9203" y="8582"/>
                  </a:lnTo>
                  <a:lnTo>
                    <a:pt x="9203" y="10004"/>
                  </a:lnTo>
                  <a:lnTo>
                    <a:pt x="9203" y="10288"/>
                  </a:lnTo>
                  <a:lnTo>
                    <a:pt x="9177" y="10547"/>
                  </a:lnTo>
                  <a:lnTo>
                    <a:pt x="9125" y="10805"/>
                  </a:lnTo>
                  <a:lnTo>
                    <a:pt x="9048" y="11064"/>
                  </a:lnTo>
                  <a:lnTo>
                    <a:pt x="8970" y="11322"/>
                  </a:lnTo>
                  <a:lnTo>
                    <a:pt x="8893" y="11555"/>
                  </a:lnTo>
                  <a:lnTo>
                    <a:pt x="8764" y="11788"/>
                  </a:lnTo>
                  <a:lnTo>
                    <a:pt x="8634" y="12020"/>
                  </a:lnTo>
                  <a:lnTo>
                    <a:pt x="8505" y="12227"/>
                  </a:lnTo>
                  <a:lnTo>
                    <a:pt x="8350" y="12434"/>
                  </a:lnTo>
                  <a:lnTo>
                    <a:pt x="8169" y="12641"/>
                  </a:lnTo>
                  <a:lnTo>
                    <a:pt x="7988" y="12822"/>
                  </a:lnTo>
                  <a:lnTo>
                    <a:pt x="7781" y="12977"/>
                  </a:lnTo>
                  <a:lnTo>
                    <a:pt x="7574" y="13132"/>
                  </a:lnTo>
                  <a:lnTo>
                    <a:pt x="7342" y="13287"/>
                  </a:lnTo>
                  <a:lnTo>
                    <a:pt x="7109" y="13416"/>
                  </a:lnTo>
                  <a:lnTo>
                    <a:pt x="6876" y="13287"/>
                  </a:lnTo>
                  <a:lnTo>
                    <a:pt x="6670" y="13132"/>
                  </a:lnTo>
                  <a:lnTo>
                    <a:pt x="6437" y="12977"/>
                  </a:lnTo>
                  <a:lnTo>
                    <a:pt x="6256" y="12822"/>
                  </a:lnTo>
                  <a:lnTo>
                    <a:pt x="6049" y="12641"/>
                  </a:lnTo>
                  <a:lnTo>
                    <a:pt x="5894" y="12434"/>
                  </a:lnTo>
                  <a:lnTo>
                    <a:pt x="5739" y="12227"/>
                  </a:lnTo>
                  <a:lnTo>
                    <a:pt x="5584" y="12020"/>
                  </a:lnTo>
                  <a:lnTo>
                    <a:pt x="5455" y="11788"/>
                  </a:lnTo>
                  <a:lnTo>
                    <a:pt x="5351" y="11555"/>
                  </a:lnTo>
                  <a:lnTo>
                    <a:pt x="5248" y="11322"/>
                  </a:lnTo>
                  <a:lnTo>
                    <a:pt x="5170" y="11064"/>
                  </a:lnTo>
                  <a:lnTo>
                    <a:pt x="5093" y="10805"/>
                  </a:lnTo>
                  <a:lnTo>
                    <a:pt x="5067" y="10547"/>
                  </a:lnTo>
                  <a:lnTo>
                    <a:pt x="5041" y="10288"/>
                  </a:lnTo>
                  <a:lnTo>
                    <a:pt x="5015" y="10004"/>
                  </a:lnTo>
                  <a:lnTo>
                    <a:pt x="5015" y="8582"/>
                  </a:lnTo>
                  <a:lnTo>
                    <a:pt x="5558" y="8375"/>
                  </a:lnTo>
                  <a:lnTo>
                    <a:pt x="6075" y="8246"/>
                  </a:lnTo>
                  <a:lnTo>
                    <a:pt x="6592" y="8169"/>
                  </a:lnTo>
                  <a:lnTo>
                    <a:pt x="7109" y="8143"/>
                  </a:lnTo>
                  <a:close/>
                  <a:moveTo>
                    <a:pt x="6049" y="0"/>
                  </a:moveTo>
                  <a:lnTo>
                    <a:pt x="5842" y="26"/>
                  </a:lnTo>
                  <a:lnTo>
                    <a:pt x="5429" y="129"/>
                  </a:lnTo>
                  <a:lnTo>
                    <a:pt x="5041" y="259"/>
                  </a:lnTo>
                  <a:lnTo>
                    <a:pt x="4679" y="465"/>
                  </a:lnTo>
                  <a:lnTo>
                    <a:pt x="4369" y="724"/>
                  </a:lnTo>
                  <a:lnTo>
                    <a:pt x="4059" y="1008"/>
                  </a:lnTo>
                  <a:lnTo>
                    <a:pt x="3826" y="1344"/>
                  </a:lnTo>
                  <a:lnTo>
                    <a:pt x="3619" y="1706"/>
                  </a:lnTo>
                  <a:lnTo>
                    <a:pt x="3387" y="1758"/>
                  </a:lnTo>
                  <a:lnTo>
                    <a:pt x="3154" y="1835"/>
                  </a:lnTo>
                  <a:lnTo>
                    <a:pt x="2947" y="1913"/>
                  </a:lnTo>
                  <a:lnTo>
                    <a:pt x="2740" y="2016"/>
                  </a:lnTo>
                  <a:lnTo>
                    <a:pt x="2559" y="2120"/>
                  </a:lnTo>
                  <a:lnTo>
                    <a:pt x="2378" y="2275"/>
                  </a:lnTo>
                  <a:lnTo>
                    <a:pt x="2223" y="2404"/>
                  </a:lnTo>
                  <a:lnTo>
                    <a:pt x="2068" y="2585"/>
                  </a:lnTo>
                  <a:lnTo>
                    <a:pt x="1913" y="2740"/>
                  </a:lnTo>
                  <a:lnTo>
                    <a:pt x="1784" y="2921"/>
                  </a:lnTo>
                  <a:lnTo>
                    <a:pt x="1681" y="3128"/>
                  </a:lnTo>
                  <a:lnTo>
                    <a:pt x="1577" y="3335"/>
                  </a:lnTo>
                  <a:lnTo>
                    <a:pt x="1500" y="3541"/>
                  </a:lnTo>
                  <a:lnTo>
                    <a:pt x="1448" y="3774"/>
                  </a:lnTo>
                  <a:lnTo>
                    <a:pt x="1422" y="3981"/>
                  </a:lnTo>
                  <a:lnTo>
                    <a:pt x="1396" y="4239"/>
                  </a:lnTo>
                  <a:lnTo>
                    <a:pt x="1086" y="4420"/>
                  </a:lnTo>
                  <a:lnTo>
                    <a:pt x="802" y="4653"/>
                  </a:lnTo>
                  <a:lnTo>
                    <a:pt x="569" y="4912"/>
                  </a:lnTo>
                  <a:lnTo>
                    <a:pt x="362" y="5196"/>
                  </a:lnTo>
                  <a:lnTo>
                    <a:pt x="207" y="5506"/>
                  </a:lnTo>
                  <a:lnTo>
                    <a:pt x="104" y="5842"/>
                  </a:lnTo>
                  <a:lnTo>
                    <a:pt x="26" y="6204"/>
                  </a:lnTo>
                  <a:lnTo>
                    <a:pt x="0" y="6566"/>
                  </a:lnTo>
                  <a:lnTo>
                    <a:pt x="0" y="6824"/>
                  </a:lnTo>
                  <a:lnTo>
                    <a:pt x="52" y="7109"/>
                  </a:lnTo>
                  <a:lnTo>
                    <a:pt x="104" y="7341"/>
                  </a:lnTo>
                  <a:lnTo>
                    <a:pt x="207" y="7600"/>
                  </a:lnTo>
                  <a:lnTo>
                    <a:pt x="310" y="7833"/>
                  </a:lnTo>
                  <a:lnTo>
                    <a:pt x="440" y="8039"/>
                  </a:lnTo>
                  <a:lnTo>
                    <a:pt x="595" y="8246"/>
                  </a:lnTo>
                  <a:lnTo>
                    <a:pt x="776" y="8427"/>
                  </a:lnTo>
                  <a:lnTo>
                    <a:pt x="957" y="8608"/>
                  </a:lnTo>
                  <a:lnTo>
                    <a:pt x="1164" y="8763"/>
                  </a:lnTo>
                  <a:lnTo>
                    <a:pt x="1396" y="8892"/>
                  </a:lnTo>
                  <a:lnTo>
                    <a:pt x="1603" y="8996"/>
                  </a:lnTo>
                  <a:lnTo>
                    <a:pt x="1861" y="9099"/>
                  </a:lnTo>
                  <a:lnTo>
                    <a:pt x="2120" y="9151"/>
                  </a:lnTo>
                  <a:lnTo>
                    <a:pt x="2378" y="9203"/>
                  </a:lnTo>
                  <a:lnTo>
                    <a:pt x="4188" y="9203"/>
                  </a:lnTo>
                  <a:lnTo>
                    <a:pt x="4188" y="10004"/>
                  </a:lnTo>
                  <a:lnTo>
                    <a:pt x="4188" y="10366"/>
                  </a:lnTo>
                  <a:lnTo>
                    <a:pt x="4240" y="10702"/>
                  </a:lnTo>
                  <a:lnTo>
                    <a:pt x="4291" y="11012"/>
                  </a:lnTo>
                  <a:lnTo>
                    <a:pt x="4369" y="11348"/>
                  </a:lnTo>
                  <a:lnTo>
                    <a:pt x="4472" y="11658"/>
                  </a:lnTo>
                  <a:lnTo>
                    <a:pt x="4602" y="11969"/>
                  </a:lnTo>
                  <a:lnTo>
                    <a:pt x="4757" y="12253"/>
                  </a:lnTo>
                  <a:lnTo>
                    <a:pt x="4938" y="12537"/>
                  </a:lnTo>
                  <a:lnTo>
                    <a:pt x="5119" y="12822"/>
                  </a:lnTo>
                  <a:lnTo>
                    <a:pt x="5325" y="13080"/>
                  </a:lnTo>
                  <a:lnTo>
                    <a:pt x="5558" y="13313"/>
                  </a:lnTo>
                  <a:lnTo>
                    <a:pt x="5817" y="13546"/>
                  </a:lnTo>
                  <a:lnTo>
                    <a:pt x="6075" y="13752"/>
                  </a:lnTo>
                  <a:lnTo>
                    <a:pt x="6334" y="13933"/>
                  </a:lnTo>
                  <a:lnTo>
                    <a:pt x="6644" y="14114"/>
                  </a:lnTo>
                  <a:lnTo>
                    <a:pt x="6954" y="14269"/>
                  </a:lnTo>
                  <a:lnTo>
                    <a:pt x="7032" y="14295"/>
                  </a:lnTo>
                  <a:lnTo>
                    <a:pt x="7212" y="14295"/>
                  </a:lnTo>
                  <a:lnTo>
                    <a:pt x="7290" y="14269"/>
                  </a:lnTo>
                  <a:lnTo>
                    <a:pt x="7600" y="14114"/>
                  </a:lnTo>
                  <a:lnTo>
                    <a:pt x="7885" y="13933"/>
                  </a:lnTo>
                  <a:lnTo>
                    <a:pt x="8169" y="13752"/>
                  </a:lnTo>
                  <a:lnTo>
                    <a:pt x="8427" y="13546"/>
                  </a:lnTo>
                  <a:lnTo>
                    <a:pt x="8660" y="13313"/>
                  </a:lnTo>
                  <a:lnTo>
                    <a:pt x="8893" y="13080"/>
                  </a:lnTo>
                  <a:lnTo>
                    <a:pt x="9100" y="12822"/>
                  </a:lnTo>
                  <a:lnTo>
                    <a:pt x="9306" y="12537"/>
                  </a:lnTo>
                  <a:lnTo>
                    <a:pt x="9461" y="12253"/>
                  </a:lnTo>
                  <a:lnTo>
                    <a:pt x="9617" y="11969"/>
                  </a:lnTo>
                  <a:lnTo>
                    <a:pt x="9746" y="11658"/>
                  </a:lnTo>
                  <a:lnTo>
                    <a:pt x="9849" y="11348"/>
                  </a:lnTo>
                  <a:lnTo>
                    <a:pt x="9927" y="11012"/>
                  </a:lnTo>
                  <a:lnTo>
                    <a:pt x="10004" y="10702"/>
                  </a:lnTo>
                  <a:lnTo>
                    <a:pt x="10030" y="10366"/>
                  </a:lnTo>
                  <a:lnTo>
                    <a:pt x="10056" y="10004"/>
                  </a:lnTo>
                  <a:lnTo>
                    <a:pt x="10056" y="9203"/>
                  </a:lnTo>
                  <a:lnTo>
                    <a:pt x="11840" y="9203"/>
                  </a:lnTo>
                  <a:lnTo>
                    <a:pt x="12124" y="9151"/>
                  </a:lnTo>
                  <a:lnTo>
                    <a:pt x="12357" y="9099"/>
                  </a:lnTo>
                  <a:lnTo>
                    <a:pt x="12615" y="8996"/>
                  </a:lnTo>
                  <a:lnTo>
                    <a:pt x="12848" y="8892"/>
                  </a:lnTo>
                  <a:lnTo>
                    <a:pt x="13055" y="8763"/>
                  </a:lnTo>
                  <a:lnTo>
                    <a:pt x="13261" y="8608"/>
                  </a:lnTo>
                  <a:lnTo>
                    <a:pt x="13468" y="8427"/>
                  </a:lnTo>
                  <a:lnTo>
                    <a:pt x="13623" y="8246"/>
                  </a:lnTo>
                  <a:lnTo>
                    <a:pt x="13778" y="8039"/>
                  </a:lnTo>
                  <a:lnTo>
                    <a:pt x="13908" y="7833"/>
                  </a:lnTo>
                  <a:lnTo>
                    <a:pt x="14037" y="7600"/>
                  </a:lnTo>
                  <a:lnTo>
                    <a:pt x="14115" y="7341"/>
                  </a:lnTo>
                  <a:lnTo>
                    <a:pt x="14192" y="7109"/>
                  </a:lnTo>
                  <a:lnTo>
                    <a:pt x="14218" y="6824"/>
                  </a:lnTo>
                  <a:lnTo>
                    <a:pt x="14244" y="6566"/>
                  </a:lnTo>
                  <a:lnTo>
                    <a:pt x="14218" y="6307"/>
                  </a:lnTo>
                  <a:lnTo>
                    <a:pt x="14192" y="6075"/>
                  </a:lnTo>
                  <a:lnTo>
                    <a:pt x="14140" y="5842"/>
                  </a:lnTo>
                  <a:lnTo>
                    <a:pt x="14063" y="5609"/>
                  </a:lnTo>
                  <a:lnTo>
                    <a:pt x="13959" y="5377"/>
                  </a:lnTo>
                  <a:lnTo>
                    <a:pt x="13830" y="5170"/>
                  </a:lnTo>
                  <a:lnTo>
                    <a:pt x="13701" y="4963"/>
                  </a:lnTo>
                  <a:lnTo>
                    <a:pt x="13546" y="4782"/>
                  </a:lnTo>
                  <a:lnTo>
                    <a:pt x="13261" y="4498"/>
                  </a:lnTo>
                  <a:lnTo>
                    <a:pt x="12951" y="4291"/>
                  </a:lnTo>
                  <a:lnTo>
                    <a:pt x="12615" y="4136"/>
                  </a:lnTo>
                  <a:lnTo>
                    <a:pt x="12279" y="4007"/>
                  </a:lnTo>
                  <a:lnTo>
                    <a:pt x="12279" y="3774"/>
                  </a:lnTo>
                  <a:lnTo>
                    <a:pt x="12253" y="3490"/>
                  </a:lnTo>
                  <a:lnTo>
                    <a:pt x="12227" y="3231"/>
                  </a:lnTo>
                  <a:lnTo>
                    <a:pt x="12150" y="2973"/>
                  </a:lnTo>
                  <a:lnTo>
                    <a:pt x="12072" y="2740"/>
                  </a:lnTo>
                  <a:lnTo>
                    <a:pt x="11969" y="2507"/>
                  </a:lnTo>
                  <a:lnTo>
                    <a:pt x="11814" y="2301"/>
                  </a:lnTo>
                  <a:lnTo>
                    <a:pt x="11685" y="2094"/>
                  </a:lnTo>
                  <a:lnTo>
                    <a:pt x="11504" y="1887"/>
                  </a:lnTo>
                  <a:lnTo>
                    <a:pt x="11323" y="1732"/>
                  </a:lnTo>
                  <a:lnTo>
                    <a:pt x="11116" y="1577"/>
                  </a:lnTo>
                  <a:lnTo>
                    <a:pt x="10883" y="1448"/>
                  </a:lnTo>
                  <a:lnTo>
                    <a:pt x="10651" y="1318"/>
                  </a:lnTo>
                  <a:lnTo>
                    <a:pt x="10418" y="1241"/>
                  </a:lnTo>
                  <a:lnTo>
                    <a:pt x="10159" y="1163"/>
                  </a:lnTo>
                  <a:lnTo>
                    <a:pt x="9901" y="1137"/>
                  </a:lnTo>
                  <a:lnTo>
                    <a:pt x="9617" y="1112"/>
                  </a:lnTo>
                  <a:lnTo>
                    <a:pt x="9384" y="1137"/>
                  </a:lnTo>
                  <a:lnTo>
                    <a:pt x="9151" y="1163"/>
                  </a:lnTo>
                  <a:lnTo>
                    <a:pt x="8919" y="1215"/>
                  </a:lnTo>
                  <a:lnTo>
                    <a:pt x="8712" y="1293"/>
                  </a:lnTo>
                  <a:lnTo>
                    <a:pt x="8531" y="1060"/>
                  </a:lnTo>
                  <a:lnTo>
                    <a:pt x="8324" y="827"/>
                  </a:lnTo>
                  <a:lnTo>
                    <a:pt x="8091" y="620"/>
                  </a:lnTo>
                  <a:lnTo>
                    <a:pt x="7859" y="465"/>
                  </a:lnTo>
                  <a:lnTo>
                    <a:pt x="7471" y="259"/>
                  </a:lnTo>
                  <a:lnTo>
                    <a:pt x="7083" y="129"/>
                  </a:lnTo>
                  <a:lnTo>
                    <a:pt x="6695" y="26"/>
                  </a:lnTo>
                  <a:lnTo>
                    <a:pt x="62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9"/>
            <p:cNvSpPr/>
            <p:nvPr/>
          </p:nvSpPr>
          <p:spPr>
            <a:xfrm>
              <a:off x="1139650" y="1393700"/>
              <a:ext cx="62700" cy="76925"/>
            </a:xfrm>
            <a:custGeom>
              <a:avLst/>
              <a:gdLst/>
              <a:ahLst/>
              <a:cxnLst/>
              <a:rect l="l" t="t" r="r" b="b"/>
              <a:pathLst>
                <a:path w="2508" h="3077" extrusionOk="0">
                  <a:moveTo>
                    <a:pt x="1164" y="1"/>
                  </a:moveTo>
                  <a:lnTo>
                    <a:pt x="1086" y="27"/>
                  </a:lnTo>
                  <a:lnTo>
                    <a:pt x="1008" y="78"/>
                  </a:lnTo>
                  <a:lnTo>
                    <a:pt x="957" y="130"/>
                  </a:lnTo>
                  <a:lnTo>
                    <a:pt x="104" y="957"/>
                  </a:lnTo>
                  <a:lnTo>
                    <a:pt x="52" y="1035"/>
                  </a:lnTo>
                  <a:lnTo>
                    <a:pt x="26" y="1112"/>
                  </a:lnTo>
                  <a:lnTo>
                    <a:pt x="0" y="1190"/>
                  </a:lnTo>
                  <a:lnTo>
                    <a:pt x="0" y="1267"/>
                  </a:lnTo>
                  <a:lnTo>
                    <a:pt x="0" y="1345"/>
                  </a:lnTo>
                  <a:lnTo>
                    <a:pt x="26" y="1423"/>
                  </a:lnTo>
                  <a:lnTo>
                    <a:pt x="52" y="1500"/>
                  </a:lnTo>
                  <a:lnTo>
                    <a:pt x="104" y="1552"/>
                  </a:lnTo>
                  <a:lnTo>
                    <a:pt x="181" y="1604"/>
                  </a:lnTo>
                  <a:lnTo>
                    <a:pt x="259" y="1655"/>
                  </a:lnTo>
                  <a:lnTo>
                    <a:pt x="336" y="1681"/>
                  </a:lnTo>
                  <a:lnTo>
                    <a:pt x="491" y="1681"/>
                  </a:lnTo>
                  <a:lnTo>
                    <a:pt x="569" y="1655"/>
                  </a:lnTo>
                  <a:lnTo>
                    <a:pt x="647" y="1604"/>
                  </a:lnTo>
                  <a:lnTo>
                    <a:pt x="698" y="1552"/>
                  </a:lnTo>
                  <a:lnTo>
                    <a:pt x="827" y="1423"/>
                  </a:lnTo>
                  <a:lnTo>
                    <a:pt x="827" y="2663"/>
                  </a:lnTo>
                  <a:lnTo>
                    <a:pt x="827" y="2741"/>
                  </a:lnTo>
                  <a:lnTo>
                    <a:pt x="853" y="2818"/>
                  </a:lnTo>
                  <a:lnTo>
                    <a:pt x="905" y="2896"/>
                  </a:lnTo>
                  <a:lnTo>
                    <a:pt x="957" y="2948"/>
                  </a:lnTo>
                  <a:lnTo>
                    <a:pt x="1008" y="2999"/>
                  </a:lnTo>
                  <a:lnTo>
                    <a:pt x="1086" y="3051"/>
                  </a:lnTo>
                  <a:lnTo>
                    <a:pt x="1164" y="3077"/>
                  </a:lnTo>
                  <a:lnTo>
                    <a:pt x="1319" y="3077"/>
                  </a:lnTo>
                  <a:lnTo>
                    <a:pt x="1422" y="3051"/>
                  </a:lnTo>
                  <a:lnTo>
                    <a:pt x="1474" y="2999"/>
                  </a:lnTo>
                  <a:lnTo>
                    <a:pt x="1551" y="2948"/>
                  </a:lnTo>
                  <a:lnTo>
                    <a:pt x="1603" y="2896"/>
                  </a:lnTo>
                  <a:lnTo>
                    <a:pt x="1629" y="2818"/>
                  </a:lnTo>
                  <a:lnTo>
                    <a:pt x="1655" y="2741"/>
                  </a:lnTo>
                  <a:lnTo>
                    <a:pt x="1655" y="2663"/>
                  </a:lnTo>
                  <a:lnTo>
                    <a:pt x="1655" y="1423"/>
                  </a:lnTo>
                  <a:lnTo>
                    <a:pt x="1784" y="1552"/>
                  </a:lnTo>
                  <a:lnTo>
                    <a:pt x="1861" y="1604"/>
                  </a:lnTo>
                  <a:lnTo>
                    <a:pt x="1939" y="1655"/>
                  </a:lnTo>
                  <a:lnTo>
                    <a:pt x="2017" y="1681"/>
                  </a:lnTo>
                  <a:lnTo>
                    <a:pt x="2172" y="1681"/>
                  </a:lnTo>
                  <a:lnTo>
                    <a:pt x="2249" y="1655"/>
                  </a:lnTo>
                  <a:lnTo>
                    <a:pt x="2327" y="1604"/>
                  </a:lnTo>
                  <a:lnTo>
                    <a:pt x="2379" y="1552"/>
                  </a:lnTo>
                  <a:lnTo>
                    <a:pt x="2430" y="1500"/>
                  </a:lnTo>
                  <a:lnTo>
                    <a:pt x="2482" y="1423"/>
                  </a:lnTo>
                  <a:lnTo>
                    <a:pt x="2508" y="1345"/>
                  </a:lnTo>
                  <a:lnTo>
                    <a:pt x="2508" y="1267"/>
                  </a:lnTo>
                  <a:lnTo>
                    <a:pt x="2508" y="1190"/>
                  </a:lnTo>
                  <a:lnTo>
                    <a:pt x="2482" y="1112"/>
                  </a:lnTo>
                  <a:lnTo>
                    <a:pt x="2430" y="1035"/>
                  </a:lnTo>
                  <a:lnTo>
                    <a:pt x="2379" y="957"/>
                  </a:lnTo>
                  <a:lnTo>
                    <a:pt x="1551" y="130"/>
                  </a:lnTo>
                  <a:lnTo>
                    <a:pt x="1474" y="78"/>
                  </a:lnTo>
                  <a:lnTo>
                    <a:pt x="1396" y="27"/>
                  </a:lnTo>
                  <a:lnTo>
                    <a:pt x="13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9"/>
            <p:cNvSpPr/>
            <p:nvPr/>
          </p:nvSpPr>
          <p:spPr>
            <a:xfrm>
              <a:off x="1138350" y="1568850"/>
              <a:ext cx="65300" cy="50425"/>
            </a:xfrm>
            <a:custGeom>
              <a:avLst/>
              <a:gdLst/>
              <a:ahLst/>
              <a:cxnLst/>
              <a:rect l="l" t="t" r="r" b="b"/>
              <a:pathLst>
                <a:path w="2612" h="2017" extrusionOk="0">
                  <a:moveTo>
                    <a:pt x="2094" y="0"/>
                  </a:moveTo>
                  <a:lnTo>
                    <a:pt x="2017" y="26"/>
                  </a:lnTo>
                  <a:lnTo>
                    <a:pt x="1965" y="78"/>
                  </a:lnTo>
                  <a:lnTo>
                    <a:pt x="1888" y="129"/>
                  </a:lnTo>
                  <a:lnTo>
                    <a:pt x="1009" y="1008"/>
                  </a:lnTo>
                  <a:lnTo>
                    <a:pt x="699" y="724"/>
                  </a:lnTo>
                  <a:lnTo>
                    <a:pt x="647" y="672"/>
                  </a:lnTo>
                  <a:lnTo>
                    <a:pt x="569" y="621"/>
                  </a:lnTo>
                  <a:lnTo>
                    <a:pt x="492" y="595"/>
                  </a:lnTo>
                  <a:lnTo>
                    <a:pt x="337" y="595"/>
                  </a:lnTo>
                  <a:lnTo>
                    <a:pt x="259" y="621"/>
                  </a:lnTo>
                  <a:lnTo>
                    <a:pt x="182" y="672"/>
                  </a:lnTo>
                  <a:lnTo>
                    <a:pt x="104" y="724"/>
                  </a:lnTo>
                  <a:lnTo>
                    <a:pt x="52" y="776"/>
                  </a:lnTo>
                  <a:lnTo>
                    <a:pt x="26" y="853"/>
                  </a:lnTo>
                  <a:lnTo>
                    <a:pt x="1" y="931"/>
                  </a:lnTo>
                  <a:lnTo>
                    <a:pt x="1" y="1008"/>
                  </a:lnTo>
                  <a:lnTo>
                    <a:pt x="1" y="1086"/>
                  </a:lnTo>
                  <a:lnTo>
                    <a:pt x="26" y="1163"/>
                  </a:lnTo>
                  <a:lnTo>
                    <a:pt x="52" y="1241"/>
                  </a:lnTo>
                  <a:lnTo>
                    <a:pt x="104" y="1319"/>
                  </a:lnTo>
                  <a:lnTo>
                    <a:pt x="699" y="1887"/>
                  </a:lnTo>
                  <a:lnTo>
                    <a:pt x="776" y="1965"/>
                  </a:lnTo>
                  <a:lnTo>
                    <a:pt x="854" y="1991"/>
                  </a:lnTo>
                  <a:lnTo>
                    <a:pt x="931" y="2017"/>
                  </a:lnTo>
                  <a:lnTo>
                    <a:pt x="1086" y="2017"/>
                  </a:lnTo>
                  <a:lnTo>
                    <a:pt x="1164" y="1991"/>
                  </a:lnTo>
                  <a:lnTo>
                    <a:pt x="1241" y="1965"/>
                  </a:lnTo>
                  <a:lnTo>
                    <a:pt x="1293" y="1887"/>
                  </a:lnTo>
                  <a:lnTo>
                    <a:pt x="2482" y="724"/>
                  </a:lnTo>
                  <a:lnTo>
                    <a:pt x="2534" y="646"/>
                  </a:lnTo>
                  <a:lnTo>
                    <a:pt x="2586" y="569"/>
                  </a:lnTo>
                  <a:lnTo>
                    <a:pt x="2586" y="491"/>
                  </a:lnTo>
                  <a:lnTo>
                    <a:pt x="2611" y="414"/>
                  </a:lnTo>
                  <a:lnTo>
                    <a:pt x="2586" y="336"/>
                  </a:lnTo>
                  <a:lnTo>
                    <a:pt x="2586" y="259"/>
                  </a:lnTo>
                  <a:lnTo>
                    <a:pt x="2534" y="181"/>
                  </a:lnTo>
                  <a:lnTo>
                    <a:pt x="2482" y="129"/>
                  </a:lnTo>
                  <a:lnTo>
                    <a:pt x="2405" y="78"/>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59"/>
          <p:cNvGrpSpPr/>
          <p:nvPr/>
        </p:nvGrpSpPr>
        <p:grpSpPr>
          <a:xfrm>
            <a:off x="2358044" y="1316352"/>
            <a:ext cx="383481" cy="383454"/>
            <a:chOff x="1746475" y="1323925"/>
            <a:chExt cx="357425" cy="357400"/>
          </a:xfrm>
        </p:grpSpPr>
        <p:sp>
          <p:nvSpPr>
            <p:cNvPr id="793" name="Google Shape;793;p59"/>
            <p:cNvSpPr/>
            <p:nvPr/>
          </p:nvSpPr>
          <p:spPr>
            <a:xfrm>
              <a:off x="1746475" y="1388550"/>
              <a:ext cx="292775" cy="292775"/>
            </a:xfrm>
            <a:custGeom>
              <a:avLst/>
              <a:gdLst/>
              <a:ahLst/>
              <a:cxnLst/>
              <a:rect l="l" t="t" r="r" b="b"/>
              <a:pathLst>
                <a:path w="11711" h="11711" extrusionOk="0">
                  <a:moveTo>
                    <a:pt x="9669" y="827"/>
                  </a:moveTo>
                  <a:lnTo>
                    <a:pt x="9746" y="853"/>
                  </a:lnTo>
                  <a:lnTo>
                    <a:pt x="9824" y="853"/>
                  </a:lnTo>
                  <a:lnTo>
                    <a:pt x="9901" y="905"/>
                  </a:lnTo>
                  <a:lnTo>
                    <a:pt x="9953" y="956"/>
                  </a:lnTo>
                  <a:lnTo>
                    <a:pt x="10755" y="1758"/>
                  </a:lnTo>
                  <a:lnTo>
                    <a:pt x="10806" y="1810"/>
                  </a:lnTo>
                  <a:lnTo>
                    <a:pt x="10832" y="1887"/>
                  </a:lnTo>
                  <a:lnTo>
                    <a:pt x="10858" y="1965"/>
                  </a:lnTo>
                  <a:lnTo>
                    <a:pt x="10858" y="2042"/>
                  </a:lnTo>
                  <a:lnTo>
                    <a:pt x="10858" y="2120"/>
                  </a:lnTo>
                  <a:lnTo>
                    <a:pt x="10832" y="2197"/>
                  </a:lnTo>
                  <a:lnTo>
                    <a:pt x="10806" y="2275"/>
                  </a:lnTo>
                  <a:lnTo>
                    <a:pt x="10755" y="2327"/>
                  </a:lnTo>
                  <a:lnTo>
                    <a:pt x="10393" y="2688"/>
                  </a:lnTo>
                  <a:lnTo>
                    <a:pt x="10082" y="2301"/>
                  </a:lnTo>
                  <a:lnTo>
                    <a:pt x="9746" y="1939"/>
                  </a:lnTo>
                  <a:lnTo>
                    <a:pt x="9384" y="1603"/>
                  </a:lnTo>
                  <a:lnTo>
                    <a:pt x="8997" y="1318"/>
                  </a:lnTo>
                  <a:lnTo>
                    <a:pt x="9359" y="956"/>
                  </a:lnTo>
                  <a:lnTo>
                    <a:pt x="9436" y="905"/>
                  </a:lnTo>
                  <a:lnTo>
                    <a:pt x="9488" y="853"/>
                  </a:lnTo>
                  <a:lnTo>
                    <a:pt x="9565" y="853"/>
                  </a:lnTo>
                  <a:lnTo>
                    <a:pt x="9669" y="827"/>
                  </a:lnTo>
                  <a:close/>
                  <a:moveTo>
                    <a:pt x="5714" y="1112"/>
                  </a:moveTo>
                  <a:lnTo>
                    <a:pt x="6179" y="1137"/>
                  </a:lnTo>
                  <a:lnTo>
                    <a:pt x="6644" y="1189"/>
                  </a:lnTo>
                  <a:lnTo>
                    <a:pt x="7110" y="1318"/>
                  </a:lnTo>
                  <a:lnTo>
                    <a:pt x="7549" y="1473"/>
                  </a:lnTo>
                  <a:lnTo>
                    <a:pt x="7989" y="1654"/>
                  </a:lnTo>
                  <a:lnTo>
                    <a:pt x="8402" y="1913"/>
                  </a:lnTo>
                  <a:lnTo>
                    <a:pt x="8790" y="2197"/>
                  </a:lnTo>
                  <a:lnTo>
                    <a:pt x="9152" y="2533"/>
                  </a:lnTo>
                  <a:lnTo>
                    <a:pt x="9488" y="2895"/>
                  </a:lnTo>
                  <a:lnTo>
                    <a:pt x="9798" y="3309"/>
                  </a:lnTo>
                  <a:lnTo>
                    <a:pt x="10031" y="3722"/>
                  </a:lnTo>
                  <a:lnTo>
                    <a:pt x="10238" y="4162"/>
                  </a:lnTo>
                  <a:lnTo>
                    <a:pt x="10393" y="4601"/>
                  </a:lnTo>
                  <a:lnTo>
                    <a:pt x="10496" y="5067"/>
                  </a:lnTo>
                  <a:lnTo>
                    <a:pt x="10574" y="5532"/>
                  </a:lnTo>
                  <a:lnTo>
                    <a:pt x="10599" y="5997"/>
                  </a:lnTo>
                  <a:lnTo>
                    <a:pt x="10574" y="6463"/>
                  </a:lnTo>
                  <a:lnTo>
                    <a:pt x="10496" y="6928"/>
                  </a:lnTo>
                  <a:lnTo>
                    <a:pt x="10393" y="7393"/>
                  </a:lnTo>
                  <a:lnTo>
                    <a:pt x="10238" y="7833"/>
                  </a:lnTo>
                  <a:lnTo>
                    <a:pt x="10031" y="8272"/>
                  </a:lnTo>
                  <a:lnTo>
                    <a:pt x="9798" y="8686"/>
                  </a:lnTo>
                  <a:lnTo>
                    <a:pt x="9488" y="9073"/>
                  </a:lnTo>
                  <a:lnTo>
                    <a:pt x="9152" y="9435"/>
                  </a:lnTo>
                  <a:lnTo>
                    <a:pt x="8790" y="9771"/>
                  </a:lnTo>
                  <a:lnTo>
                    <a:pt x="8402" y="10082"/>
                  </a:lnTo>
                  <a:lnTo>
                    <a:pt x="7989" y="10314"/>
                  </a:lnTo>
                  <a:lnTo>
                    <a:pt x="7549" y="10521"/>
                  </a:lnTo>
                  <a:lnTo>
                    <a:pt x="7110" y="10676"/>
                  </a:lnTo>
                  <a:lnTo>
                    <a:pt x="6644" y="10780"/>
                  </a:lnTo>
                  <a:lnTo>
                    <a:pt x="6179" y="10857"/>
                  </a:lnTo>
                  <a:lnTo>
                    <a:pt x="5714" y="10883"/>
                  </a:lnTo>
                  <a:lnTo>
                    <a:pt x="5248" y="10857"/>
                  </a:lnTo>
                  <a:lnTo>
                    <a:pt x="4783" y="10780"/>
                  </a:lnTo>
                  <a:lnTo>
                    <a:pt x="4318" y="10676"/>
                  </a:lnTo>
                  <a:lnTo>
                    <a:pt x="3878" y="10521"/>
                  </a:lnTo>
                  <a:lnTo>
                    <a:pt x="3439" y="10314"/>
                  </a:lnTo>
                  <a:lnTo>
                    <a:pt x="3025" y="10082"/>
                  </a:lnTo>
                  <a:lnTo>
                    <a:pt x="2638" y="9771"/>
                  </a:lnTo>
                  <a:lnTo>
                    <a:pt x="2250" y="9435"/>
                  </a:lnTo>
                  <a:lnTo>
                    <a:pt x="1914" y="9073"/>
                  </a:lnTo>
                  <a:lnTo>
                    <a:pt x="1629" y="8686"/>
                  </a:lnTo>
                  <a:lnTo>
                    <a:pt x="1397" y="8272"/>
                  </a:lnTo>
                  <a:lnTo>
                    <a:pt x="1190" y="7833"/>
                  </a:lnTo>
                  <a:lnTo>
                    <a:pt x="1035" y="7393"/>
                  </a:lnTo>
                  <a:lnTo>
                    <a:pt x="906" y="6928"/>
                  </a:lnTo>
                  <a:lnTo>
                    <a:pt x="854" y="6463"/>
                  </a:lnTo>
                  <a:lnTo>
                    <a:pt x="828" y="5997"/>
                  </a:lnTo>
                  <a:lnTo>
                    <a:pt x="854" y="5532"/>
                  </a:lnTo>
                  <a:lnTo>
                    <a:pt x="906" y="5067"/>
                  </a:lnTo>
                  <a:lnTo>
                    <a:pt x="1035" y="4601"/>
                  </a:lnTo>
                  <a:lnTo>
                    <a:pt x="1190" y="4162"/>
                  </a:lnTo>
                  <a:lnTo>
                    <a:pt x="1397" y="3722"/>
                  </a:lnTo>
                  <a:lnTo>
                    <a:pt x="1629" y="3309"/>
                  </a:lnTo>
                  <a:lnTo>
                    <a:pt x="1914" y="2895"/>
                  </a:lnTo>
                  <a:lnTo>
                    <a:pt x="2250" y="2533"/>
                  </a:lnTo>
                  <a:lnTo>
                    <a:pt x="2638" y="2197"/>
                  </a:lnTo>
                  <a:lnTo>
                    <a:pt x="3025" y="1913"/>
                  </a:lnTo>
                  <a:lnTo>
                    <a:pt x="3439" y="1654"/>
                  </a:lnTo>
                  <a:lnTo>
                    <a:pt x="3878" y="1473"/>
                  </a:lnTo>
                  <a:lnTo>
                    <a:pt x="4318" y="1318"/>
                  </a:lnTo>
                  <a:lnTo>
                    <a:pt x="4783" y="1189"/>
                  </a:lnTo>
                  <a:lnTo>
                    <a:pt x="5248" y="1137"/>
                  </a:lnTo>
                  <a:lnTo>
                    <a:pt x="5714" y="1112"/>
                  </a:lnTo>
                  <a:close/>
                  <a:moveTo>
                    <a:pt x="9669" y="0"/>
                  </a:moveTo>
                  <a:lnTo>
                    <a:pt x="9410" y="26"/>
                  </a:lnTo>
                  <a:lnTo>
                    <a:pt x="9178" y="78"/>
                  </a:lnTo>
                  <a:lnTo>
                    <a:pt x="8971" y="207"/>
                  </a:lnTo>
                  <a:lnTo>
                    <a:pt x="8764" y="362"/>
                  </a:lnTo>
                  <a:lnTo>
                    <a:pt x="8273" y="879"/>
                  </a:lnTo>
                  <a:lnTo>
                    <a:pt x="7859" y="698"/>
                  </a:lnTo>
                  <a:lnTo>
                    <a:pt x="7446" y="543"/>
                  </a:lnTo>
                  <a:lnTo>
                    <a:pt x="7006" y="414"/>
                  </a:lnTo>
                  <a:lnTo>
                    <a:pt x="6593" y="336"/>
                  </a:lnTo>
                  <a:lnTo>
                    <a:pt x="6153" y="284"/>
                  </a:lnTo>
                  <a:lnTo>
                    <a:pt x="5714" y="259"/>
                  </a:lnTo>
                  <a:lnTo>
                    <a:pt x="5274" y="284"/>
                  </a:lnTo>
                  <a:lnTo>
                    <a:pt x="4835" y="336"/>
                  </a:lnTo>
                  <a:lnTo>
                    <a:pt x="4395" y="414"/>
                  </a:lnTo>
                  <a:lnTo>
                    <a:pt x="3982" y="543"/>
                  </a:lnTo>
                  <a:lnTo>
                    <a:pt x="3542" y="698"/>
                  </a:lnTo>
                  <a:lnTo>
                    <a:pt x="3155" y="879"/>
                  </a:lnTo>
                  <a:lnTo>
                    <a:pt x="2741" y="1086"/>
                  </a:lnTo>
                  <a:lnTo>
                    <a:pt x="2379" y="1344"/>
                  </a:lnTo>
                  <a:lnTo>
                    <a:pt x="2017" y="1629"/>
                  </a:lnTo>
                  <a:lnTo>
                    <a:pt x="1655" y="1939"/>
                  </a:lnTo>
                  <a:lnTo>
                    <a:pt x="1267" y="2378"/>
                  </a:lnTo>
                  <a:lnTo>
                    <a:pt x="931" y="2844"/>
                  </a:lnTo>
                  <a:lnTo>
                    <a:pt x="647" y="3335"/>
                  </a:lnTo>
                  <a:lnTo>
                    <a:pt x="414" y="3826"/>
                  </a:lnTo>
                  <a:lnTo>
                    <a:pt x="233" y="4369"/>
                  </a:lnTo>
                  <a:lnTo>
                    <a:pt x="104" y="4886"/>
                  </a:lnTo>
                  <a:lnTo>
                    <a:pt x="27" y="5454"/>
                  </a:lnTo>
                  <a:lnTo>
                    <a:pt x="1" y="5997"/>
                  </a:lnTo>
                  <a:lnTo>
                    <a:pt x="27" y="6540"/>
                  </a:lnTo>
                  <a:lnTo>
                    <a:pt x="104" y="7083"/>
                  </a:lnTo>
                  <a:lnTo>
                    <a:pt x="233" y="7626"/>
                  </a:lnTo>
                  <a:lnTo>
                    <a:pt x="414" y="8143"/>
                  </a:lnTo>
                  <a:lnTo>
                    <a:pt x="647" y="8660"/>
                  </a:lnTo>
                  <a:lnTo>
                    <a:pt x="931" y="9151"/>
                  </a:lnTo>
                  <a:lnTo>
                    <a:pt x="1267" y="9616"/>
                  </a:lnTo>
                  <a:lnTo>
                    <a:pt x="1655" y="10030"/>
                  </a:lnTo>
                  <a:lnTo>
                    <a:pt x="2095" y="10418"/>
                  </a:lnTo>
                  <a:lnTo>
                    <a:pt x="2560" y="10780"/>
                  </a:lnTo>
                  <a:lnTo>
                    <a:pt x="3051" y="11064"/>
                  </a:lnTo>
                  <a:lnTo>
                    <a:pt x="3542" y="11297"/>
                  </a:lnTo>
                  <a:lnTo>
                    <a:pt x="4085" y="11478"/>
                  </a:lnTo>
                  <a:lnTo>
                    <a:pt x="4628" y="11607"/>
                  </a:lnTo>
                  <a:lnTo>
                    <a:pt x="5171" y="11684"/>
                  </a:lnTo>
                  <a:lnTo>
                    <a:pt x="5714" y="11710"/>
                  </a:lnTo>
                  <a:lnTo>
                    <a:pt x="6257" y="11684"/>
                  </a:lnTo>
                  <a:lnTo>
                    <a:pt x="6799" y="11607"/>
                  </a:lnTo>
                  <a:lnTo>
                    <a:pt x="7342" y="11478"/>
                  </a:lnTo>
                  <a:lnTo>
                    <a:pt x="7859" y="11297"/>
                  </a:lnTo>
                  <a:lnTo>
                    <a:pt x="8376" y="11064"/>
                  </a:lnTo>
                  <a:lnTo>
                    <a:pt x="8867" y="10780"/>
                  </a:lnTo>
                  <a:lnTo>
                    <a:pt x="9333" y="10418"/>
                  </a:lnTo>
                  <a:lnTo>
                    <a:pt x="9746" y="10030"/>
                  </a:lnTo>
                  <a:lnTo>
                    <a:pt x="10082" y="9694"/>
                  </a:lnTo>
                  <a:lnTo>
                    <a:pt x="10367" y="9332"/>
                  </a:lnTo>
                  <a:lnTo>
                    <a:pt x="10599" y="8944"/>
                  </a:lnTo>
                  <a:lnTo>
                    <a:pt x="10832" y="8556"/>
                  </a:lnTo>
                  <a:lnTo>
                    <a:pt x="11013" y="8143"/>
                  </a:lnTo>
                  <a:lnTo>
                    <a:pt x="11168" y="7729"/>
                  </a:lnTo>
                  <a:lnTo>
                    <a:pt x="11272" y="7316"/>
                  </a:lnTo>
                  <a:lnTo>
                    <a:pt x="11375" y="6876"/>
                  </a:lnTo>
                  <a:lnTo>
                    <a:pt x="11401" y="6437"/>
                  </a:lnTo>
                  <a:lnTo>
                    <a:pt x="11427" y="5997"/>
                  </a:lnTo>
                  <a:lnTo>
                    <a:pt x="11427" y="5558"/>
                  </a:lnTo>
                  <a:lnTo>
                    <a:pt x="11375" y="5118"/>
                  </a:lnTo>
                  <a:lnTo>
                    <a:pt x="11272" y="4679"/>
                  </a:lnTo>
                  <a:lnTo>
                    <a:pt x="11168" y="4265"/>
                  </a:lnTo>
                  <a:lnTo>
                    <a:pt x="11013" y="3852"/>
                  </a:lnTo>
                  <a:lnTo>
                    <a:pt x="10832" y="3438"/>
                  </a:lnTo>
                  <a:lnTo>
                    <a:pt x="11349" y="2921"/>
                  </a:lnTo>
                  <a:lnTo>
                    <a:pt x="11504" y="2740"/>
                  </a:lnTo>
                  <a:lnTo>
                    <a:pt x="11608" y="2507"/>
                  </a:lnTo>
                  <a:lnTo>
                    <a:pt x="11685" y="2275"/>
                  </a:lnTo>
                  <a:lnTo>
                    <a:pt x="11711" y="2042"/>
                  </a:lnTo>
                  <a:lnTo>
                    <a:pt x="11685" y="1810"/>
                  </a:lnTo>
                  <a:lnTo>
                    <a:pt x="11608" y="1577"/>
                  </a:lnTo>
                  <a:lnTo>
                    <a:pt x="11504" y="1344"/>
                  </a:lnTo>
                  <a:lnTo>
                    <a:pt x="11349" y="1163"/>
                  </a:lnTo>
                  <a:lnTo>
                    <a:pt x="11246" y="1060"/>
                  </a:lnTo>
                  <a:lnTo>
                    <a:pt x="11582" y="724"/>
                  </a:lnTo>
                  <a:lnTo>
                    <a:pt x="11633" y="646"/>
                  </a:lnTo>
                  <a:lnTo>
                    <a:pt x="11659" y="569"/>
                  </a:lnTo>
                  <a:lnTo>
                    <a:pt x="11685" y="491"/>
                  </a:lnTo>
                  <a:lnTo>
                    <a:pt x="11685" y="414"/>
                  </a:lnTo>
                  <a:lnTo>
                    <a:pt x="11685" y="336"/>
                  </a:lnTo>
                  <a:lnTo>
                    <a:pt x="11659" y="259"/>
                  </a:lnTo>
                  <a:lnTo>
                    <a:pt x="11633" y="181"/>
                  </a:lnTo>
                  <a:lnTo>
                    <a:pt x="11582" y="129"/>
                  </a:lnTo>
                  <a:lnTo>
                    <a:pt x="11504" y="78"/>
                  </a:lnTo>
                  <a:lnTo>
                    <a:pt x="11427" y="26"/>
                  </a:lnTo>
                  <a:lnTo>
                    <a:pt x="11349" y="0"/>
                  </a:lnTo>
                  <a:lnTo>
                    <a:pt x="11194" y="0"/>
                  </a:lnTo>
                  <a:lnTo>
                    <a:pt x="11116" y="26"/>
                  </a:lnTo>
                  <a:lnTo>
                    <a:pt x="11039" y="78"/>
                  </a:lnTo>
                  <a:lnTo>
                    <a:pt x="10987" y="129"/>
                  </a:lnTo>
                  <a:lnTo>
                    <a:pt x="10651" y="465"/>
                  </a:lnTo>
                  <a:lnTo>
                    <a:pt x="10548" y="362"/>
                  </a:lnTo>
                  <a:lnTo>
                    <a:pt x="10341" y="207"/>
                  </a:lnTo>
                  <a:lnTo>
                    <a:pt x="10134" y="78"/>
                  </a:lnTo>
                  <a:lnTo>
                    <a:pt x="9901" y="26"/>
                  </a:lnTo>
                  <a:lnTo>
                    <a:pt x="96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9"/>
            <p:cNvSpPr/>
            <p:nvPr/>
          </p:nvSpPr>
          <p:spPr>
            <a:xfrm>
              <a:off x="2043125" y="1347825"/>
              <a:ext cx="36200" cy="36850"/>
            </a:xfrm>
            <a:custGeom>
              <a:avLst/>
              <a:gdLst/>
              <a:ahLst/>
              <a:cxnLst/>
              <a:rect l="l" t="t" r="r" b="b"/>
              <a:pathLst>
                <a:path w="1448" h="1474" extrusionOk="0">
                  <a:moveTo>
                    <a:pt x="1034" y="0"/>
                  </a:moveTo>
                  <a:lnTo>
                    <a:pt x="957" y="26"/>
                  </a:lnTo>
                  <a:lnTo>
                    <a:pt x="879" y="26"/>
                  </a:lnTo>
                  <a:lnTo>
                    <a:pt x="801" y="78"/>
                  </a:lnTo>
                  <a:lnTo>
                    <a:pt x="750" y="130"/>
                  </a:lnTo>
                  <a:lnTo>
                    <a:pt x="103" y="750"/>
                  </a:lnTo>
                  <a:lnTo>
                    <a:pt x="52" y="828"/>
                  </a:lnTo>
                  <a:lnTo>
                    <a:pt x="26" y="905"/>
                  </a:lnTo>
                  <a:lnTo>
                    <a:pt x="0" y="983"/>
                  </a:lnTo>
                  <a:lnTo>
                    <a:pt x="0" y="1060"/>
                  </a:lnTo>
                  <a:lnTo>
                    <a:pt x="0" y="1138"/>
                  </a:lnTo>
                  <a:lnTo>
                    <a:pt x="26" y="1215"/>
                  </a:lnTo>
                  <a:lnTo>
                    <a:pt x="52" y="1293"/>
                  </a:lnTo>
                  <a:lnTo>
                    <a:pt x="103" y="1345"/>
                  </a:lnTo>
                  <a:lnTo>
                    <a:pt x="181" y="1396"/>
                  </a:lnTo>
                  <a:lnTo>
                    <a:pt x="259" y="1448"/>
                  </a:lnTo>
                  <a:lnTo>
                    <a:pt x="336" y="1474"/>
                  </a:lnTo>
                  <a:lnTo>
                    <a:pt x="491" y="1474"/>
                  </a:lnTo>
                  <a:lnTo>
                    <a:pt x="569" y="1448"/>
                  </a:lnTo>
                  <a:lnTo>
                    <a:pt x="646" y="1396"/>
                  </a:lnTo>
                  <a:lnTo>
                    <a:pt x="698" y="1345"/>
                  </a:lnTo>
                  <a:lnTo>
                    <a:pt x="1344" y="724"/>
                  </a:lnTo>
                  <a:lnTo>
                    <a:pt x="1396" y="647"/>
                  </a:lnTo>
                  <a:lnTo>
                    <a:pt x="1422" y="595"/>
                  </a:lnTo>
                  <a:lnTo>
                    <a:pt x="1448" y="517"/>
                  </a:lnTo>
                  <a:lnTo>
                    <a:pt x="1448" y="414"/>
                  </a:lnTo>
                  <a:lnTo>
                    <a:pt x="1448" y="337"/>
                  </a:lnTo>
                  <a:lnTo>
                    <a:pt x="1422" y="259"/>
                  </a:lnTo>
                  <a:lnTo>
                    <a:pt x="1396" y="181"/>
                  </a:lnTo>
                  <a:lnTo>
                    <a:pt x="1344" y="130"/>
                  </a:lnTo>
                  <a:lnTo>
                    <a:pt x="1267" y="78"/>
                  </a:lnTo>
                  <a:lnTo>
                    <a:pt x="1189" y="26"/>
                  </a:lnTo>
                  <a:lnTo>
                    <a:pt x="1112" y="26"/>
                  </a:lnTo>
                  <a:lnTo>
                    <a:pt x="10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9"/>
            <p:cNvSpPr/>
            <p:nvPr/>
          </p:nvSpPr>
          <p:spPr>
            <a:xfrm>
              <a:off x="2015325" y="1323925"/>
              <a:ext cx="21350" cy="42025"/>
            </a:xfrm>
            <a:custGeom>
              <a:avLst/>
              <a:gdLst/>
              <a:ahLst/>
              <a:cxnLst/>
              <a:rect l="l" t="t" r="r" b="b"/>
              <a:pathLst>
                <a:path w="854" h="1681" extrusionOk="0">
                  <a:moveTo>
                    <a:pt x="337" y="0"/>
                  </a:moveTo>
                  <a:lnTo>
                    <a:pt x="259" y="26"/>
                  </a:lnTo>
                  <a:lnTo>
                    <a:pt x="207" y="78"/>
                  </a:lnTo>
                  <a:lnTo>
                    <a:pt x="130" y="129"/>
                  </a:lnTo>
                  <a:lnTo>
                    <a:pt x="78" y="181"/>
                  </a:lnTo>
                  <a:lnTo>
                    <a:pt x="52" y="259"/>
                  </a:lnTo>
                  <a:lnTo>
                    <a:pt x="26" y="336"/>
                  </a:lnTo>
                  <a:lnTo>
                    <a:pt x="1" y="414"/>
                  </a:lnTo>
                  <a:lnTo>
                    <a:pt x="1" y="1267"/>
                  </a:lnTo>
                  <a:lnTo>
                    <a:pt x="26" y="1344"/>
                  </a:lnTo>
                  <a:lnTo>
                    <a:pt x="52" y="1422"/>
                  </a:lnTo>
                  <a:lnTo>
                    <a:pt x="78" y="1499"/>
                  </a:lnTo>
                  <a:lnTo>
                    <a:pt x="130" y="1551"/>
                  </a:lnTo>
                  <a:lnTo>
                    <a:pt x="207" y="1603"/>
                  </a:lnTo>
                  <a:lnTo>
                    <a:pt x="259" y="1654"/>
                  </a:lnTo>
                  <a:lnTo>
                    <a:pt x="337" y="1680"/>
                  </a:lnTo>
                  <a:lnTo>
                    <a:pt x="518" y="1680"/>
                  </a:lnTo>
                  <a:lnTo>
                    <a:pt x="595" y="1654"/>
                  </a:lnTo>
                  <a:lnTo>
                    <a:pt x="673" y="1603"/>
                  </a:lnTo>
                  <a:lnTo>
                    <a:pt x="724" y="1551"/>
                  </a:lnTo>
                  <a:lnTo>
                    <a:pt x="776" y="1499"/>
                  </a:lnTo>
                  <a:lnTo>
                    <a:pt x="828" y="1422"/>
                  </a:lnTo>
                  <a:lnTo>
                    <a:pt x="854" y="1344"/>
                  </a:lnTo>
                  <a:lnTo>
                    <a:pt x="854" y="1267"/>
                  </a:lnTo>
                  <a:lnTo>
                    <a:pt x="854" y="414"/>
                  </a:lnTo>
                  <a:lnTo>
                    <a:pt x="854" y="336"/>
                  </a:lnTo>
                  <a:lnTo>
                    <a:pt x="828" y="259"/>
                  </a:lnTo>
                  <a:lnTo>
                    <a:pt x="776" y="181"/>
                  </a:lnTo>
                  <a:lnTo>
                    <a:pt x="724" y="129"/>
                  </a:lnTo>
                  <a:lnTo>
                    <a:pt x="673" y="78"/>
                  </a:lnTo>
                  <a:lnTo>
                    <a:pt x="595" y="26"/>
                  </a:lnTo>
                  <a:lnTo>
                    <a:pt x="5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9"/>
            <p:cNvSpPr/>
            <p:nvPr/>
          </p:nvSpPr>
          <p:spPr>
            <a:xfrm>
              <a:off x="2061850" y="1391125"/>
              <a:ext cx="42050" cy="20700"/>
            </a:xfrm>
            <a:custGeom>
              <a:avLst/>
              <a:gdLst/>
              <a:ahLst/>
              <a:cxnLst/>
              <a:rect l="l" t="t" r="r" b="b"/>
              <a:pathLst>
                <a:path w="1682" h="828" extrusionOk="0">
                  <a:moveTo>
                    <a:pt x="337" y="0"/>
                  </a:moveTo>
                  <a:lnTo>
                    <a:pt x="259" y="26"/>
                  </a:lnTo>
                  <a:lnTo>
                    <a:pt x="182" y="52"/>
                  </a:lnTo>
                  <a:lnTo>
                    <a:pt x="104" y="104"/>
                  </a:lnTo>
                  <a:lnTo>
                    <a:pt x="52" y="181"/>
                  </a:lnTo>
                  <a:lnTo>
                    <a:pt x="27" y="259"/>
                  </a:lnTo>
                  <a:lnTo>
                    <a:pt x="1" y="336"/>
                  </a:lnTo>
                  <a:lnTo>
                    <a:pt x="1" y="414"/>
                  </a:lnTo>
                  <a:lnTo>
                    <a:pt x="1" y="492"/>
                  </a:lnTo>
                  <a:lnTo>
                    <a:pt x="27" y="569"/>
                  </a:lnTo>
                  <a:lnTo>
                    <a:pt x="52" y="647"/>
                  </a:lnTo>
                  <a:lnTo>
                    <a:pt x="104" y="698"/>
                  </a:lnTo>
                  <a:lnTo>
                    <a:pt x="182" y="750"/>
                  </a:lnTo>
                  <a:lnTo>
                    <a:pt x="259" y="802"/>
                  </a:lnTo>
                  <a:lnTo>
                    <a:pt x="337" y="828"/>
                  </a:lnTo>
                  <a:lnTo>
                    <a:pt x="1345" y="828"/>
                  </a:lnTo>
                  <a:lnTo>
                    <a:pt x="1423" y="802"/>
                  </a:lnTo>
                  <a:lnTo>
                    <a:pt x="1474" y="750"/>
                  </a:lnTo>
                  <a:lnTo>
                    <a:pt x="1552" y="698"/>
                  </a:lnTo>
                  <a:lnTo>
                    <a:pt x="1603" y="647"/>
                  </a:lnTo>
                  <a:lnTo>
                    <a:pt x="1629" y="569"/>
                  </a:lnTo>
                  <a:lnTo>
                    <a:pt x="1655" y="492"/>
                  </a:lnTo>
                  <a:lnTo>
                    <a:pt x="1681" y="414"/>
                  </a:lnTo>
                  <a:lnTo>
                    <a:pt x="1655" y="336"/>
                  </a:lnTo>
                  <a:lnTo>
                    <a:pt x="1629" y="259"/>
                  </a:lnTo>
                  <a:lnTo>
                    <a:pt x="1603" y="181"/>
                  </a:lnTo>
                  <a:lnTo>
                    <a:pt x="1552" y="104"/>
                  </a:lnTo>
                  <a:lnTo>
                    <a:pt x="1474" y="52"/>
                  </a:lnTo>
                  <a:lnTo>
                    <a:pt x="1423" y="26"/>
                  </a:lnTo>
                  <a:lnTo>
                    <a:pt x="13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9"/>
            <p:cNvSpPr/>
            <p:nvPr/>
          </p:nvSpPr>
          <p:spPr>
            <a:xfrm>
              <a:off x="1774925" y="1433775"/>
              <a:ext cx="218450" cy="218450"/>
            </a:xfrm>
            <a:custGeom>
              <a:avLst/>
              <a:gdLst/>
              <a:ahLst/>
              <a:cxnLst/>
              <a:rect l="l" t="t" r="r" b="b"/>
              <a:pathLst>
                <a:path w="8738" h="8738" extrusionOk="0">
                  <a:moveTo>
                    <a:pt x="6204" y="1629"/>
                  </a:moveTo>
                  <a:lnTo>
                    <a:pt x="6385" y="1655"/>
                  </a:lnTo>
                  <a:lnTo>
                    <a:pt x="6540" y="1707"/>
                  </a:lnTo>
                  <a:lnTo>
                    <a:pt x="6695" y="1784"/>
                  </a:lnTo>
                  <a:lnTo>
                    <a:pt x="6851" y="1913"/>
                  </a:lnTo>
                  <a:lnTo>
                    <a:pt x="6954" y="2043"/>
                  </a:lnTo>
                  <a:lnTo>
                    <a:pt x="7031" y="2198"/>
                  </a:lnTo>
                  <a:lnTo>
                    <a:pt x="7109" y="2379"/>
                  </a:lnTo>
                  <a:lnTo>
                    <a:pt x="7135" y="2534"/>
                  </a:lnTo>
                  <a:lnTo>
                    <a:pt x="7135" y="2715"/>
                  </a:lnTo>
                  <a:lnTo>
                    <a:pt x="7083" y="2870"/>
                  </a:lnTo>
                  <a:lnTo>
                    <a:pt x="7031" y="3025"/>
                  </a:lnTo>
                  <a:lnTo>
                    <a:pt x="6928" y="3180"/>
                  </a:lnTo>
                  <a:lnTo>
                    <a:pt x="5558" y="1810"/>
                  </a:lnTo>
                  <a:lnTo>
                    <a:pt x="5713" y="1732"/>
                  </a:lnTo>
                  <a:lnTo>
                    <a:pt x="5868" y="1655"/>
                  </a:lnTo>
                  <a:lnTo>
                    <a:pt x="6049" y="1629"/>
                  </a:lnTo>
                  <a:close/>
                  <a:moveTo>
                    <a:pt x="4627" y="2069"/>
                  </a:moveTo>
                  <a:lnTo>
                    <a:pt x="4679" y="2120"/>
                  </a:lnTo>
                  <a:lnTo>
                    <a:pt x="6644" y="4085"/>
                  </a:lnTo>
                  <a:lnTo>
                    <a:pt x="6670" y="4137"/>
                  </a:lnTo>
                  <a:lnTo>
                    <a:pt x="6695" y="4188"/>
                  </a:lnTo>
                  <a:lnTo>
                    <a:pt x="6670" y="4240"/>
                  </a:lnTo>
                  <a:lnTo>
                    <a:pt x="6644" y="4292"/>
                  </a:lnTo>
                  <a:lnTo>
                    <a:pt x="5455" y="5455"/>
                  </a:lnTo>
                  <a:lnTo>
                    <a:pt x="4860" y="6049"/>
                  </a:lnTo>
                  <a:lnTo>
                    <a:pt x="4757" y="6153"/>
                  </a:lnTo>
                  <a:lnTo>
                    <a:pt x="4627" y="6256"/>
                  </a:lnTo>
                  <a:lnTo>
                    <a:pt x="4369" y="6386"/>
                  </a:lnTo>
                  <a:lnTo>
                    <a:pt x="4085" y="6489"/>
                  </a:lnTo>
                  <a:lnTo>
                    <a:pt x="3774" y="6515"/>
                  </a:lnTo>
                  <a:lnTo>
                    <a:pt x="3490" y="6489"/>
                  </a:lnTo>
                  <a:lnTo>
                    <a:pt x="3206" y="6386"/>
                  </a:lnTo>
                  <a:lnTo>
                    <a:pt x="2947" y="6256"/>
                  </a:lnTo>
                  <a:lnTo>
                    <a:pt x="2818" y="6153"/>
                  </a:lnTo>
                  <a:lnTo>
                    <a:pt x="2689" y="6049"/>
                  </a:lnTo>
                  <a:lnTo>
                    <a:pt x="2585" y="5946"/>
                  </a:lnTo>
                  <a:lnTo>
                    <a:pt x="2508" y="5817"/>
                  </a:lnTo>
                  <a:lnTo>
                    <a:pt x="2353" y="5558"/>
                  </a:lnTo>
                  <a:lnTo>
                    <a:pt x="2275" y="5274"/>
                  </a:lnTo>
                  <a:lnTo>
                    <a:pt x="2249" y="4964"/>
                  </a:lnTo>
                  <a:lnTo>
                    <a:pt x="2275" y="4679"/>
                  </a:lnTo>
                  <a:lnTo>
                    <a:pt x="2353" y="4395"/>
                  </a:lnTo>
                  <a:lnTo>
                    <a:pt x="2508" y="4137"/>
                  </a:lnTo>
                  <a:lnTo>
                    <a:pt x="2585" y="4007"/>
                  </a:lnTo>
                  <a:lnTo>
                    <a:pt x="2689" y="3878"/>
                  </a:lnTo>
                  <a:lnTo>
                    <a:pt x="3283" y="3284"/>
                  </a:lnTo>
                  <a:lnTo>
                    <a:pt x="4472" y="2120"/>
                  </a:lnTo>
                  <a:lnTo>
                    <a:pt x="4524" y="2069"/>
                  </a:lnTo>
                  <a:close/>
                  <a:moveTo>
                    <a:pt x="4007" y="1"/>
                  </a:moveTo>
                  <a:lnTo>
                    <a:pt x="3929" y="26"/>
                  </a:lnTo>
                  <a:lnTo>
                    <a:pt x="3852" y="26"/>
                  </a:lnTo>
                  <a:lnTo>
                    <a:pt x="3774" y="78"/>
                  </a:lnTo>
                  <a:lnTo>
                    <a:pt x="3697" y="104"/>
                  </a:lnTo>
                  <a:lnTo>
                    <a:pt x="3645" y="181"/>
                  </a:lnTo>
                  <a:lnTo>
                    <a:pt x="3593" y="233"/>
                  </a:lnTo>
                  <a:lnTo>
                    <a:pt x="3206" y="1035"/>
                  </a:lnTo>
                  <a:lnTo>
                    <a:pt x="3180" y="1164"/>
                  </a:lnTo>
                  <a:lnTo>
                    <a:pt x="3180" y="1293"/>
                  </a:lnTo>
                  <a:lnTo>
                    <a:pt x="3206" y="1422"/>
                  </a:lnTo>
                  <a:lnTo>
                    <a:pt x="3283" y="1526"/>
                  </a:lnTo>
                  <a:lnTo>
                    <a:pt x="3593" y="1810"/>
                  </a:lnTo>
                  <a:lnTo>
                    <a:pt x="2999" y="2405"/>
                  </a:lnTo>
                  <a:lnTo>
                    <a:pt x="2508" y="1913"/>
                  </a:lnTo>
                  <a:lnTo>
                    <a:pt x="2430" y="1862"/>
                  </a:lnTo>
                  <a:lnTo>
                    <a:pt x="2353" y="1810"/>
                  </a:lnTo>
                  <a:lnTo>
                    <a:pt x="2275" y="1784"/>
                  </a:lnTo>
                  <a:lnTo>
                    <a:pt x="2120" y="1784"/>
                  </a:lnTo>
                  <a:lnTo>
                    <a:pt x="2042" y="1810"/>
                  </a:lnTo>
                  <a:lnTo>
                    <a:pt x="1965" y="1862"/>
                  </a:lnTo>
                  <a:lnTo>
                    <a:pt x="1913" y="1913"/>
                  </a:lnTo>
                  <a:lnTo>
                    <a:pt x="1861" y="1965"/>
                  </a:lnTo>
                  <a:lnTo>
                    <a:pt x="1810" y="2043"/>
                  </a:lnTo>
                  <a:lnTo>
                    <a:pt x="1784" y="2120"/>
                  </a:lnTo>
                  <a:lnTo>
                    <a:pt x="1784" y="2198"/>
                  </a:lnTo>
                  <a:lnTo>
                    <a:pt x="1784" y="2275"/>
                  </a:lnTo>
                  <a:lnTo>
                    <a:pt x="1810" y="2353"/>
                  </a:lnTo>
                  <a:lnTo>
                    <a:pt x="1861" y="2430"/>
                  </a:lnTo>
                  <a:lnTo>
                    <a:pt x="1913" y="2508"/>
                  </a:lnTo>
                  <a:lnTo>
                    <a:pt x="2404" y="2999"/>
                  </a:lnTo>
                  <a:lnTo>
                    <a:pt x="2094" y="3284"/>
                  </a:lnTo>
                  <a:lnTo>
                    <a:pt x="1965" y="3439"/>
                  </a:lnTo>
                  <a:lnTo>
                    <a:pt x="1836" y="3620"/>
                  </a:lnTo>
                  <a:lnTo>
                    <a:pt x="1500" y="3284"/>
                  </a:lnTo>
                  <a:lnTo>
                    <a:pt x="1396" y="3206"/>
                  </a:lnTo>
                  <a:lnTo>
                    <a:pt x="1293" y="3180"/>
                  </a:lnTo>
                  <a:lnTo>
                    <a:pt x="1163" y="3180"/>
                  </a:lnTo>
                  <a:lnTo>
                    <a:pt x="1034" y="3206"/>
                  </a:lnTo>
                  <a:lnTo>
                    <a:pt x="233" y="3620"/>
                  </a:lnTo>
                  <a:lnTo>
                    <a:pt x="155" y="3645"/>
                  </a:lnTo>
                  <a:lnTo>
                    <a:pt x="104" y="3723"/>
                  </a:lnTo>
                  <a:lnTo>
                    <a:pt x="52" y="3775"/>
                  </a:lnTo>
                  <a:lnTo>
                    <a:pt x="26" y="3852"/>
                  </a:lnTo>
                  <a:lnTo>
                    <a:pt x="0" y="3930"/>
                  </a:lnTo>
                  <a:lnTo>
                    <a:pt x="0" y="4007"/>
                  </a:lnTo>
                  <a:lnTo>
                    <a:pt x="26" y="4085"/>
                  </a:lnTo>
                  <a:lnTo>
                    <a:pt x="52" y="4162"/>
                  </a:lnTo>
                  <a:lnTo>
                    <a:pt x="104" y="4240"/>
                  </a:lnTo>
                  <a:lnTo>
                    <a:pt x="155" y="4292"/>
                  </a:lnTo>
                  <a:lnTo>
                    <a:pt x="207" y="4343"/>
                  </a:lnTo>
                  <a:lnTo>
                    <a:pt x="285" y="4369"/>
                  </a:lnTo>
                  <a:lnTo>
                    <a:pt x="362" y="4395"/>
                  </a:lnTo>
                  <a:lnTo>
                    <a:pt x="543" y="4395"/>
                  </a:lnTo>
                  <a:lnTo>
                    <a:pt x="621" y="4369"/>
                  </a:lnTo>
                  <a:lnTo>
                    <a:pt x="1138" y="4111"/>
                  </a:lnTo>
                  <a:lnTo>
                    <a:pt x="1474" y="4447"/>
                  </a:lnTo>
                  <a:lnTo>
                    <a:pt x="1422" y="4731"/>
                  </a:lnTo>
                  <a:lnTo>
                    <a:pt x="1422" y="5015"/>
                  </a:lnTo>
                  <a:lnTo>
                    <a:pt x="1448" y="5326"/>
                  </a:lnTo>
                  <a:lnTo>
                    <a:pt x="1500" y="5610"/>
                  </a:lnTo>
                  <a:lnTo>
                    <a:pt x="1603" y="5894"/>
                  </a:lnTo>
                  <a:lnTo>
                    <a:pt x="1732" y="6153"/>
                  </a:lnTo>
                  <a:lnTo>
                    <a:pt x="1887" y="6411"/>
                  </a:lnTo>
                  <a:lnTo>
                    <a:pt x="2094" y="6644"/>
                  </a:lnTo>
                  <a:lnTo>
                    <a:pt x="2327" y="6851"/>
                  </a:lnTo>
                  <a:lnTo>
                    <a:pt x="2585" y="7032"/>
                  </a:lnTo>
                  <a:lnTo>
                    <a:pt x="2870" y="7161"/>
                  </a:lnTo>
                  <a:lnTo>
                    <a:pt x="3154" y="7264"/>
                  </a:lnTo>
                  <a:lnTo>
                    <a:pt x="3438" y="7316"/>
                  </a:lnTo>
                  <a:lnTo>
                    <a:pt x="3723" y="7342"/>
                  </a:lnTo>
                  <a:lnTo>
                    <a:pt x="4033" y="7342"/>
                  </a:lnTo>
                  <a:lnTo>
                    <a:pt x="4317" y="7290"/>
                  </a:lnTo>
                  <a:lnTo>
                    <a:pt x="4653" y="7626"/>
                  </a:lnTo>
                  <a:lnTo>
                    <a:pt x="4395" y="8143"/>
                  </a:lnTo>
                  <a:lnTo>
                    <a:pt x="4369" y="8221"/>
                  </a:lnTo>
                  <a:lnTo>
                    <a:pt x="4343" y="8298"/>
                  </a:lnTo>
                  <a:lnTo>
                    <a:pt x="4343" y="8376"/>
                  </a:lnTo>
                  <a:lnTo>
                    <a:pt x="4369" y="8454"/>
                  </a:lnTo>
                  <a:lnTo>
                    <a:pt x="4395" y="8531"/>
                  </a:lnTo>
                  <a:lnTo>
                    <a:pt x="4446" y="8609"/>
                  </a:lnTo>
                  <a:lnTo>
                    <a:pt x="4498" y="8660"/>
                  </a:lnTo>
                  <a:lnTo>
                    <a:pt x="4576" y="8712"/>
                  </a:lnTo>
                  <a:lnTo>
                    <a:pt x="4653" y="8738"/>
                  </a:lnTo>
                  <a:lnTo>
                    <a:pt x="4912" y="8738"/>
                  </a:lnTo>
                  <a:lnTo>
                    <a:pt x="4963" y="8686"/>
                  </a:lnTo>
                  <a:lnTo>
                    <a:pt x="5041" y="8634"/>
                  </a:lnTo>
                  <a:lnTo>
                    <a:pt x="5093" y="8583"/>
                  </a:lnTo>
                  <a:lnTo>
                    <a:pt x="5144" y="8505"/>
                  </a:lnTo>
                  <a:lnTo>
                    <a:pt x="5532" y="7730"/>
                  </a:lnTo>
                  <a:lnTo>
                    <a:pt x="5584" y="7600"/>
                  </a:lnTo>
                  <a:lnTo>
                    <a:pt x="5584" y="7471"/>
                  </a:lnTo>
                  <a:lnTo>
                    <a:pt x="5532" y="7342"/>
                  </a:lnTo>
                  <a:lnTo>
                    <a:pt x="5455" y="7239"/>
                  </a:lnTo>
                  <a:lnTo>
                    <a:pt x="5144" y="6928"/>
                  </a:lnTo>
                  <a:lnTo>
                    <a:pt x="5300" y="6799"/>
                  </a:lnTo>
                  <a:lnTo>
                    <a:pt x="5455" y="6644"/>
                  </a:lnTo>
                  <a:lnTo>
                    <a:pt x="5765" y="6360"/>
                  </a:lnTo>
                  <a:lnTo>
                    <a:pt x="6256" y="6851"/>
                  </a:lnTo>
                  <a:lnTo>
                    <a:pt x="6308" y="6903"/>
                  </a:lnTo>
                  <a:lnTo>
                    <a:pt x="6385" y="6928"/>
                  </a:lnTo>
                  <a:lnTo>
                    <a:pt x="6463" y="6954"/>
                  </a:lnTo>
                  <a:lnTo>
                    <a:pt x="6540" y="6980"/>
                  </a:lnTo>
                  <a:lnTo>
                    <a:pt x="6618" y="6954"/>
                  </a:lnTo>
                  <a:lnTo>
                    <a:pt x="6695" y="6928"/>
                  </a:lnTo>
                  <a:lnTo>
                    <a:pt x="6773" y="6903"/>
                  </a:lnTo>
                  <a:lnTo>
                    <a:pt x="6851" y="6851"/>
                  </a:lnTo>
                  <a:lnTo>
                    <a:pt x="6902" y="6773"/>
                  </a:lnTo>
                  <a:lnTo>
                    <a:pt x="6928" y="6696"/>
                  </a:lnTo>
                  <a:lnTo>
                    <a:pt x="6954" y="6618"/>
                  </a:lnTo>
                  <a:lnTo>
                    <a:pt x="6954" y="6541"/>
                  </a:lnTo>
                  <a:lnTo>
                    <a:pt x="6954" y="6463"/>
                  </a:lnTo>
                  <a:lnTo>
                    <a:pt x="6928" y="6386"/>
                  </a:lnTo>
                  <a:lnTo>
                    <a:pt x="6902" y="6308"/>
                  </a:lnTo>
                  <a:lnTo>
                    <a:pt x="6851" y="6256"/>
                  </a:lnTo>
                  <a:lnTo>
                    <a:pt x="6359" y="5765"/>
                  </a:lnTo>
                  <a:lnTo>
                    <a:pt x="6928" y="5171"/>
                  </a:lnTo>
                  <a:lnTo>
                    <a:pt x="7238" y="5455"/>
                  </a:lnTo>
                  <a:lnTo>
                    <a:pt x="7342" y="5532"/>
                  </a:lnTo>
                  <a:lnTo>
                    <a:pt x="7471" y="5584"/>
                  </a:lnTo>
                  <a:lnTo>
                    <a:pt x="7600" y="5584"/>
                  </a:lnTo>
                  <a:lnTo>
                    <a:pt x="7729" y="5532"/>
                  </a:lnTo>
                  <a:lnTo>
                    <a:pt x="8505" y="5145"/>
                  </a:lnTo>
                  <a:lnTo>
                    <a:pt x="8583" y="5093"/>
                  </a:lnTo>
                  <a:lnTo>
                    <a:pt x="8634" y="5041"/>
                  </a:lnTo>
                  <a:lnTo>
                    <a:pt x="8686" y="4990"/>
                  </a:lnTo>
                  <a:lnTo>
                    <a:pt x="8712" y="4912"/>
                  </a:lnTo>
                  <a:lnTo>
                    <a:pt x="8738" y="4835"/>
                  </a:lnTo>
                  <a:lnTo>
                    <a:pt x="8738" y="4757"/>
                  </a:lnTo>
                  <a:lnTo>
                    <a:pt x="8738" y="4654"/>
                  </a:lnTo>
                  <a:lnTo>
                    <a:pt x="8686" y="4576"/>
                  </a:lnTo>
                  <a:lnTo>
                    <a:pt x="8660" y="4524"/>
                  </a:lnTo>
                  <a:lnTo>
                    <a:pt x="8583" y="4447"/>
                  </a:lnTo>
                  <a:lnTo>
                    <a:pt x="8531" y="4421"/>
                  </a:lnTo>
                  <a:lnTo>
                    <a:pt x="8453" y="4369"/>
                  </a:lnTo>
                  <a:lnTo>
                    <a:pt x="8376" y="4369"/>
                  </a:lnTo>
                  <a:lnTo>
                    <a:pt x="8298" y="4343"/>
                  </a:lnTo>
                  <a:lnTo>
                    <a:pt x="8221" y="4369"/>
                  </a:lnTo>
                  <a:lnTo>
                    <a:pt x="8143" y="4395"/>
                  </a:lnTo>
                  <a:lnTo>
                    <a:pt x="7626" y="4654"/>
                  </a:lnTo>
                  <a:lnTo>
                    <a:pt x="7471" y="4498"/>
                  </a:lnTo>
                  <a:lnTo>
                    <a:pt x="7497" y="4343"/>
                  </a:lnTo>
                  <a:lnTo>
                    <a:pt x="7523" y="4188"/>
                  </a:lnTo>
                  <a:lnTo>
                    <a:pt x="7497" y="4007"/>
                  </a:lnTo>
                  <a:lnTo>
                    <a:pt x="7471" y="3852"/>
                  </a:lnTo>
                  <a:lnTo>
                    <a:pt x="7574" y="3723"/>
                  </a:lnTo>
                  <a:lnTo>
                    <a:pt x="7678" y="3568"/>
                  </a:lnTo>
                  <a:lnTo>
                    <a:pt x="7781" y="3413"/>
                  </a:lnTo>
                  <a:lnTo>
                    <a:pt x="7833" y="3258"/>
                  </a:lnTo>
                  <a:lnTo>
                    <a:pt x="7910" y="3103"/>
                  </a:lnTo>
                  <a:lnTo>
                    <a:pt x="7936" y="2922"/>
                  </a:lnTo>
                  <a:lnTo>
                    <a:pt x="7962" y="2741"/>
                  </a:lnTo>
                  <a:lnTo>
                    <a:pt x="7962" y="2586"/>
                  </a:lnTo>
                  <a:lnTo>
                    <a:pt x="7962" y="2405"/>
                  </a:lnTo>
                  <a:lnTo>
                    <a:pt x="7936" y="2250"/>
                  </a:lnTo>
                  <a:lnTo>
                    <a:pt x="7885" y="2069"/>
                  </a:lnTo>
                  <a:lnTo>
                    <a:pt x="7833" y="1913"/>
                  </a:lnTo>
                  <a:lnTo>
                    <a:pt x="7755" y="1758"/>
                  </a:lnTo>
                  <a:lnTo>
                    <a:pt x="7652" y="1603"/>
                  </a:lnTo>
                  <a:lnTo>
                    <a:pt x="7548" y="1448"/>
                  </a:lnTo>
                  <a:lnTo>
                    <a:pt x="7445" y="1319"/>
                  </a:lnTo>
                  <a:lnTo>
                    <a:pt x="7290" y="1190"/>
                  </a:lnTo>
                  <a:lnTo>
                    <a:pt x="7161" y="1086"/>
                  </a:lnTo>
                  <a:lnTo>
                    <a:pt x="7006" y="1009"/>
                  </a:lnTo>
                  <a:lnTo>
                    <a:pt x="6851" y="931"/>
                  </a:lnTo>
                  <a:lnTo>
                    <a:pt x="6670" y="879"/>
                  </a:lnTo>
                  <a:lnTo>
                    <a:pt x="6514" y="828"/>
                  </a:lnTo>
                  <a:lnTo>
                    <a:pt x="6334" y="802"/>
                  </a:lnTo>
                  <a:lnTo>
                    <a:pt x="5997" y="802"/>
                  </a:lnTo>
                  <a:lnTo>
                    <a:pt x="5842" y="828"/>
                  </a:lnTo>
                  <a:lnTo>
                    <a:pt x="5661" y="854"/>
                  </a:lnTo>
                  <a:lnTo>
                    <a:pt x="5506" y="905"/>
                  </a:lnTo>
                  <a:lnTo>
                    <a:pt x="5351" y="983"/>
                  </a:lnTo>
                  <a:lnTo>
                    <a:pt x="5196" y="1060"/>
                  </a:lnTo>
                  <a:lnTo>
                    <a:pt x="5041" y="1164"/>
                  </a:lnTo>
                  <a:lnTo>
                    <a:pt x="4912" y="1293"/>
                  </a:lnTo>
                  <a:lnTo>
                    <a:pt x="4731" y="1241"/>
                  </a:lnTo>
                  <a:lnTo>
                    <a:pt x="4395" y="1241"/>
                  </a:lnTo>
                  <a:lnTo>
                    <a:pt x="4240" y="1293"/>
                  </a:lnTo>
                  <a:lnTo>
                    <a:pt x="4085" y="1138"/>
                  </a:lnTo>
                  <a:lnTo>
                    <a:pt x="4343" y="621"/>
                  </a:lnTo>
                  <a:lnTo>
                    <a:pt x="4395" y="543"/>
                  </a:lnTo>
                  <a:lnTo>
                    <a:pt x="4395" y="466"/>
                  </a:lnTo>
                  <a:lnTo>
                    <a:pt x="4395" y="388"/>
                  </a:lnTo>
                  <a:lnTo>
                    <a:pt x="4369" y="311"/>
                  </a:lnTo>
                  <a:lnTo>
                    <a:pt x="4343" y="233"/>
                  </a:lnTo>
                  <a:lnTo>
                    <a:pt x="4291" y="156"/>
                  </a:lnTo>
                  <a:lnTo>
                    <a:pt x="4240" y="104"/>
                  </a:lnTo>
                  <a:lnTo>
                    <a:pt x="4162" y="52"/>
                  </a:lnTo>
                  <a:lnTo>
                    <a:pt x="4085" y="26"/>
                  </a:lnTo>
                  <a:lnTo>
                    <a:pt x="40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59"/>
          <p:cNvGrpSpPr/>
          <p:nvPr/>
        </p:nvGrpSpPr>
        <p:grpSpPr>
          <a:xfrm>
            <a:off x="3167225" y="1316352"/>
            <a:ext cx="382060" cy="383454"/>
            <a:chOff x="2500675" y="1323925"/>
            <a:chExt cx="356100" cy="357400"/>
          </a:xfrm>
        </p:grpSpPr>
        <p:sp>
          <p:nvSpPr>
            <p:cNvPr id="799" name="Google Shape;799;p59"/>
            <p:cNvSpPr/>
            <p:nvPr/>
          </p:nvSpPr>
          <p:spPr>
            <a:xfrm>
              <a:off x="2500675" y="1323925"/>
              <a:ext cx="356100" cy="357400"/>
            </a:xfrm>
            <a:custGeom>
              <a:avLst/>
              <a:gdLst/>
              <a:ahLst/>
              <a:cxnLst/>
              <a:rect l="l" t="t" r="r" b="b"/>
              <a:pathLst>
                <a:path w="14244" h="14296" extrusionOk="0">
                  <a:moveTo>
                    <a:pt x="12512" y="827"/>
                  </a:moveTo>
                  <a:lnTo>
                    <a:pt x="7135" y="4653"/>
                  </a:lnTo>
                  <a:lnTo>
                    <a:pt x="1758" y="827"/>
                  </a:lnTo>
                  <a:close/>
                  <a:moveTo>
                    <a:pt x="853" y="1241"/>
                  </a:moveTo>
                  <a:lnTo>
                    <a:pt x="5222" y="4317"/>
                  </a:lnTo>
                  <a:lnTo>
                    <a:pt x="853" y="7419"/>
                  </a:lnTo>
                  <a:lnTo>
                    <a:pt x="853" y="7393"/>
                  </a:lnTo>
                  <a:lnTo>
                    <a:pt x="853" y="1267"/>
                  </a:lnTo>
                  <a:lnTo>
                    <a:pt x="853" y="1241"/>
                  </a:lnTo>
                  <a:close/>
                  <a:moveTo>
                    <a:pt x="13416" y="1241"/>
                  </a:moveTo>
                  <a:lnTo>
                    <a:pt x="13416" y="1267"/>
                  </a:lnTo>
                  <a:lnTo>
                    <a:pt x="13416" y="7393"/>
                  </a:lnTo>
                  <a:lnTo>
                    <a:pt x="13416" y="7419"/>
                  </a:lnTo>
                  <a:lnTo>
                    <a:pt x="9048" y="4317"/>
                  </a:lnTo>
                  <a:lnTo>
                    <a:pt x="13416" y="1241"/>
                  </a:lnTo>
                  <a:close/>
                  <a:moveTo>
                    <a:pt x="8324" y="4834"/>
                  </a:moveTo>
                  <a:lnTo>
                    <a:pt x="12512" y="7807"/>
                  </a:lnTo>
                  <a:lnTo>
                    <a:pt x="9720" y="7807"/>
                  </a:lnTo>
                  <a:lnTo>
                    <a:pt x="9410" y="7678"/>
                  </a:lnTo>
                  <a:lnTo>
                    <a:pt x="9074" y="7574"/>
                  </a:lnTo>
                  <a:lnTo>
                    <a:pt x="8763" y="7471"/>
                  </a:lnTo>
                  <a:lnTo>
                    <a:pt x="8427" y="7393"/>
                  </a:lnTo>
                  <a:lnTo>
                    <a:pt x="8117" y="7341"/>
                  </a:lnTo>
                  <a:lnTo>
                    <a:pt x="7781" y="7290"/>
                  </a:lnTo>
                  <a:lnTo>
                    <a:pt x="7445" y="7264"/>
                  </a:lnTo>
                  <a:lnTo>
                    <a:pt x="6799" y="7264"/>
                  </a:lnTo>
                  <a:lnTo>
                    <a:pt x="6489" y="7290"/>
                  </a:lnTo>
                  <a:lnTo>
                    <a:pt x="6153" y="7341"/>
                  </a:lnTo>
                  <a:lnTo>
                    <a:pt x="5842" y="7393"/>
                  </a:lnTo>
                  <a:lnTo>
                    <a:pt x="5506" y="7471"/>
                  </a:lnTo>
                  <a:lnTo>
                    <a:pt x="5170" y="7574"/>
                  </a:lnTo>
                  <a:lnTo>
                    <a:pt x="4860" y="7678"/>
                  </a:lnTo>
                  <a:lnTo>
                    <a:pt x="4524" y="7807"/>
                  </a:lnTo>
                  <a:lnTo>
                    <a:pt x="1758" y="7807"/>
                  </a:lnTo>
                  <a:lnTo>
                    <a:pt x="5946" y="4834"/>
                  </a:lnTo>
                  <a:lnTo>
                    <a:pt x="6902" y="5506"/>
                  </a:lnTo>
                  <a:lnTo>
                    <a:pt x="7006" y="5558"/>
                  </a:lnTo>
                  <a:lnTo>
                    <a:pt x="7135" y="5584"/>
                  </a:lnTo>
                  <a:lnTo>
                    <a:pt x="7264" y="5558"/>
                  </a:lnTo>
                  <a:lnTo>
                    <a:pt x="7368" y="5506"/>
                  </a:lnTo>
                  <a:lnTo>
                    <a:pt x="8324" y="4834"/>
                  </a:lnTo>
                  <a:close/>
                  <a:moveTo>
                    <a:pt x="7135" y="8091"/>
                  </a:moveTo>
                  <a:lnTo>
                    <a:pt x="7652" y="8117"/>
                  </a:lnTo>
                  <a:lnTo>
                    <a:pt x="8169" y="8195"/>
                  </a:lnTo>
                  <a:lnTo>
                    <a:pt x="8712" y="8324"/>
                  </a:lnTo>
                  <a:lnTo>
                    <a:pt x="9229" y="8505"/>
                  </a:lnTo>
                  <a:lnTo>
                    <a:pt x="9229" y="10004"/>
                  </a:lnTo>
                  <a:lnTo>
                    <a:pt x="9229" y="10288"/>
                  </a:lnTo>
                  <a:lnTo>
                    <a:pt x="9177" y="10547"/>
                  </a:lnTo>
                  <a:lnTo>
                    <a:pt x="9151" y="10805"/>
                  </a:lnTo>
                  <a:lnTo>
                    <a:pt x="9074" y="11064"/>
                  </a:lnTo>
                  <a:lnTo>
                    <a:pt x="8996" y="11322"/>
                  </a:lnTo>
                  <a:lnTo>
                    <a:pt x="8893" y="11555"/>
                  </a:lnTo>
                  <a:lnTo>
                    <a:pt x="8789" y="11788"/>
                  </a:lnTo>
                  <a:lnTo>
                    <a:pt x="8660" y="12020"/>
                  </a:lnTo>
                  <a:lnTo>
                    <a:pt x="8505" y="12227"/>
                  </a:lnTo>
                  <a:lnTo>
                    <a:pt x="8350" y="12434"/>
                  </a:lnTo>
                  <a:lnTo>
                    <a:pt x="8195" y="12641"/>
                  </a:lnTo>
                  <a:lnTo>
                    <a:pt x="7988" y="12822"/>
                  </a:lnTo>
                  <a:lnTo>
                    <a:pt x="7807" y="12977"/>
                  </a:lnTo>
                  <a:lnTo>
                    <a:pt x="7600" y="13132"/>
                  </a:lnTo>
                  <a:lnTo>
                    <a:pt x="7368" y="13287"/>
                  </a:lnTo>
                  <a:lnTo>
                    <a:pt x="7135" y="13416"/>
                  </a:lnTo>
                  <a:lnTo>
                    <a:pt x="6902" y="13287"/>
                  </a:lnTo>
                  <a:lnTo>
                    <a:pt x="6670" y="13132"/>
                  </a:lnTo>
                  <a:lnTo>
                    <a:pt x="6463" y="12977"/>
                  </a:lnTo>
                  <a:lnTo>
                    <a:pt x="6256" y="12822"/>
                  </a:lnTo>
                  <a:lnTo>
                    <a:pt x="6075" y="12641"/>
                  </a:lnTo>
                  <a:lnTo>
                    <a:pt x="5920" y="12434"/>
                  </a:lnTo>
                  <a:lnTo>
                    <a:pt x="5739" y="12227"/>
                  </a:lnTo>
                  <a:lnTo>
                    <a:pt x="5610" y="12020"/>
                  </a:lnTo>
                  <a:lnTo>
                    <a:pt x="5480" y="11788"/>
                  </a:lnTo>
                  <a:lnTo>
                    <a:pt x="5351" y="11555"/>
                  </a:lnTo>
                  <a:lnTo>
                    <a:pt x="5274" y="11322"/>
                  </a:lnTo>
                  <a:lnTo>
                    <a:pt x="5196" y="11064"/>
                  </a:lnTo>
                  <a:lnTo>
                    <a:pt x="5119" y="10805"/>
                  </a:lnTo>
                  <a:lnTo>
                    <a:pt x="5067" y="10547"/>
                  </a:lnTo>
                  <a:lnTo>
                    <a:pt x="5041" y="10288"/>
                  </a:lnTo>
                  <a:lnTo>
                    <a:pt x="5041" y="10004"/>
                  </a:lnTo>
                  <a:lnTo>
                    <a:pt x="5041" y="8505"/>
                  </a:lnTo>
                  <a:lnTo>
                    <a:pt x="5558" y="8324"/>
                  </a:lnTo>
                  <a:lnTo>
                    <a:pt x="6075" y="8195"/>
                  </a:lnTo>
                  <a:lnTo>
                    <a:pt x="6618" y="8117"/>
                  </a:lnTo>
                  <a:lnTo>
                    <a:pt x="7135" y="8091"/>
                  </a:lnTo>
                  <a:close/>
                  <a:moveTo>
                    <a:pt x="1267" y="0"/>
                  </a:moveTo>
                  <a:lnTo>
                    <a:pt x="1008" y="26"/>
                  </a:lnTo>
                  <a:lnTo>
                    <a:pt x="776" y="103"/>
                  </a:lnTo>
                  <a:lnTo>
                    <a:pt x="569" y="207"/>
                  </a:lnTo>
                  <a:lnTo>
                    <a:pt x="388" y="362"/>
                  </a:lnTo>
                  <a:lnTo>
                    <a:pt x="233" y="569"/>
                  </a:lnTo>
                  <a:lnTo>
                    <a:pt x="104" y="776"/>
                  </a:lnTo>
                  <a:lnTo>
                    <a:pt x="26" y="1008"/>
                  </a:lnTo>
                  <a:lnTo>
                    <a:pt x="0" y="1267"/>
                  </a:lnTo>
                  <a:lnTo>
                    <a:pt x="0" y="7393"/>
                  </a:lnTo>
                  <a:lnTo>
                    <a:pt x="26" y="7652"/>
                  </a:lnTo>
                  <a:lnTo>
                    <a:pt x="104" y="7884"/>
                  </a:lnTo>
                  <a:lnTo>
                    <a:pt x="233" y="8091"/>
                  </a:lnTo>
                  <a:lnTo>
                    <a:pt x="388" y="8298"/>
                  </a:lnTo>
                  <a:lnTo>
                    <a:pt x="569" y="8453"/>
                  </a:lnTo>
                  <a:lnTo>
                    <a:pt x="776" y="8556"/>
                  </a:lnTo>
                  <a:lnTo>
                    <a:pt x="1008" y="8634"/>
                  </a:lnTo>
                  <a:lnTo>
                    <a:pt x="1267" y="8660"/>
                  </a:lnTo>
                  <a:lnTo>
                    <a:pt x="4188" y="8660"/>
                  </a:lnTo>
                  <a:lnTo>
                    <a:pt x="4188" y="10004"/>
                  </a:lnTo>
                  <a:lnTo>
                    <a:pt x="4214" y="10366"/>
                  </a:lnTo>
                  <a:lnTo>
                    <a:pt x="4240" y="10702"/>
                  </a:lnTo>
                  <a:lnTo>
                    <a:pt x="4317" y="11012"/>
                  </a:lnTo>
                  <a:lnTo>
                    <a:pt x="4395" y="11348"/>
                  </a:lnTo>
                  <a:lnTo>
                    <a:pt x="4498" y="11658"/>
                  </a:lnTo>
                  <a:lnTo>
                    <a:pt x="4627" y="11969"/>
                  </a:lnTo>
                  <a:lnTo>
                    <a:pt x="4782" y="12253"/>
                  </a:lnTo>
                  <a:lnTo>
                    <a:pt x="4963" y="12537"/>
                  </a:lnTo>
                  <a:lnTo>
                    <a:pt x="5144" y="12822"/>
                  </a:lnTo>
                  <a:lnTo>
                    <a:pt x="5351" y="13080"/>
                  </a:lnTo>
                  <a:lnTo>
                    <a:pt x="5584" y="13313"/>
                  </a:lnTo>
                  <a:lnTo>
                    <a:pt x="5816" y="13546"/>
                  </a:lnTo>
                  <a:lnTo>
                    <a:pt x="6075" y="13752"/>
                  </a:lnTo>
                  <a:lnTo>
                    <a:pt x="6359" y="13933"/>
                  </a:lnTo>
                  <a:lnTo>
                    <a:pt x="6644" y="14114"/>
                  </a:lnTo>
                  <a:lnTo>
                    <a:pt x="6954" y="14269"/>
                  </a:lnTo>
                  <a:lnTo>
                    <a:pt x="7057" y="14295"/>
                  </a:lnTo>
                  <a:lnTo>
                    <a:pt x="7212" y="14295"/>
                  </a:lnTo>
                  <a:lnTo>
                    <a:pt x="7290" y="14269"/>
                  </a:lnTo>
                  <a:lnTo>
                    <a:pt x="7600" y="14114"/>
                  </a:lnTo>
                  <a:lnTo>
                    <a:pt x="7910" y="13933"/>
                  </a:lnTo>
                  <a:lnTo>
                    <a:pt x="8169" y="13752"/>
                  </a:lnTo>
                  <a:lnTo>
                    <a:pt x="8453" y="13546"/>
                  </a:lnTo>
                  <a:lnTo>
                    <a:pt x="8686" y="13313"/>
                  </a:lnTo>
                  <a:lnTo>
                    <a:pt x="8919" y="13080"/>
                  </a:lnTo>
                  <a:lnTo>
                    <a:pt x="9125" y="12822"/>
                  </a:lnTo>
                  <a:lnTo>
                    <a:pt x="9306" y="12537"/>
                  </a:lnTo>
                  <a:lnTo>
                    <a:pt x="9487" y="12253"/>
                  </a:lnTo>
                  <a:lnTo>
                    <a:pt x="9642" y="11969"/>
                  </a:lnTo>
                  <a:lnTo>
                    <a:pt x="9772" y="11658"/>
                  </a:lnTo>
                  <a:lnTo>
                    <a:pt x="9875" y="11348"/>
                  </a:lnTo>
                  <a:lnTo>
                    <a:pt x="9953" y="11012"/>
                  </a:lnTo>
                  <a:lnTo>
                    <a:pt x="10004" y="10702"/>
                  </a:lnTo>
                  <a:lnTo>
                    <a:pt x="10056" y="10366"/>
                  </a:lnTo>
                  <a:lnTo>
                    <a:pt x="10056" y="10004"/>
                  </a:lnTo>
                  <a:lnTo>
                    <a:pt x="10056" y="8660"/>
                  </a:lnTo>
                  <a:lnTo>
                    <a:pt x="13003" y="8660"/>
                  </a:lnTo>
                  <a:lnTo>
                    <a:pt x="13236" y="8634"/>
                  </a:lnTo>
                  <a:lnTo>
                    <a:pt x="13494" y="8556"/>
                  </a:lnTo>
                  <a:lnTo>
                    <a:pt x="13701" y="8453"/>
                  </a:lnTo>
                  <a:lnTo>
                    <a:pt x="13882" y="8298"/>
                  </a:lnTo>
                  <a:lnTo>
                    <a:pt x="14037" y="8091"/>
                  </a:lnTo>
                  <a:lnTo>
                    <a:pt x="14140" y="7884"/>
                  </a:lnTo>
                  <a:lnTo>
                    <a:pt x="14218" y="7652"/>
                  </a:lnTo>
                  <a:lnTo>
                    <a:pt x="14244" y="7393"/>
                  </a:lnTo>
                  <a:lnTo>
                    <a:pt x="14244" y="1267"/>
                  </a:lnTo>
                  <a:lnTo>
                    <a:pt x="14218" y="1008"/>
                  </a:lnTo>
                  <a:lnTo>
                    <a:pt x="14140" y="776"/>
                  </a:lnTo>
                  <a:lnTo>
                    <a:pt x="14037" y="569"/>
                  </a:lnTo>
                  <a:lnTo>
                    <a:pt x="13882" y="362"/>
                  </a:lnTo>
                  <a:lnTo>
                    <a:pt x="13701" y="207"/>
                  </a:lnTo>
                  <a:lnTo>
                    <a:pt x="13494" y="103"/>
                  </a:lnTo>
                  <a:lnTo>
                    <a:pt x="13236" y="26"/>
                  </a:lnTo>
                  <a:lnTo>
                    <a:pt x="130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9"/>
            <p:cNvSpPr/>
            <p:nvPr/>
          </p:nvSpPr>
          <p:spPr>
            <a:xfrm>
              <a:off x="2646075" y="1568850"/>
              <a:ext cx="65300" cy="50425"/>
            </a:xfrm>
            <a:custGeom>
              <a:avLst/>
              <a:gdLst/>
              <a:ahLst/>
              <a:cxnLst/>
              <a:rect l="l" t="t" r="r" b="b"/>
              <a:pathLst>
                <a:path w="2612" h="2017" extrusionOk="0">
                  <a:moveTo>
                    <a:pt x="2120" y="0"/>
                  </a:moveTo>
                  <a:lnTo>
                    <a:pt x="2043" y="26"/>
                  </a:lnTo>
                  <a:lnTo>
                    <a:pt x="1965" y="78"/>
                  </a:lnTo>
                  <a:lnTo>
                    <a:pt x="1913" y="129"/>
                  </a:lnTo>
                  <a:lnTo>
                    <a:pt x="1009" y="1008"/>
                  </a:lnTo>
                  <a:lnTo>
                    <a:pt x="724" y="724"/>
                  </a:lnTo>
                  <a:lnTo>
                    <a:pt x="647" y="672"/>
                  </a:lnTo>
                  <a:lnTo>
                    <a:pt x="595" y="621"/>
                  </a:lnTo>
                  <a:lnTo>
                    <a:pt x="517" y="595"/>
                  </a:lnTo>
                  <a:lnTo>
                    <a:pt x="337" y="595"/>
                  </a:lnTo>
                  <a:lnTo>
                    <a:pt x="259" y="621"/>
                  </a:lnTo>
                  <a:lnTo>
                    <a:pt x="207" y="672"/>
                  </a:lnTo>
                  <a:lnTo>
                    <a:pt x="130" y="724"/>
                  </a:lnTo>
                  <a:lnTo>
                    <a:pt x="78" y="776"/>
                  </a:lnTo>
                  <a:lnTo>
                    <a:pt x="26" y="853"/>
                  </a:lnTo>
                  <a:lnTo>
                    <a:pt x="26" y="931"/>
                  </a:lnTo>
                  <a:lnTo>
                    <a:pt x="0" y="1008"/>
                  </a:lnTo>
                  <a:lnTo>
                    <a:pt x="26" y="1086"/>
                  </a:lnTo>
                  <a:lnTo>
                    <a:pt x="26" y="1163"/>
                  </a:lnTo>
                  <a:lnTo>
                    <a:pt x="78" y="1241"/>
                  </a:lnTo>
                  <a:lnTo>
                    <a:pt x="130" y="1319"/>
                  </a:lnTo>
                  <a:lnTo>
                    <a:pt x="724" y="1887"/>
                  </a:lnTo>
                  <a:lnTo>
                    <a:pt x="776" y="1965"/>
                  </a:lnTo>
                  <a:lnTo>
                    <a:pt x="854" y="1991"/>
                  </a:lnTo>
                  <a:lnTo>
                    <a:pt x="931" y="2017"/>
                  </a:lnTo>
                  <a:lnTo>
                    <a:pt x="1112" y="2017"/>
                  </a:lnTo>
                  <a:lnTo>
                    <a:pt x="1190" y="1991"/>
                  </a:lnTo>
                  <a:lnTo>
                    <a:pt x="1241" y="1965"/>
                  </a:lnTo>
                  <a:lnTo>
                    <a:pt x="1319" y="1887"/>
                  </a:lnTo>
                  <a:lnTo>
                    <a:pt x="2508" y="724"/>
                  </a:lnTo>
                  <a:lnTo>
                    <a:pt x="2560" y="646"/>
                  </a:lnTo>
                  <a:lnTo>
                    <a:pt x="2586" y="569"/>
                  </a:lnTo>
                  <a:lnTo>
                    <a:pt x="2611" y="491"/>
                  </a:lnTo>
                  <a:lnTo>
                    <a:pt x="2611" y="414"/>
                  </a:lnTo>
                  <a:lnTo>
                    <a:pt x="2611" y="336"/>
                  </a:lnTo>
                  <a:lnTo>
                    <a:pt x="2586" y="259"/>
                  </a:lnTo>
                  <a:lnTo>
                    <a:pt x="2560" y="181"/>
                  </a:lnTo>
                  <a:lnTo>
                    <a:pt x="2508" y="129"/>
                  </a:lnTo>
                  <a:lnTo>
                    <a:pt x="2430" y="78"/>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59"/>
          <p:cNvGrpSpPr/>
          <p:nvPr/>
        </p:nvGrpSpPr>
        <p:grpSpPr>
          <a:xfrm>
            <a:off x="3975682" y="1316352"/>
            <a:ext cx="383454" cy="383454"/>
            <a:chOff x="3254200" y="1323925"/>
            <a:chExt cx="357400" cy="357400"/>
          </a:xfrm>
        </p:grpSpPr>
        <p:sp>
          <p:nvSpPr>
            <p:cNvPr id="802" name="Google Shape;802;p59"/>
            <p:cNvSpPr/>
            <p:nvPr/>
          </p:nvSpPr>
          <p:spPr>
            <a:xfrm>
              <a:off x="3254200" y="1323925"/>
              <a:ext cx="357400" cy="357400"/>
            </a:xfrm>
            <a:custGeom>
              <a:avLst/>
              <a:gdLst/>
              <a:ahLst/>
              <a:cxnLst/>
              <a:rect l="l" t="t" r="r" b="b"/>
              <a:pathLst>
                <a:path w="14296" h="14296" extrusionOk="0">
                  <a:moveTo>
                    <a:pt x="13055" y="827"/>
                  </a:moveTo>
                  <a:lnTo>
                    <a:pt x="13133" y="853"/>
                  </a:lnTo>
                  <a:lnTo>
                    <a:pt x="13210" y="879"/>
                  </a:lnTo>
                  <a:lnTo>
                    <a:pt x="13288" y="905"/>
                  </a:lnTo>
                  <a:lnTo>
                    <a:pt x="13339" y="956"/>
                  </a:lnTo>
                  <a:lnTo>
                    <a:pt x="13391" y="1034"/>
                  </a:lnTo>
                  <a:lnTo>
                    <a:pt x="13443" y="1086"/>
                  </a:lnTo>
                  <a:lnTo>
                    <a:pt x="13443" y="1163"/>
                  </a:lnTo>
                  <a:lnTo>
                    <a:pt x="13469" y="1267"/>
                  </a:lnTo>
                  <a:lnTo>
                    <a:pt x="13469" y="1706"/>
                  </a:lnTo>
                  <a:lnTo>
                    <a:pt x="854" y="1706"/>
                  </a:lnTo>
                  <a:lnTo>
                    <a:pt x="854" y="1267"/>
                  </a:lnTo>
                  <a:lnTo>
                    <a:pt x="854" y="1163"/>
                  </a:lnTo>
                  <a:lnTo>
                    <a:pt x="880" y="1086"/>
                  </a:lnTo>
                  <a:lnTo>
                    <a:pt x="905" y="1034"/>
                  </a:lnTo>
                  <a:lnTo>
                    <a:pt x="957" y="956"/>
                  </a:lnTo>
                  <a:lnTo>
                    <a:pt x="1035" y="905"/>
                  </a:lnTo>
                  <a:lnTo>
                    <a:pt x="1112" y="879"/>
                  </a:lnTo>
                  <a:lnTo>
                    <a:pt x="1190" y="853"/>
                  </a:lnTo>
                  <a:lnTo>
                    <a:pt x="1267" y="827"/>
                  </a:lnTo>
                  <a:close/>
                  <a:moveTo>
                    <a:pt x="13469" y="2533"/>
                  </a:moveTo>
                  <a:lnTo>
                    <a:pt x="13469" y="10082"/>
                  </a:lnTo>
                  <a:lnTo>
                    <a:pt x="854" y="10082"/>
                  </a:lnTo>
                  <a:lnTo>
                    <a:pt x="854" y="2533"/>
                  </a:lnTo>
                  <a:close/>
                  <a:moveTo>
                    <a:pt x="13469" y="10909"/>
                  </a:moveTo>
                  <a:lnTo>
                    <a:pt x="13469" y="11374"/>
                  </a:lnTo>
                  <a:lnTo>
                    <a:pt x="13443" y="11452"/>
                  </a:lnTo>
                  <a:lnTo>
                    <a:pt x="13443" y="11529"/>
                  </a:lnTo>
                  <a:lnTo>
                    <a:pt x="13391" y="11607"/>
                  </a:lnTo>
                  <a:lnTo>
                    <a:pt x="13339" y="11658"/>
                  </a:lnTo>
                  <a:lnTo>
                    <a:pt x="13288" y="11710"/>
                  </a:lnTo>
                  <a:lnTo>
                    <a:pt x="13210" y="11762"/>
                  </a:lnTo>
                  <a:lnTo>
                    <a:pt x="13133" y="11788"/>
                  </a:lnTo>
                  <a:lnTo>
                    <a:pt x="1190" y="11788"/>
                  </a:lnTo>
                  <a:lnTo>
                    <a:pt x="1112" y="11762"/>
                  </a:lnTo>
                  <a:lnTo>
                    <a:pt x="1035" y="11710"/>
                  </a:lnTo>
                  <a:lnTo>
                    <a:pt x="957" y="11658"/>
                  </a:lnTo>
                  <a:lnTo>
                    <a:pt x="905" y="11607"/>
                  </a:lnTo>
                  <a:lnTo>
                    <a:pt x="880" y="11529"/>
                  </a:lnTo>
                  <a:lnTo>
                    <a:pt x="854" y="11452"/>
                  </a:lnTo>
                  <a:lnTo>
                    <a:pt x="854" y="11374"/>
                  </a:lnTo>
                  <a:lnTo>
                    <a:pt x="854" y="10909"/>
                  </a:lnTo>
                  <a:close/>
                  <a:moveTo>
                    <a:pt x="2715" y="12615"/>
                  </a:moveTo>
                  <a:lnTo>
                    <a:pt x="2586" y="13468"/>
                  </a:lnTo>
                  <a:lnTo>
                    <a:pt x="1965" y="13468"/>
                  </a:lnTo>
                  <a:lnTo>
                    <a:pt x="1965" y="12615"/>
                  </a:lnTo>
                  <a:close/>
                  <a:moveTo>
                    <a:pt x="12357" y="12615"/>
                  </a:moveTo>
                  <a:lnTo>
                    <a:pt x="12357" y="13468"/>
                  </a:lnTo>
                  <a:lnTo>
                    <a:pt x="11737" y="13468"/>
                  </a:lnTo>
                  <a:lnTo>
                    <a:pt x="11582" y="12615"/>
                  </a:lnTo>
                  <a:close/>
                  <a:moveTo>
                    <a:pt x="1267" y="0"/>
                  </a:moveTo>
                  <a:lnTo>
                    <a:pt x="1009" y="26"/>
                  </a:lnTo>
                  <a:lnTo>
                    <a:pt x="776" y="103"/>
                  </a:lnTo>
                  <a:lnTo>
                    <a:pt x="569" y="207"/>
                  </a:lnTo>
                  <a:lnTo>
                    <a:pt x="363" y="362"/>
                  </a:lnTo>
                  <a:lnTo>
                    <a:pt x="233" y="569"/>
                  </a:lnTo>
                  <a:lnTo>
                    <a:pt x="104" y="776"/>
                  </a:lnTo>
                  <a:lnTo>
                    <a:pt x="27" y="1008"/>
                  </a:lnTo>
                  <a:lnTo>
                    <a:pt x="1" y="1267"/>
                  </a:lnTo>
                  <a:lnTo>
                    <a:pt x="1" y="11374"/>
                  </a:lnTo>
                  <a:lnTo>
                    <a:pt x="27" y="11607"/>
                  </a:lnTo>
                  <a:lnTo>
                    <a:pt x="104" y="11814"/>
                  </a:lnTo>
                  <a:lnTo>
                    <a:pt x="182" y="12020"/>
                  </a:lnTo>
                  <a:lnTo>
                    <a:pt x="337" y="12201"/>
                  </a:lnTo>
                  <a:lnTo>
                    <a:pt x="492" y="12356"/>
                  </a:lnTo>
                  <a:lnTo>
                    <a:pt x="673" y="12486"/>
                  </a:lnTo>
                  <a:lnTo>
                    <a:pt x="905" y="12563"/>
                  </a:lnTo>
                  <a:lnTo>
                    <a:pt x="1112" y="12615"/>
                  </a:lnTo>
                  <a:lnTo>
                    <a:pt x="1112" y="13882"/>
                  </a:lnTo>
                  <a:lnTo>
                    <a:pt x="1138" y="13959"/>
                  </a:lnTo>
                  <a:lnTo>
                    <a:pt x="1164" y="14037"/>
                  </a:lnTo>
                  <a:lnTo>
                    <a:pt x="1190" y="14114"/>
                  </a:lnTo>
                  <a:lnTo>
                    <a:pt x="1242" y="14166"/>
                  </a:lnTo>
                  <a:lnTo>
                    <a:pt x="1319" y="14218"/>
                  </a:lnTo>
                  <a:lnTo>
                    <a:pt x="1371" y="14269"/>
                  </a:lnTo>
                  <a:lnTo>
                    <a:pt x="1448" y="14295"/>
                  </a:lnTo>
                  <a:lnTo>
                    <a:pt x="2948" y="14295"/>
                  </a:lnTo>
                  <a:lnTo>
                    <a:pt x="3077" y="14269"/>
                  </a:lnTo>
                  <a:lnTo>
                    <a:pt x="3206" y="14192"/>
                  </a:lnTo>
                  <a:lnTo>
                    <a:pt x="3310" y="14088"/>
                  </a:lnTo>
                  <a:lnTo>
                    <a:pt x="3361" y="13959"/>
                  </a:lnTo>
                  <a:lnTo>
                    <a:pt x="3568" y="12615"/>
                  </a:lnTo>
                  <a:lnTo>
                    <a:pt x="10729" y="12615"/>
                  </a:lnTo>
                  <a:lnTo>
                    <a:pt x="10961" y="13959"/>
                  </a:lnTo>
                  <a:lnTo>
                    <a:pt x="11013" y="14088"/>
                  </a:lnTo>
                  <a:lnTo>
                    <a:pt x="11090" y="14192"/>
                  </a:lnTo>
                  <a:lnTo>
                    <a:pt x="11220" y="14269"/>
                  </a:lnTo>
                  <a:lnTo>
                    <a:pt x="11375" y="14295"/>
                  </a:lnTo>
                  <a:lnTo>
                    <a:pt x="12848" y="14295"/>
                  </a:lnTo>
                  <a:lnTo>
                    <a:pt x="12926" y="14269"/>
                  </a:lnTo>
                  <a:lnTo>
                    <a:pt x="13003" y="14218"/>
                  </a:lnTo>
                  <a:lnTo>
                    <a:pt x="13055" y="14166"/>
                  </a:lnTo>
                  <a:lnTo>
                    <a:pt x="13107" y="14114"/>
                  </a:lnTo>
                  <a:lnTo>
                    <a:pt x="13159" y="14037"/>
                  </a:lnTo>
                  <a:lnTo>
                    <a:pt x="13184" y="13959"/>
                  </a:lnTo>
                  <a:lnTo>
                    <a:pt x="13184" y="13882"/>
                  </a:lnTo>
                  <a:lnTo>
                    <a:pt x="13184" y="12615"/>
                  </a:lnTo>
                  <a:lnTo>
                    <a:pt x="13417" y="12563"/>
                  </a:lnTo>
                  <a:lnTo>
                    <a:pt x="13624" y="12486"/>
                  </a:lnTo>
                  <a:lnTo>
                    <a:pt x="13805" y="12356"/>
                  </a:lnTo>
                  <a:lnTo>
                    <a:pt x="13986" y="12201"/>
                  </a:lnTo>
                  <a:lnTo>
                    <a:pt x="14115" y="12020"/>
                  </a:lnTo>
                  <a:lnTo>
                    <a:pt x="14218" y="11814"/>
                  </a:lnTo>
                  <a:lnTo>
                    <a:pt x="14270" y="11607"/>
                  </a:lnTo>
                  <a:lnTo>
                    <a:pt x="14296" y="11374"/>
                  </a:lnTo>
                  <a:lnTo>
                    <a:pt x="14296" y="1267"/>
                  </a:lnTo>
                  <a:lnTo>
                    <a:pt x="14270" y="1008"/>
                  </a:lnTo>
                  <a:lnTo>
                    <a:pt x="14193" y="776"/>
                  </a:lnTo>
                  <a:lnTo>
                    <a:pt x="14089" y="569"/>
                  </a:lnTo>
                  <a:lnTo>
                    <a:pt x="13934" y="362"/>
                  </a:lnTo>
                  <a:lnTo>
                    <a:pt x="13753" y="207"/>
                  </a:lnTo>
                  <a:lnTo>
                    <a:pt x="13520" y="103"/>
                  </a:lnTo>
                  <a:lnTo>
                    <a:pt x="13288" y="26"/>
                  </a:lnTo>
                  <a:lnTo>
                    <a:pt x="130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9"/>
            <p:cNvSpPr/>
            <p:nvPr/>
          </p:nvSpPr>
          <p:spPr>
            <a:xfrm>
              <a:off x="3358900" y="1471250"/>
              <a:ext cx="21350" cy="20725"/>
            </a:xfrm>
            <a:custGeom>
              <a:avLst/>
              <a:gdLst/>
              <a:ahLst/>
              <a:cxnLst/>
              <a:rect l="l" t="t" r="r" b="b"/>
              <a:pathLst>
                <a:path w="854" h="829" extrusionOk="0">
                  <a:moveTo>
                    <a:pt x="337" y="1"/>
                  </a:moveTo>
                  <a:lnTo>
                    <a:pt x="259" y="27"/>
                  </a:lnTo>
                  <a:lnTo>
                    <a:pt x="181" y="78"/>
                  </a:lnTo>
                  <a:lnTo>
                    <a:pt x="130" y="130"/>
                  </a:lnTo>
                  <a:lnTo>
                    <a:pt x="78" y="182"/>
                  </a:lnTo>
                  <a:lnTo>
                    <a:pt x="26" y="259"/>
                  </a:lnTo>
                  <a:lnTo>
                    <a:pt x="26" y="337"/>
                  </a:lnTo>
                  <a:lnTo>
                    <a:pt x="0" y="414"/>
                  </a:lnTo>
                  <a:lnTo>
                    <a:pt x="26" y="492"/>
                  </a:lnTo>
                  <a:lnTo>
                    <a:pt x="26" y="570"/>
                  </a:lnTo>
                  <a:lnTo>
                    <a:pt x="78" y="647"/>
                  </a:lnTo>
                  <a:lnTo>
                    <a:pt x="130" y="725"/>
                  </a:lnTo>
                  <a:lnTo>
                    <a:pt x="181" y="776"/>
                  </a:lnTo>
                  <a:lnTo>
                    <a:pt x="259" y="802"/>
                  </a:lnTo>
                  <a:lnTo>
                    <a:pt x="337" y="828"/>
                  </a:lnTo>
                  <a:lnTo>
                    <a:pt x="517" y="828"/>
                  </a:lnTo>
                  <a:lnTo>
                    <a:pt x="595" y="802"/>
                  </a:lnTo>
                  <a:lnTo>
                    <a:pt x="647" y="776"/>
                  </a:lnTo>
                  <a:lnTo>
                    <a:pt x="724" y="725"/>
                  </a:lnTo>
                  <a:lnTo>
                    <a:pt x="776" y="647"/>
                  </a:lnTo>
                  <a:lnTo>
                    <a:pt x="802" y="570"/>
                  </a:lnTo>
                  <a:lnTo>
                    <a:pt x="828" y="492"/>
                  </a:lnTo>
                  <a:lnTo>
                    <a:pt x="854" y="414"/>
                  </a:lnTo>
                  <a:lnTo>
                    <a:pt x="828" y="337"/>
                  </a:lnTo>
                  <a:lnTo>
                    <a:pt x="802" y="259"/>
                  </a:lnTo>
                  <a:lnTo>
                    <a:pt x="776" y="182"/>
                  </a:lnTo>
                  <a:lnTo>
                    <a:pt x="724" y="130"/>
                  </a:lnTo>
                  <a:lnTo>
                    <a:pt x="647" y="78"/>
                  </a:lnTo>
                  <a:lnTo>
                    <a:pt x="595" y="27"/>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9"/>
            <p:cNvSpPr/>
            <p:nvPr/>
          </p:nvSpPr>
          <p:spPr>
            <a:xfrm>
              <a:off x="3548900" y="1429250"/>
              <a:ext cx="20700" cy="21350"/>
            </a:xfrm>
            <a:custGeom>
              <a:avLst/>
              <a:gdLst/>
              <a:ahLst/>
              <a:cxnLst/>
              <a:rect l="l" t="t" r="r" b="b"/>
              <a:pathLst>
                <a:path w="828" h="854" extrusionOk="0">
                  <a:moveTo>
                    <a:pt x="337" y="1"/>
                  </a:moveTo>
                  <a:lnTo>
                    <a:pt x="259" y="26"/>
                  </a:lnTo>
                  <a:lnTo>
                    <a:pt x="181" y="78"/>
                  </a:lnTo>
                  <a:lnTo>
                    <a:pt x="130" y="130"/>
                  </a:lnTo>
                  <a:lnTo>
                    <a:pt x="78" y="182"/>
                  </a:lnTo>
                  <a:lnTo>
                    <a:pt x="26" y="259"/>
                  </a:lnTo>
                  <a:lnTo>
                    <a:pt x="0" y="337"/>
                  </a:lnTo>
                  <a:lnTo>
                    <a:pt x="0" y="414"/>
                  </a:lnTo>
                  <a:lnTo>
                    <a:pt x="0" y="518"/>
                  </a:lnTo>
                  <a:lnTo>
                    <a:pt x="26" y="595"/>
                  </a:lnTo>
                  <a:lnTo>
                    <a:pt x="78" y="647"/>
                  </a:lnTo>
                  <a:lnTo>
                    <a:pt x="130" y="724"/>
                  </a:lnTo>
                  <a:lnTo>
                    <a:pt x="181" y="776"/>
                  </a:lnTo>
                  <a:lnTo>
                    <a:pt x="259" y="802"/>
                  </a:lnTo>
                  <a:lnTo>
                    <a:pt x="337" y="828"/>
                  </a:lnTo>
                  <a:lnTo>
                    <a:pt x="414" y="854"/>
                  </a:lnTo>
                  <a:lnTo>
                    <a:pt x="492" y="828"/>
                  </a:lnTo>
                  <a:lnTo>
                    <a:pt x="595" y="802"/>
                  </a:lnTo>
                  <a:lnTo>
                    <a:pt x="647" y="776"/>
                  </a:lnTo>
                  <a:lnTo>
                    <a:pt x="724" y="724"/>
                  </a:lnTo>
                  <a:lnTo>
                    <a:pt x="776" y="647"/>
                  </a:lnTo>
                  <a:lnTo>
                    <a:pt x="802" y="595"/>
                  </a:lnTo>
                  <a:lnTo>
                    <a:pt x="828" y="518"/>
                  </a:lnTo>
                  <a:lnTo>
                    <a:pt x="828" y="414"/>
                  </a:lnTo>
                  <a:lnTo>
                    <a:pt x="828" y="337"/>
                  </a:lnTo>
                  <a:lnTo>
                    <a:pt x="802" y="259"/>
                  </a:lnTo>
                  <a:lnTo>
                    <a:pt x="776" y="182"/>
                  </a:lnTo>
                  <a:lnTo>
                    <a:pt x="724" y="130"/>
                  </a:lnTo>
                  <a:lnTo>
                    <a:pt x="647" y="78"/>
                  </a:lnTo>
                  <a:lnTo>
                    <a:pt x="595" y="26"/>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9"/>
            <p:cNvSpPr/>
            <p:nvPr/>
          </p:nvSpPr>
          <p:spPr>
            <a:xfrm>
              <a:off x="3506900" y="1429250"/>
              <a:ext cx="21350" cy="21350"/>
            </a:xfrm>
            <a:custGeom>
              <a:avLst/>
              <a:gdLst/>
              <a:ahLst/>
              <a:cxnLst/>
              <a:rect l="l" t="t" r="r" b="b"/>
              <a:pathLst>
                <a:path w="854" h="854" extrusionOk="0">
                  <a:moveTo>
                    <a:pt x="336" y="1"/>
                  </a:moveTo>
                  <a:lnTo>
                    <a:pt x="259" y="26"/>
                  </a:lnTo>
                  <a:lnTo>
                    <a:pt x="181" y="78"/>
                  </a:lnTo>
                  <a:lnTo>
                    <a:pt x="129" y="130"/>
                  </a:lnTo>
                  <a:lnTo>
                    <a:pt x="78" y="182"/>
                  </a:lnTo>
                  <a:lnTo>
                    <a:pt x="26" y="259"/>
                  </a:lnTo>
                  <a:lnTo>
                    <a:pt x="26" y="337"/>
                  </a:lnTo>
                  <a:lnTo>
                    <a:pt x="0" y="414"/>
                  </a:lnTo>
                  <a:lnTo>
                    <a:pt x="26" y="518"/>
                  </a:lnTo>
                  <a:lnTo>
                    <a:pt x="26" y="595"/>
                  </a:lnTo>
                  <a:lnTo>
                    <a:pt x="78" y="647"/>
                  </a:lnTo>
                  <a:lnTo>
                    <a:pt x="129" y="724"/>
                  </a:lnTo>
                  <a:lnTo>
                    <a:pt x="181" y="776"/>
                  </a:lnTo>
                  <a:lnTo>
                    <a:pt x="259" y="802"/>
                  </a:lnTo>
                  <a:lnTo>
                    <a:pt x="336" y="828"/>
                  </a:lnTo>
                  <a:lnTo>
                    <a:pt x="414" y="854"/>
                  </a:lnTo>
                  <a:lnTo>
                    <a:pt x="517" y="828"/>
                  </a:lnTo>
                  <a:lnTo>
                    <a:pt x="595" y="802"/>
                  </a:lnTo>
                  <a:lnTo>
                    <a:pt x="646" y="776"/>
                  </a:lnTo>
                  <a:lnTo>
                    <a:pt x="724" y="724"/>
                  </a:lnTo>
                  <a:lnTo>
                    <a:pt x="776" y="647"/>
                  </a:lnTo>
                  <a:lnTo>
                    <a:pt x="802" y="595"/>
                  </a:lnTo>
                  <a:lnTo>
                    <a:pt x="827" y="518"/>
                  </a:lnTo>
                  <a:lnTo>
                    <a:pt x="853" y="414"/>
                  </a:lnTo>
                  <a:lnTo>
                    <a:pt x="827" y="337"/>
                  </a:lnTo>
                  <a:lnTo>
                    <a:pt x="802" y="259"/>
                  </a:lnTo>
                  <a:lnTo>
                    <a:pt x="776" y="182"/>
                  </a:lnTo>
                  <a:lnTo>
                    <a:pt x="724" y="130"/>
                  </a:lnTo>
                  <a:lnTo>
                    <a:pt x="646" y="78"/>
                  </a:lnTo>
                  <a:lnTo>
                    <a:pt x="595" y="26"/>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9"/>
            <p:cNvSpPr/>
            <p:nvPr/>
          </p:nvSpPr>
          <p:spPr>
            <a:xfrm>
              <a:off x="3464875" y="1429250"/>
              <a:ext cx="21350" cy="21350"/>
            </a:xfrm>
            <a:custGeom>
              <a:avLst/>
              <a:gdLst/>
              <a:ahLst/>
              <a:cxnLst/>
              <a:rect l="l" t="t" r="r" b="b"/>
              <a:pathLst>
                <a:path w="854" h="854" extrusionOk="0">
                  <a:moveTo>
                    <a:pt x="337" y="1"/>
                  </a:moveTo>
                  <a:lnTo>
                    <a:pt x="259" y="26"/>
                  </a:lnTo>
                  <a:lnTo>
                    <a:pt x="208" y="78"/>
                  </a:lnTo>
                  <a:lnTo>
                    <a:pt x="130" y="130"/>
                  </a:lnTo>
                  <a:lnTo>
                    <a:pt x="78" y="182"/>
                  </a:lnTo>
                  <a:lnTo>
                    <a:pt x="53" y="259"/>
                  </a:lnTo>
                  <a:lnTo>
                    <a:pt x="27" y="337"/>
                  </a:lnTo>
                  <a:lnTo>
                    <a:pt x="1" y="414"/>
                  </a:lnTo>
                  <a:lnTo>
                    <a:pt x="27" y="518"/>
                  </a:lnTo>
                  <a:lnTo>
                    <a:pt x="53" y="595"/>
                  </a:lnTo>
                  <a:lnTo>
                    <a:pt x="78" y="647"/>
                  </a:lnTo>
                  <a:lnTo>
                    <a:pt x="130" y="724"/>
                  </a:lnTo>
                  <a:lnTo>
                    <a:pt x="208" y="776"/>
                  </a:lnTo>
                  <a:lnTo>
                    <a:pt x="259" y="802"/>
                  </a:lnTo>
                  <a:lnTo>
                    <a:pt x="337" y="828"/>
                  </a:lnTo>
                  <a:lnTo>
                    <a:pt x="440" y="854"/>
                  </a:lnTo>
                  <a:lnTo>
                    <a:pt x="518" y="828"/>
                  </a:lnTo>
                  <a:lnTo>
                    <a:pt x="595" y="802"/>
                  </a:lnTo>
                  <a:lnTo>
                    <a:pt x="673" y="776"/>
                  </a:lnTo>
                  <a:lnTo>
                    <a:pt x="725" y="724"/>
                  </a:lnTo>
                  <a:lnTo>
                    <a:pt x="776" y="647"/>
                  </a:lnTo>
                  <a:lnTo>
                    <a:pt x="828" y="595"/>
                  </a:lnTo>
                  <a:lnTo>
                    <a:pt x="828" y="518"/>
                  </a:lnTo>
                  <a:lnTo>
                    <a:pt x="854" y="414"/>
                  </a:lnTo>
                  <a:lnTo>
                    <a:pt x="828" y="337"/>
                  </a:lnTo>
                  <a:lnTo>
                    <a:pt x="828" y="259"/>
                  </a:lnTo>
                  <a:lnTo>
                    <a:pt x="776" y="182"/>
                  </a:lnTo>
                  <a:lnTo>
                    <a:pt x="725" y="130"/>
                  </a:lnTo>
                  <a:lnTo>
                    <a:pt x="673" y="78"/>
                  </a:lnTo>
                  <a:lnTo>
                    <a:pt x="595" y="26"/>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9"/>
            <p:cNvSpPr/>
            <p:nvPr/>
          </p:nvSpPr>
          <p:spPr>
            <a:xfrm>
              <a:off x="3548900" y="1471250"/>
              <a:ext cx="20700" cy="20725"/>
            </a:xfrm>
            <a:custGeom>
              <a:avLst/>
              <a:gdLst/>
              <a:ahLst/>
              <a:cxnLst/>
              <a:rect l="l" t="t" r="r" b="b"/>
              <a:pathLst>
                <a:path w="828" h="829" extrusionOk="0">
                  <a:moveTo>
                    <a:pt x="337" y="1"/>
                  </a:moveTo>
                  <a:lnTo>
                    <a:pt x="259" y="27"/>
                  </a:lnTo>
                  <a:lnTo>
                    <a:pt x="181" y="78"/>
                  </a:lnTo>
                  <a:lnTo>
                    <a:pt x="130" y="130"/>
                  </a:lnTo>
                  <a:lnTo>
                    <a:pt x="78" y="182"/>
                  </a:lnTo>
                  <a:lnTo>
                    <a:pt x="26" y="259"/>
                  </a:lnTo>
                  <a:lnTo>
                    <a:pt x="0" y="337"/>
                  </a:lnTo>
                  <a:lnTo>
                    <a:pt x="0" y="414"/>
                  </a:lnTo>
                  <a:lnTo>
                    <a:pt x="0" y="492"/>
                  </a:lnTo>
                  <a:lnTo>
                    <a:pt x="26" y="570"/>
                  </a:lnTo>
                  <a:lnTo>
                    <a:pt x="78" y="647"/>
                  </a:lnTo>
                  <a:lnTo>
                    <a:pt x="130" y="725"/>
                  </a:lnTo>
                  <a:lnTo>
                    <a:pt x="181" y="776"/>
                  </a:lnTo>
                  <a:lnTo>
                    <a:pt x="259" y="802"/>
                  </a:lnTo>
                  <a:lnTo>
                    <a:pt x="337" y="828"/>
                  </a:lnTo>
                  <a:lnTo>
                    <a:pt x="492" y="828"/>
                  </a:lnTo>
                  <a:lnTo>
                    <a:pt x="595" y="802"/>
                  </a:lnTo>
                  <a:lnTo>
                    <a:pt x="647" y="776"/>
                  </a:lnTo>
                  <a:lnTo>
                    <a:pt x="724" y="725"/>
                  </a:lnTo>
                  <a:lnTo>
                    <a:pt x="776" y="647"/>
                  </a:lnTo>
                  <a:lnTo>
                    <a:pt x="802" y="570"/>
                  </a:lnTo>
                  <a:lnTo>
                    <a:pt x="828" y="492"/>
                  </a:lnTo>
                  <a:lnTo>
                    <a:pt x="828" y="414"/>
                  </a:lnTo>
                  <a:lnTo>
                    <a:pt x="828" y="337"/>
                  </a:lnTo>
                  <a:lnTo>
                    <a:pt x="802" y="259"/>
                  </a:lnTo>
                  <a:lnTo>
                    <a:pt x="776" y="182"/>
                  </a:lnTo>
                  <a:lnTo>
                    <a:pt x="724" y="130"/>
                  </a:lnTo>
                  <a:lnTo>
                    <a:pt x="647" y="78"/>
                  </a:lnTo>
                  <a:lnTo>
                    <a:pt x="595"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9"/>
            <p:cNvSpPr/>
            <p:nvPr/>
          </p:nvSpPr>
          <p:spPr>
            <a:xfrm>
              <a:off x="3506900" y="1471250"/>
              <a:ext cx="21350" cy="20725"/>
            </a:xfrm>
            <a:custGeom>
              <a:avLst/>
              <a:gdLst/>
              <a:ahLst/>
              <a:cxnLst/>
              <a:rect l="l" t="t" r="r" b="b"/>
              <a:pathLst>
                <a:path w="854" h="829" extrusionOk="0">
                  <a:moveTo>
                    <a:pt x="336" y="1"/>
                  </a:moveTo>
                  <a:lnTo>
                    <a:pt x="259" y="27"/>
                  </a:lnTo>
                  <a:lnTo>
                    <a:pt x="181" y="78"/>
                  </a:lnTo>
                  <a:lnTo>
                    <a:pt x="129" y="130"/>
                  </a:lnTo>
                  <a:lnTo>
                    <a:pt x="78" y="182"/>
                  </a:lnTo>
                  <a:lnTo>
                    <a:pt x="26" y="259"/>
                  </a:lnTo>
                  <a:lnTo>
                    <a:pt x="26" y="337"/>
                  </a:lnTo>
                  <a:lnTo>
                    <a:pt x="0" y="414"/>
                  </a:lnTo>
                  <a:lnTo>
                    <a:pt x="26" y="492"/>
                  </a:lnTo>
                  <a:lnTo>
                    <a:pt x="26" y="570"/>
                  </a:lnTo>
                  <a:lnTo>
                    <a:pt x="78" y="647"/>
                  </a:lnTo>
                  <a:lnTo>
                    <a:pt x="129" y="725"/>
                  </a:lnTo>
                  <a:lnTo>
                    <a:pt x="181" y="776"/>
                  </a:lnTo>
                  <a:lnTo>
                    <a:pt x="259" y="802"/>
                  </a:lnTo>
                  <a:lnTo>
                    <a:pt x="336" y="828"/>
                  </a:lnTo>
                  <a:lnTo>
                    <a:pt x="517" y="828"/>
                  </a:lnTo>
                  <a:lnTo>
                    <a:pt x="595" y="802"/>
                  </a:lnTo>
                  <a:lnTo>
                    <a:pt x="646" y="776"/>
                  </a:lnTo>
                  <a:lnTo>
                    <a:pt x="724" y="725"/>
                  </a:lnTo>
                  <a:lnTo>
                    <a:pt x="776" y="647"/>
                  </a:lnTo>
                  <a:lnTo>
                    <a:pt x="802" y="570"/>
                  </a:lnTo>
                  <a:lnTo>
                    <a:pt x="827" y="492"/>
                  </a:lnTo>
                  <a:lnTo>
                    <a:pt x="853" y="414"/>
                  </a:lnTo>
                  <a:lnTo>
                    <a:pt x="827" y="337"/>
                  </a:lnTo>
                  <a:lnTo>
                    <a:pt x="802" y="259"/>
                  </a:lnTo>
                  <a:lnTo>
                    <a:pt x="776" y="182"/>
                  </a:lnTo>
                  <a:lnTo>
                    <a:pt x="724" y="130"/>
                  </a:lnTo>
                  <a:lnTo>
                    <a:pt x="646" y="78"/>
                  </a:lnTo>
                  <a:lnTo>
                    <a:pt x="595" y="27"/>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9"/>
            <p:cNvSpPr/>
            <p:nvPr/>
          </p:nvSpPr>
          <p:spPr>
            <a:xfrm>
              <a:off x="3464875" y="1471250"/>
              <a:ext cx="21350" cy="20725"/>
            </a:xfrm>
            <a:custGeom>
              <a:avLst/>
              <a:gdLst/>
              <a:ahLst/>
              <a:cxnLst/>
              <a:rect l="l" t="t" r="r" b="b"/>
              <a:pathLst>
                <a:path w="854" h="829" extrusionOk="0">
                  <a:moveTo>
                    <a:pt x="337" y="1"/>
                  </a:moveTo>
                  <a:lnTo>
                    <a:pt x="259" y="27"/>
                  </a:lnTo>
                  <a:lnTo>
                    <a:pt x="208" y="78"/>
                  </a:lnTo>
                  <a:lnTo>
                    <a:pt x="130" y="130"/>
                  </a:lnTo>
                  <a:lnTo>
                    <a:pt x="78" y="182"/>
                  </a:lnTo>
                  <a:lnTo>
                    <a:pt x="53" y="259"/>
                  </a:lnTo>
                  <a:lnTo>
                    <a:pt x="27" y="337"/>
                  </a:lnTo>
                  <a:lnTo>
                    <a:pt x="1" y="414"/>
                  </a:lnTo>
                  <a:lnTo>
                    <a:pt x="27" y="492"/>
                  </a:lnTo>
                  <a:lnTo>
                    <a:pt x="53" y="570"/>
                  </a:lnTo>
                  <a:lnTo>
                    <a:pt x="78" y="647"/>
                  </a:lnTo>
                  <a:lnTo>
                    <a:pt x="130" y="725"/>
                  </a:lnTo>
                  <a:lnTo>
                    <a:pt x="208" y="776"/>
                  </a:lnTo>
                  <a:lnTo>
                    <a:pt x="259" y="802"/>
                  </a:lnTo>
                  <a:lnTo>
                    <a:pt x="337" y="828"/>
                  </a:lnTo>
                  <a:lnTo>
                    <a:pt x="518" y="828"/>
                  </a:lnTo>
                  <a:lnTo>
                    <a:pt x="595" y="802"/>
                  </a:lnTo>
                  <a:lnTo>
                    <a:pt x="673" y="776"/>
                  </a:lnTo>
                  <a:lnTo>
                    <a:pt x="725" y="725"/>
                  </a:lnTo>
                  <a:lnTo>
                    <a:pt x="776" y="647"/>
                  </a:lnTo>
                  <a:lnTo>
                    <a:pt x="828" y="570"/>
                  </a:lnTo>
                  <a:lnTo>
                    <a:pt x="828" y="492"/>
                  </a:lnTo>
                  <a:lnTo>
                    <a:pt x="854" y="414"/>
                  </a:lnTo>
                  <a:lnTo>
                    <a:pt x="828" y="337"/>
                  </a:lnTo>
                  <a:lnTo>
                    <a:pt x="828" y="259"/>
                  </a:lnTo>
                  <a:lnTo>
                    <a:pt x="776" y="182"/>
                  </a:lnTo>
                  <a:lnTo>
                    <a:pt x="725" y="130"/>
                  </a:lnTo>
                  <a:lnTo>
                    <a:pt x="673" y="78"/>
                  </a:lnTo>
                  <a:lnTo>
                    <a:pt x="595" y="27"/>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59"/>
            <p:cNvSpPr/>
            <p:nvPr/>
          </p:nvSpPr>
          <p:spPr>
            <a:xfrm>
              <a:off x="3548900" y="1513275"/>
              <a:ext cx="20700" cy="20700"/>
            </a:xfrm>
            <a:custGeom>
              <a:avLst/>
              <a:gdLst/>
              <a:ahLst/>
              <a:cxnLst/>
              <a:rect l="l" t="t" r="r" b="b"/>
              <a:pathLst>
                <a:path w="828" h="828" extrusionOk="0">
                  <a:moveTo>
                    <a:pt x="337" y="0"/>
                  </a:moveTo>
                  <a:lnTo>
                    <a:pt x="259" y="26"/>
                  </a:lnTo>
                  <a:lnTo>
                    <a:pt x="181" y="78"/>
                  </a:lnTo>
                  <a:lnTo>
                    <a:pt x="130" y="129"/>
                  </a:lnTo>
                  <a:lnTo>
                    <a:pt x="78" y="181"/>
                  </a:lnTo>
                  <a:lnTo>
                    <a:pt x="26" y="259"/>
                  </a:lnTo>
                  <a:lnTo>
                    <a:pt x="0" y="336"/>
                  </a:lnTo>
                  <a:lnTo>
                    <a:pt x="0" y="414"/>
                  </a:lnTo>
                  <a:lnTo>
                    <a:pt x="0" y="491"/>
                  </a:lnTo>
                  <a:lnTo>
                    <a:pt x="26" y="569"/>
                  </a:lnTo>
                  <a:lnTo>
                    <a:pt x="78" y="646"/>
                  </a:lnTo>
                  <a:lnTo>
                    <a:pt x="130" y="698"/>
                  </a:lnTo>
                  <a:lnTo>
                    <a:pt x="181" y="750"/>
                  </a:lnTo>
                  <a:lnTo>
                    <a:pt x="259" y="801"/>
                  </a:lnTo>
                  <a:lnTo>
                    <a:pt x="337" y="827"/>
                  </a:lnTo>
                  <a:lnTo>
                    <a:pt x="492" y="827"/>
                  </a:lnTo>
                  <a:lnTo>
                    <a:pt x="595" y="801"/>
                  </a:lnTo>
                  <a:lnTo>
                    <a:pt x="647" y="750"/>
                  </a:lnTo>
                  <a:lnTo>
                    <a:pt x="724" y="698"/>
                  </a:lnTo>
                  <a:lnTo>
                    <a:pt x="776" y="646"/>
                  </a:lnTo>
                  <a:lnTo>
                    <a:pt x="802" y="569"/>
                  </a:lnTo>
                  <a:lnTo>
                    <a:pt x="828" y="491"/>
                  </a:lnTo>
                  <a:lnTo>
                    <a:pt x="828" y="414"/>
                  </a:lnTo>
                  <a:lnTo>
                    <a:pt x="828" y="336"/>
                  </a:lnTo>
                  <a:lnTo>
                    <a:pt x="802" y="259"/>
                  </a:lnTo>
                  <a:lnTo>
                    <a:pt x="776" y="181"/>
                  </a:lnTo>
                  <a:lnTo>
                    <a:pt x="724" y="129"/>
                  </a:lnTo>
                  <a:lnTo>
                    <a:pt x="647" y="78"/>
                  </a:lnTo>
                  <a:lnTo>
                    <a:pt x="595"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9"/>
            <p:cNvSpPr/>
            <p:nvPr/>
          </p:nvSpPr>
          <p:spPr>
            <a:xfrm>
              <a:off x="3506900" y="1513275"/>
              <a:ext cx="21350" cy="20700"/>
            </a:xfrm>
            <a:custGeom>
              <a:avLst/>
              <a:gdLst/>
              <a:ahLst/>
              <a:cxnLst/>
              <a:rect l="l" t="t" r="r" b="b"/>
              <a:pathLst>
                <a:path w="854" h="828" extrusionOk="0">
                  <a:moveTo>
                    <a:pt x="336" y="0"/>
                  </a:moveTo>
                  <a:lnTo>
                    <a:pt x="259" y="26"/>
                  </a:lnTo>
                  <a:lnTo>
                    <a:pt x="181" y="78"/>
                  </a:lnTo>
                  <a:lnTo>
                    <a:pt x="129" y="129"/>
                  </a:lnTo>
                  <a:lnTo>
                    <a:pt x="78" y="181"/>
                  </a:lnTo>
                  <a:lnTo>
                    <a:pt x="26" y="259"/>
                  </a:lnTo>
                  <a:lnTo>
                    <a:pt x="26" y="336"/>
                  </a:lnTo>
                  <a:lnTo>
                    <a:pt x="0" y="414"/>
                  </a:lnTo>
                  <a:lnTo>
                    <a:pt x="26" y="491"/>
                  </a:lnTo>
                  <a:lnTo>
                    <a:pt x="26" y="569"/>
                  </a:lnTo>
                  <a:lnTo>
                    <a:pt x="78" y="646"/>
                  </a:lnTo>
                  <a:lnTo>
                    <a:pt x="129" y="698"/>
                  </a:lnTo>
                  <a:lnTo>
                    <a:pt x="181" y="750"/>
                  </a:lnTo>
                  <a:lnTo>
                    <a:pt x="259" y="801"/>
                  </a:lnTo>
                  <a:lnTo>
                    <a:pt x="336" y="827"/>
                  </a:lnTo>
                  <a:lnTo>
                    <a:pt x="517" y="827"/>
                  </a:lnTo>
                  <a:lnTo>
                    <a:pt x="595" y="801"/>
                  </a:lnTo>
                  <a:lnTo>
                    <a:pt x="646" y="750"/>
                  </a:lnTo>
                  <a:lnTo>
                    <a:pt x="724" y="698"/>
                  </a:lnTo>
                  <a:lnTo>
                    <a:pt x="776" y="646"/>
                  </a:lnTo>
                  <a:lnTo>
                    <a:pt x="802" y="569"/>
                  </a:lnTo>
                  <a:lnTo>
                    <a:pt x="827" y="491"/>
                  </a:lnTo>
                  <a:lnTo>
                    <a:pt x="853" y="414"/>
                  </a:lnTo>
                  <a:lnTo>
                    <a:pt x="827" y="336"/>
                  </a:lnTo>
                  <a:lnTo>
                    <a:pt x="802" y="259"/>
                  </a:lnTo>
                  <a:lnTo>
                    <a:pt x="776" y="181"/>
                  </a:lnTo>
                  <a:lnTo>
                    <a:pt x="724" y="129"/>
                  </a:lnTo>
                  <a:lnTo>
                    <a:pt x="646"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9"/>
            <p:cNvSpPr/>
            <p:nvPr/>
          </p:nvSpPr>
          <p:spPr>
            <a:xfrm>
              <a:off x="3464875" y="1513275"/>
              <a:ext cx="21350" cy="20700"/>
            </a:xfrm>
            <a:custGeom>
              <a:avLst/>
              <a:gdLst/>
              <a:ahLst/>
              <a:cxnLst/>
              <a:rect l="l" t="t" r="r" b="b"/>
              <a:pathLst>
                <a:path w="854" h="828" extrusionOk="0">
                  <a:moveTo>
                    <a:pt x="337" y="0"/>
                  </a:moveTo>
                  <a:lnTo>
                    <a:pt x="259" y="26"/>
                  </a:lnTo>
                  <a:lnTo>
                    <a:pt x="208" y="78"/>
                  </a:lnTo>
                  <a:lnTo>
                    <a:pt x="130" y="129"/>
                  </a:lnTo>
                  <a:lnTo>
                    <a:pt x="78" y="181"/>
                  </a:lnTo>
                  <a:lnTo>
                    <a:pt x="53" y="259"/>
                  </a:lnTo>
                  <a:lnTo>
                    <a:pt x="27" y="336"/>
                  </a:lnTo>
                  <a:lnTo>
                    <a:pt x="1" y="414"/>
                  </a:lnTo>
                  <a:lnTo>
                    <a:pt x="27" y="491"/>
                  </a:lnTo>
                  <a:lnTo>
                    <a:pt x="53" y="569"/>
                  </a:lnTo>
                  <a:lnTo>
                    <a:pt x="78" y="646"/>
                  </a:lnTo>
                  <a:lnTo>
                    <a:pt x="130" y="698"/>
                  </a:lnTo>
                  <a:lnTo>
                    <a:pt x="208" y="750"/>
                  </a:lnTo>
                  <a:lnTo>
                    <a:pt x="259" y="801"/>
                  </a:lnTo>
                  <a:lnTo>
                    <a:pt x="337" y="827"/>
                  </a:lnTo>
                  <a:lnTo>
                    <a:pt x="518" y="827"/>
                  </a:lnTo>
                  <a:lnTo>
                    <a:pt x="595" y="801"/>
                  </a:lnTo>
                  <a:lnTo>
                    <a:pt x="673" y="750"/>
                  </a:lnTo>
                  <a:lnTo>
                    <a:pt x="725" y="698"/>
                  </a:lnTo>
                  <a:lnTo>
                    <a:pt x="776" y="646"/>
                  </a:lnTo>
                  <a:lnTo>
                    <a:pt x="828" y="569"/>
                  </a:lnTo>
                  <a:lnTo>
                    <a:pt x="828" y="491"/>
                  </a:lnTo>
                  <a:lnTo>
                    <a:pt x="854" y="414"/>
                  </a:lnTo>
                  <a:lnTo>
                    <a:pt x="828" y="336"/>
                  </a:lnTo>
                  <a:lnTo>
                    <a:pt x="828" y="259"/>
                  </a:lnTo>
                  <a:lnTo>
                    <a:pt x="776" y="181"/>
                  </a:lnTo>
                  <a:lnTo>
                    <a:pt x="725" y="129"/>
                  </a:lnTo>
                  <a:lnTo>
                    <a:pt x="673" y="78"/>
                  </a:lnTo>
                  <a:lnTo>
                    <a:pt x="595" y="26"/>
                  </a:lnTo>
                  <a:lnTo>
                    <a:pt x="5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9"/>
            <p:cNvSpPr/>
            <p:nvPr/>
          </p:nvSpPr>
          <p:spPr>
            <a:xfrm>
              <a:off x="3296200" y="1408575"/>
              <a:ext cx="146725" cy="146725"/>
            </a:xfrm>
            <a:custGeom>
              <a:avLst/>
              <a:gdLst/>
              <a:ahLst/>
              <a:cxnLst/>
              <a:rect l="l" t="t" r="r" b="b"/>
              <a:pathLst>
                <a:path w="5869" h="5869" extrusionOk="0">
                  <a:moveTo>
                    <a:pt x="2922" y="1681"/>
                  </a:moveTo>
                  <a:lnTo>
                    <a:pt x="3181" y="1706"/>
                  </a:lnTo>
                  <a:lnTo>
                    <a:pt x="3413" y="1758"/>
                  </a:lnTo>
                  <a:lnTo>
                    <a:pt x="3646" y="1887"/>
                  </a:lnTo>
                  <a:lnTo>
                    <a:pt x="3827" y="2043"/>
                  </a:lnTo>
                  <a:lnTo>
                    <a:pt x="3982" y="2223"/>
                  </a:lnTo>
                  <a:lnTo>
                    <a:pt x="4085" y="2430"/>
                  </a:lnTo>
                  <a:lnTo>
                    <a:pt x="4163" y="2663"/>
                  </a:lnTo>
                  <a:lnTo>
                    <a:pt x="4189" y="2921"/>
                  </a:lnTo>
                  <a:lnTo>
                    <a:pt x="4163" y="3180"/>
                  </a:lnTo>
                  <a:lnTo>
                    <a:pt x="4085" y="3413"/>
                  </a:lnTo>
                  <a:lnTo>
                    <a:pt x="3982" y="3619"/>
                  </a:lnTo>
                  <a:lnTo>
                    <a:pt x="3827" y="3826"/>
                  </a:lnTo>
                  <a:lnTo>
                    <a:pt x="3646" y="3955"/>
                  </a:lnTo>
                  <a:lnTo>
                    <a:pt x="3413" y="4085"/>
                  </a:lnTo>
                  <a:lnTo>
                    <a:pt x="3181" y="4162"/>
                  </a:lnTo>
                  <a:lnTo>
                    <a:pt x="2922" y="4188"/>
                  </a:lnTo>
                  <a:lnTo>
                    <a:pt x="2689" y="4162"/>
                  </a:lnTo>
                  <a:lnTo>
                    <a:pt x="2457" y="4085"/>
                  </a:lnTo>
                  <a:lnTo>
                    <a:pt x="2224" y="3955"/>
                  </a:lnTo>
                  <a:lnTo>
                    <a:pt x="2043" y="3826"/>
                  </a:lnTo>
                  <a:lnTo>
                    <a:pt x="1888" y="3619"/>
                  </a:lnTo>
                  <a:lnTo>
                    <a:pt x="1785" y="3413"/>
                  </a:lnTo>
                  <a:lnTo>
                    <a:pt x="1707" y="3180"/>
                  </a:lnTo>
                  <a:lnTo>
                    <a:pt x="1681" y="2921"/>
                  </a:lnTo>
                  <a:lnTo>
                    <a:pt x="1707" y="2663"/>
                  </a:lnTo>
                  <a:lnTo>
                    <a:pt x="1785" y="2430"/>
                  </a:lnTo>
                  <a:lnTo>
                    <a:pt x="1888" y="2223"/>
                  </a:lnTo>
                  <a:lnTo>
                    <a:pt x="2043" y="2043"/>
                  </a:lnTo>
                  <a:lnTo>
                    <a:pt x="2224" y="1887"/>
                  </a:lnTo>
                  <a:lnTo>
                    <a:pt x="2457" y="1758"/>
                  </a:lnTo>
                  <a:lnTo>
                    <a:pt x="2689" y="1706"/>
                  </a:lnTo>
                  <a:lnTo>
                    <a:pt x="2922" y="1681"/>
                  </a:lnTo>
                  <a:close/>
                  <a:moveTo>
                    <a:pt x="2845" y="0"/>
                  </a:moveTo>
                  <a:lnTo>
                    <a:pt x="2767" y="26"/>
                  </a:lnTo>
                  <a:lnTo>
                    <a:pt x="2689" y="78"/>
                  </a:lnTo>
                  <a:lnTo>
                    <a:pt x="2638" y="130"/>
                  </a:lnTo>
                  <a:lnTo>
                    <a:pt x="2586" y="181"/>
                  </a:lnTo>
                  <a:lnTo>
                    <a:pt x="2534" y="259"/>
                  </a:lnTo>
                  <a:lnTo>
                    <a:pt x="2534" y="336"/>
                  </a:lnTo>
                  <a:lnTo>
                    <a:pt x="2508" y="414"/>
                  </a:lnTo>
                  <a:lnTo>
                    <a:pt x="2508" y="879"/>
                  </a:lnTo>
                  <a:lnTo>
                    <a:pt x="2327" y="931"/>
                  </a:lnTo>
                  <a:lnTo>
                    <a:pt x="2121" y="983"/>
                  </a:lnTo>
                  <a:lnTo>
                    <a:pt x="1940" y="1086"/>
                  </a:lnTo>
                  <a:lnTo>
                    <a:pt x="1785" y="1189"/>
                  </a:lnTo>
                  <a:lnTo>
                    <a:pt x="1449" y="853"/>
                  </a:lnTo>
                  <a:lnTo>
                    <a:pt x="1397" y="802"/>
                  </a:lnTo>
                  <a:lnTo>
                    <a:pt x="1319" y="750"/>
                  </a:lnTo>
                  <a:lnTo>
                    <a:pt x="1242" y="750"/>
                  </a:lnTo>
                  <a:lnTo>
                    <a:pt x="1164" y="724"/>
                  </a:lnTo>
                  <a:lnTo>
                    <a:pt x="1087" y="750"/>
                  </a:lnTo>
                  <a:lnTo>
                    <a:pt x="1009" y="750"/>
                  </a:lnTo>
                  <a:lnTo>
                    <a:pt x="932" y="802"/>
                  </a:lnTo>
                  <a:lnTo>
                    <a:pt x="854" y="853"/>
                  </a:lnTo>
                  <a:lnTo>
                    <a:pt x="802" y="931"/>
                  </a:lnTo>
                  <a:lnTo>
                    <a:pt x="776" y="983"/>
                  </a:lnTo>
                  <a:lnTo>
                    <a:pt x="751" y="1060"/>
                  </a:lnTo>
                  <a:lnTo>
                    <a:pt x="725" y="1138"/>
                  </a:lnTo>
                  <a:lnTo>
                    <a:pt x="751" y="1241"/>
                  </a:lnTo>
                  <a:lnTo>
                    <a:pt x="776" y="1319"/>
                  </a:lnTo>
                  <a:lnTo>
                    <a:pt x="802" y="1370"/>
                  </a:lnTo>
                  <a:lnTo>
                    <a:pt x="854" y="1448"/>
                  </a:lnTo>
                  <a:lnTo>
                    <a:pt x="1190" y="1784"/>
                  </a:lnTo>
                  <a:lnTo>
                    <a:pt x="1087" y="1939"/>
                  </a:lnTo>
                  <a:lnTo>
                    <a:pt x="1009" y="2120"/>
                  </a:lnTo>
                  <a:lnTo>
                    <a:pt x="932" y="2301"/>
                  </a:lnTo>
                  <a:lnTo>
                    <a:pt x="880" y="2508"/>
                  </a:lnTo>
                  <a:lnTo>
                    <a:pt x="337" y="2508"/>
                  </a:lnTo>
                  <a:lnTo>
                    <a:pt x="259" y="2534"/>
                  </a:lnTo>
                  <a:lnTo>
                    <a:pt x="182" y="2585"/>
                  </a:lnTo>
                  <a:lnTo>
                    <a:pt x="130" y="2637"/>
                  </a:lnTo>
                  <a:lnTo>
                    <a:pt x="79" y="2689"/>
                  </a:lnTo>
                  <a:lnTo>
                    <a:pt x="27" y="2766"/>
                  </a:lnTo>
                  <a:lnTo>
                    <a:pt x="1" y="2844"/>
                  </a:lnTo>
                  <a:lnTo>
                    <a:pt x="1" y="2921"/>
                  </a:lnTo>
                  <a:lnTo>
                    <a:pt x="1" y="2999"/>
                  </a:lnTo>
                  <a:lnTo>
                    <a:pt x="27" y="3077"/>
                  </a:lnTo>
                  <a:lnTo>
                    <a:pt x="79" y="3154"/>
                  </a:lnTo>
                  <a:lnTo>
                    <a:pt x="130" y="3232"/>
                  </a:lnTo>
                  <a:lnTo>
                    <a:pt x="182" y="3283"/>
                  </a:lnTo>
                  <a:lnTo>
                    <a:pt x="259" y="3309"/>
                  </a:lnTo>
                  <a:lnTo>
                    <a:pt x="337" y="3335"/>
                  </a:lnTo>
                  <a:lnTo>
                    <a:pt x="880" y="3335"/>
                  </a:lnTo>
                  <a:lnTo>
                    <a:pt x="932" y="3542"/>
                  </a:lnTo>
                  <a:lnTo>
                    <a:pt x="1009" y="3723"/>
                  </a:lnTo>
                  <a:lnTo>
                    <a:pt x="1087" y="3904"/>
                  </a:lnTo>
                  <a:lnTo>
                    <a:pt x="1190" y="4085"/>
                  </a:lnTo>
                  <a:lnTo>
                    <a:pt x="854" y="4395"/>
                  </a:lnTo>
                  <a:lnTo>
                    <a:pt x="802" y="4472"/>
                  </a:lnTo>
                  <a:lnTo>
                    <a:pt x="776" y="4550"/>
                  </a:lnTo>
                  <a:lnTo>
                    <a:pt x="751" y="4628"/>
                  </a:lnTo>
                  <a:lnTo>
                    <a:pt x="725" y="4705"/>
                  </a:lnTo>
                  <a:lnTo>
                    <a:pt x="751" y="4783"/>
                  </a:lnTo>
                  <a:lnTo>
                    <a:pt x="776" y="4860"/>
                  </a:lnTo>
                  <a:lnTo>
                    <a:pt x="802" y="4938"/>
                  </a:lnTo>
                  <a:lnTo>
                    <a:pt x="854" y="4989"/>
                  </a:lnTo>
                  <a:lnTo>
                    <a:pt x="932" y="5041"/>
                  </a:lnTo>
                  <a:lnTo>
                    <a:pt x="1009" y="5093"/>
                  </a:lnTo>
                  <a:lnTo>
                    <a:pt x="1087" y="5119"/>
                  </a:lnTo>
                  <a:lnTo>
                    <a:pt x="1242" y="5119"/>
                  </a:lnTo>
                  <a:lnTo>
                    <a:pt x="1319" y="5093"/>
                  </a:lnTo>
                  <a:lnTo>
                    <a:pt x="1397" y="5041"/>
                  </a:lnTo>
                  <a:lnTo>
                    <a:pt x="1449" y="4989"/>
                  </a:lnTo>
                  <a:lnTo>
                    <a:pt x="1785" y="4679"/>
                  </a:lnTo>
                  <a:lnTo>
                    <a:pt x="1940" y="4783"/>
                  </a:lnTo>
                  <a:lnTo>
                    <a:pt x="2121" y="4860"/>
                  </a:lnTo>
                  <a:lnTo>
                    <a:pt x="2327" y="4938"/>
                  </a:lnTo>
                  <a:lnTo>
                    <a:pt x="2508" y="4989"/>
                  </a:lnTo>
                  <a:lnTo>
                    <a:pt x="2508" y="5429"/>
                  </a:lnTo>
                  <a:lnTo>
                    <a:pt x="2534" y="5532"/>
                  </a:lnTo>
                  <a:lnTo>
                    <a:pt x="2534" y="5610"/>
                  </a:lnTo>
                  <a:lnTo>
                    <a:pt x="2586" y="5662"/>
                  </a:lnTo>
                  <a:lnTo>
                    <a:pt x="2638" y="5739"/>
                  </a:lnTo>
                  <a:lnTo>
                    <a:pt x="2689" y="5791"/>
                  </a:lnTo>
                  <a:lnTo>
                    <a:pt x="2767" y="5817"/>
                  </a:lnTo>
                  <a:lnTo>
                    <a:pt x="2845" y="5843"/>
                  </a:lnTo>
                  <a:lnTo>
                    <a:pt x="2922" y="5868"/>
                  </a:lnTo>
                  <a:lnTo>
                    <a:pt x="3025" y="5843"/>
                  </a:lnTo>
                  <a:lnTo>
                    <a:pt x="3103" y="5817"/>
                  </a:lnTo>
                  <a:lnTo>
                    <a:pt x="3155" y="5791"/>
                  </a:lnTo>
                  <a:lnTo>
                    <a:pt x="3232" y="5739"/>
                  </a:lnTo>
                  <a:lnTo>
                    <a:pt x="3284" y="5662"/>
                  </a:lnTo>
                  <a:lnTo>
                    <a:pt x="3310" y="5610"/>
                  </a:lnTo>
                  <a:lnTo>
                    <a:pt x="3336" y="5532"/>
                  </a:lnTo>
                  <a:lnTo>
                    <a:pt x="3362" y="5429"/>
                  </a:lnTo>
                  <a:lnTo>
                    <a:pt x="3362" y="4989"/>
                  </a:lnTo>
                  <a:lnTo>
                    <a:pt x="3542" y="4938"/>
                  </a:lnTo>
                  <a:lnTo>
                    <a:pt x="3749" y="4860"/>
                  </a:lnTo>
                  <a:lnTo>
                    <a:pt x="3904" y="4783"/>
                  </a:lnTo>
                  <a:lnTo>
                    <a:pt x="4085" y="4679"/>
                  </a:lnTo>
                  <a:lnTo>
                    <a:pt x="4421" y="4989"/>
                  </a:lnTo>
                  <a:lnTo>
                    <a:pt x="4473" y="5041"/>
                  </a:lnTo>
                  <a:lnTo>
                    <a:pt x="4551" y="5093"/>
                  </a:lnTo>
                  <a:lnTo>
                    <a:pt x="4628" y="5119"/>
                  </a:lnTo>
                  <a:lnTo>
                    <a:pt x="4783" y="5119"/>
                  </a:lnTo>
                  <a:lnTo>
                    <a:pt x="4861" y="5093"/>
                  </a:lnTo>
                  <a:lnTo>
                    <a:pt x="4938" y="5041"/>
                  </a:lnTo>
                  <a:lnTo>
                    <a:pt x="5016" y="4989"/>
                  </a:lnTo>
                  <a:lnTo>
                    <a:pt x="5068" y="4938"/>
                  </a:lnTo>
                  <a:lnTo>
                    <a:pt x="5093" y="4860"/>
                  </a:lnTo>
                  <a:lnTo>
                    <a:pt x="5119" y="4783"/>
                  </a:lnTo>
                  <a:lnTo>
                    <a:pt x="5119" y="4705"/>
                  </a:lnTo>
                  <a:lnTo>
                    <a:pt x="5119" y="4628"/>
                  </a:lnTo>
                  <a:lnTo>
                    <a:pt x="5093" y="4550"/>
                  </a:lnTo>
                  <a:lnTo>
                    <a:pt x="5068" y="4472"/>
                  </a:lnTo>
                  <a:lnTo>
                    <a:pt x="5016" y="4395"/>
                  </a:lnTo>
                  <a:lnTo>
                    <a:pt x="4680" y="4085"/>
                  </a:lnTo>
                  <a:lnTo>
                    <a:pt x="4783" y="3904"/>
                  </a:lnTo>
                  <a:lnTo>
                    <a:pt x="4861" y="3723"/>
                  </a:lnTo>
                  <a:lnTo>
                    <a:pt x="4938" y="3542"/>
                  </a:lnTo>
                  <a:lnTo>
                    <a:pt x="4990" y="3335"/>
                  </a:lnTo>
                  <a:lnTo>
                    <a:pt x="5533" y="3335"/>
                  </a:lnTo>
                  <a:lnTo>
                    <a:pt x="5610" y="3309"/>
                  </a:lnTo>
                  <a:lnTo>
                    <a:pt x="5688" y="3283"/>
                  </a:lnTo>
                  <a:lnTo>
                    <a:pt x="5740" y="3232"/>
                  </a:lnTo>
                  <a:lnTo>
                    <a:pt x="5791" y="3154"/>
                  </a:lnTo>
                  <a:lnTo>
                    <a:pt x="5843" y="3077"/>
                  </a:lnTo>
                  <a:lnTo>
                    <a:pt x="5843" y="2999"/>
                  </a:lnTo>
                  <a:lnTo>
                    <a:pt x="5869" y="2921"/>
                  </a:lnTo>
                  <a:lnTo>
                    <a:pt x="5843" y="2844"/>
                  </a:lnTo>
                  <a:lnTo>
                    <a:pt x="5843" y="2766"/>
                  </a:lnTo>
                  <a:lnTo>
                    <a:pt x="5791" y="2689"/>
                  </a:lnTo>
                  <a:lnTo>
                    <a:pt x="5740" y="2637"/>
                  </a:lnTo>
                  <a:lnTo>
                    <a:pt x="5688" y="2585"/>
                  </a:lnTo>
                  <a:lnTo>
                    <a:pt x="5610" y="2534"/>
                  </a:lnTo>
                  <a:lnTo>
                    <a:pt x="5533" y="2508"/>
                  </a:lnTo>
                  <a:lnTo>
                    <a:pt x="4990" y="2508"/>
                  </a:lnTo>
                  <a:lnTo>
                    <a:pt x="4938" y="2301"/>
                  </a:lnTo>
                  <a:lnTo>
                    <a:pt x="4861" y="2120"/>
                  </a:lnTo>
                  <a:lnTo>
                    <a:pt x="4783" y="1939"/>
                  </a:lnTo>
                  <a:lnTo>
                    <a:pt x="4680" y="1784"/>
                  </a:lnTo>
                  <a:lnTo>
                    <a:pt x="5016" y="1448"/>
                  </a:lnTo>
                  <a:lnTo>
                    <a:pt x="5068" y="1370"/>
                  </a:lnTo>
                  <a:lnTo>
                    <a:pt x="5093" y="1319"/>
                  </a:lnTo>
                  <a:lnTo>
                    <a:pt x="5119" y="1241"/>
                  </a:lnTo>
                  <a:lnTo>
                    <a:pt x="5119" y="1138"/>
                  </a:lnTo>
                  <a:lnTo>
                    <a:pt x="5119" y="1060"/>
                  </a:lnTo>
                  <a:lnTo>
                    <a:pt x="5093" y="983"/>
                  </a:lnTo>
                  <a:lnTo>
                    <a:pt x="5068" y="931"/>
                  </a:lnTo>
                  <a:lnTo>
                    <a:pt x="5016" y="853"/>
                  </a:lnTo>
                  <a:lnTo>
                    <a:pt x="4938" y="802"/>
                  </a:lnTo>
                  <a:lnTo>
                    <a:pt x="4861" y="750"/>
                  </a:lnTo>
                  <a:lnTo>
                    <a:pt x="4783" y="750"/>
                  </a:lnTo>
                  <a:lnTo>
                    <a:pt x="4706" y="724"/>
                  </a:lnTo>
                  <a:lnTo>
                    <a:pt x="4628" y="750"/>
                  </a:lnTo>
                  <a:lnTo>
                    <a:pt x="4551" y="750"/>
                  </a:lnTo>
                  <a:lnTo>
                    <a:pt x="4473" y="802"/>
                  </a:lnTo>
                  <a:lnTo>
                    <a:pt x="4421" y="853"/>
                  </a:lnTo>
                  <a:lnTo>
                    <a:pt x="4085" y="1189"/>
                  </a:lnTo>
                  <a:lnTo>
                    <a:pt x="3904" y="1086"/>
                  </a:lnTo>
                  <a:lnTo>
                    <a:pt x="3749" y="983"/>
                  </a:lnTo>
                  <a:lnTo>
                    <a:pt x="3542" y="931"/>
                  </a:lnTo>
                  <a:lnTo>
                    <a:pt x="3362" y="879"/>
                  </a:lnTo>
                  <a:lnTo>
                    <a:pt x="3362" y="414"/>
                  </a:lnTo>
                  <a:lnTo>
                    <a:pt x="3336" y="336"/>
                  </a:lnTo>
                  <a:lnTo>
                    <a:pt x="3310" y="259"/>
                  </a:lnTo>
                  <a:lnTo>
                    <a:pt x="3284" y="181"/>
                  </a:lnTo>
                  <a:lnTo>
                    <a:pt x="3232" y="130"/>
                  </a:lnTo>
                  <a:lnTo>
                    <a:pt x="3155" y="78"/>
                  </a:lnTo>
                  <a:lnTo>
                    <a:pt x="3103" y="26"/>
                  </a:ln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 name="Google Shape;814;p59"/>
          <p:cNvGrpSpPr/>
          <p:nvPr/>
        </p:nvGrpSpPr>
        <p:grpSpPr>
          <a:xfrm>
            <a:off x="4784863" y="1316352"/>
            <a:ext cx="383454" cy="383454"/>
            <a:chOff x="4008400" y="1323925"/>
            <a:chExt cx="357400" cy="357400"/>
          </a:xfrm>
        </p:grpSpPr>
        <p:sp>
          <p:nvSpPr>
            <p:cNvPr id="815" name="Google Shape;815;p59"/>
            <p:cNvSpPr/>
            <p:nvPr/>
          </p:nvSpPr>
          <p:spPr>
            <a:xfrm>
              <a:off x="4008400" y="1323925"/>
              <a:ext cx="357400" cy="357400"/>
            </a:xfrm>
            <a:custGeom>
              <a:avLst/>
              <a:gdLst/>
              <a:ahLst/>
              <a:cxnLst/>
              <a:rect l="l" t="t" r="r" b="b"/>
              <a:pathLst>
                <a:path w="14296" h="14296" extrusionOk="0">
                  <a:moveTo>
                    <a:pt x="9410" y="827"/>
                  </a:moveTo>
                  <a:lnTo>
                    <a:pt x="9823" y="853"/>
                  </a:lnTo>
                  <a:lnTo>
                    <a:pt x="10237" y="931"/>
                  </a:lnTo>
                  <a:lnTo>
                    <a:pt x="10625" y="1034"/>
                  </a:lnTo>
                  <a:lnTo>
                    <a:pt x="10986" y="1163"/>
                  </a:lnTo>
                  <a:lnTo>
                    <a:pt x="11348" y="1318"/>
                  </a:lnTo>
                  <a:lnTo>
                    <a:pt x="11684" y="1525"/>
                  </a:lnTo>
                  <a:lnTo>
                    <a:pt x="11995" y="1758"/>
                  </a:lnTo>
                  <a:lnTo>
                    <a:pt x="12279" y="2016"/>
                  </a:lnTo>
                  <a:lnTo>
                    <a:pt x="12538" y="2327"/>
                  </a:lnTo>
                  <a:lnTo>
                    <a:pt x="12770" y="2637"/>
                  </a:lnTo>
                  <a:lnTo>
                    <a:pt x="12977" y="2947"/>
                  </a:lnTo>
                  <a:lnTo>
                    <a:pt x="13132" y="3309"/>
                  </a:lnTo>
                  <a:lnTo>
                    <a:pt x="13287" y="3697"/>
                  </a:lnTo>
                  <a:lnTo>
                    <a:pt x="13365" y="4084"/>
                  </a:lnTo>
                  <a:lnTo>
                    <a:pt x="13442" y="4472"/>
                  </a:lnTo>
                  <a:lnTo>
                    <a:pt x="13468" y="4886"/>
                  </a:lnTo>
                  <a:lnTo>
                    <a:pt x="13442" y="5299"/>
                  </a:lnTo>
                  <a:lnTo>
                    <a:pt x="13365" y="5713"/>
                  </a:lnTo>
                  <a:lnTo>
                    <a:pt x="13287" y="6101"/>
                  </a:lnTo>
                  <a:lnTo>
                    <a:pt x="13132" y="6463"/>
                  </a:lnTo>
                  <a:lnTo>
                    <a:pt x="12977" y="6824"/>
                  </a:lnTo>
                  <a:lnTo>
                    <a:pt x="12770" y="7161"/>
                  </a:lnTo>
                  <a:lnTo>
                    <a:pt x="12538" y="7471"/>
                  </a:lnTo>
                  <a:lnTo>
                    <a:pt x="12279" y="7755"/>
                  </a:lnTo>
                  <a:lnTo>
                    <a:pt x="11995" y="8014"/>
                  </a:lnTo>
                  <a:lnTo>
                    <a:pt x="11684" y="8246"/>
                  </a:lnTo>
                  <a:lnTo>
                    <a:pt x="11348" y="8453"/>
                  </a:lnTo>
                  <a:lnTo>
                    <a:pt x="10986" y="8608"/>
                  </a:lnTo>
                  <a:lnTo>
                    <a:pt x="10625" y="8763"/>
                  </a:lnTo>
                  <a:lnTo>
                    <a:pt x="10237" y="8867"/>
                  </a:lnTo>
                  <a:lnTo>
                    <a:pt x="9823" y="8918"/>
                  </a:lnTo>
                  <a:lnTo>
                    <a:pt x="9410" y="8944"/>
                  </a:lnTo>
                  <a:lnTo>
                    <a:pt x="8996" y="8918"/>
                  </a:lnTo>
                  <a:lnTo>
                    <a:pt x="8608" y="8867"/>
                  </a:lnTo>
                  <a:lnTo>
                    <a:pt x="8220" y="8763"/>
                  </a:lnTo>
                  <a:lnTo>
                    <a:pt x="7833" y="8608"/>
                  </a:lnTo>
                  <a:lnTo>
                    <a:pt x="7471" y="8453"/>
                  </a:lnTo>
                  <a:lnTo>
                    <a:pt x="7161" y="8246"/>
                  </a:lnTo>
                  <a:lnTo>
                    <a:pt x="6825" y="8014"/>
                  </a:lnTo>
                  <a:lnTo>
                    <a:pt x="6540" y="7755"/>
                  </a:lnTo>
                  <a:lnTo>
                    <a:pt x="6282" y="7471"/>
                  </a:lnTo>
                  <a:lnTo>
                    <a:pt x="6049" y="7161"/>
                  </a:lnTo>
                  <a:lnTo>
                    <a:pt x="5842" y="6824"/>
                  </a:lnTo>
                  <a:lnTo>
                    <a:pt x="5687" y="6463"/>
                  </a:lnTo>
                  <a:lnTo>
                    <a:pt x="5532" y="6101"/>
                  </a:lnTo>
                  <a:lnTo>
                    <a:pt x="5454" y="5713"/>
                  </a:lnTo>
                  <a:lnTo>
                    <a:pt x="5377" y="5299"/>
                  </a:lnTo>
                  <a:lnTo>
                    <a:pt x="5351" y="4886"/>
                  </a:lnTo>
                  <a:lnTo>
                    <a:pt x="5377" y="4472"/>
                  </a:lnTo>
                  <a:lnTo>
                    <a:pt x="5454" y="4084"/>
                  </a:lnTo>
                  <a:lnTo>
                    <a:pt x="5532" y="3697"/>
                  </a:lnTo>
                  <a:lnTo>
                    <a:pt x="5687" y="3309"/>
                  </a:lnTo>
                  <a:lnTo>
                    <a:pt x="5842" y="2947"/>
                  </a:lnTo>
                  <a:lnTo>
                    <a:pt x="6049" y="2637"/>
                  </a:lnTo>
                  <a:lnTo>
                    <a:pt x="6282" y="2327"/>
                  </a:lnTo>
                  <a:lnTo>
                    <a:pt x="6540" y="2016"/>
                  </a:lnTo>
                  <a:lnTo>
                    <a:pt x="6825" y="1758"/>
                  </a:lnTo>
                  <a:lnTo>
                    <a:pt x="7161" y="1525"/>
                  </a:lnTo>
                  <a:lnTo>
                    <a:pt x="7471" y="1318"/>
                  </a:lnTo>
                  <a:lnTo>
                    <a:pt x="7833" y="1163"/>
                  </a:lnTo>
                  <a:lnTo>
                    <a:pt x="8220" y="1034"/>
                  </a:lnTo>
                  <a:lnTo>
                    <a:pt x="8608" y="931"/>
                  </a:lnTo>
                  <a:lnTo>
                    <a:pt x="8996" y="853"/>
                  </a:lnTo>
                  <a:lnTo>
                    <a:pt x="9410" y="827"/>
                  </a:lnTo>
                  <a:close/>
                  <a:moveTo>
                    <a:pt x="5661" y="8039"/>
                  </a:moveTo>
                  <a:lnTo>
                    <a:pt x="5946" y="8350"/>
                  </a:lnTo>
                  <a:lnTo>
                    <a:pt x="6256" y="8634"/>
                  </a:lnTo>
                  <a:lnTo>
                    <a:pt x="5739" y="9151"/>
                  </a:lnTo>
                  <a:lnTo>
                    <a:pt x="5144" y="8556"/>
                  </a:lnTo>
                  <a:lnTo>
                    <a:pt x="5661" y="8039"/>
                  </a:lnTo>
                  <a:close/>
                  <a:moveTo>
                    <a:pt x="4395" y="8996"/>
                  </a:moveTo>
                  <a:lnTo>
                    <a:pt x="4446" y="9022"/>
                  </a:lnTo>
                  <a:lnTo>
                    <a:pt x="5274" y="9849"/>
                  </a:lnTo>
                  <a:lnTo>
                    <a:pt x="5299" y="9901"/>
                  </a:lnTo>
                  <a:lnTo>
                    <a:pt x="5299" y="9952"/>
                  </a:lnTo>
                  <a:lnTo>
                    <a:pt x="5299" y="10004"/>
                  </a:lnTo>
                  <a:lnTo>
                    <a:pt x="5274" y="10056"/>
                  </a:lnTo>
                  <a:lnTo>
                    <a:pt x="2430" y="13158"/>
                  </a:lnTo>
                  <a:lnTo>
                    <a:pt x="2275" y="13287"/>
                  </a:lnTo>
                  <a:lnTo>
                    <a:pt x="2120" y="13390"/>
                  </a:lnTo>
                  <a:lnTo>
                    <a:pt x="1965" y="13442"/>
                  </a:lnTo>
                  <a:lnTo>
                    <a:pt x="1784" y="13468"/>
                  </a:lnTo>
                  <a:lnTo>
                    <a:pt x="1603" y="13442"/>
                  </a:lnTo>
                  <a:lnTo>
                    <a:pt x="1422" y="13390"/>
                  </a:lnTo>
                  <a:lnTo>
                    <a:pt x="1267" y="13313"/>
                  </a:lnTo>
                  <a:lnTo>
                    <a:pt x="1112" y="13184"/>
                  </a:lnTo>
                  <a:lnTo>
                    <a:pt x="982" y="13054"/>
                  </a:lnTo>
                  <a:lnTo>
                    <a:pt x="905" y="12873"/>
                  </a:lnTo>
                  <a:lnTo>
                    <a:pt x="853" y="12692"/>
                  </a:lnTo>
                  <a:lnTo>
                    <a:pt x="827" y="12511"/>
                  </a:lnTo>
                  <a:lnTo>
                    <a:pt x="853" y="12356"/>
                  </a:lnTo>
                  <a:lnTo>
                    <a:pt x="931" y="12175"/>
                  </a:lnTo>
                  <a:lnTo>
                    <a:pt x="1008" y="12020"/>
                  </a:lnTo>
                  <a:lnTo>
                    <a:pt x="1137" y="11865"/>
                  </a:lnTo>
                  <a:lnTo>
                    <a:pt x="4265" y="9022"/>
                  </a:lnTo>
                  <a:lnTo>
                    <a:pt x="4291" y="8996"/>
                  </a:lnTo>
                  <a:close/>
                  <a:moveTo>
                    <a:pt x="9410" y="0"/>
                  </a:moveTo>
                  <a:lnTo>
                    <a:pt x="8918" y="26"/>
                  </a:lnTo>
                  <a:lnTo>
                    <a:pt x="8427" y="103"/>
                  </a:lnTo>
                  <a:lnTo>
                    <a:pt x="7962" y="233"/>
                  </a:lnTo>
                  <a:lnTo>
                    <a:pt x="7523" y="388"/>
                  </a:lnTo>
                  <a:lnTo>
                    <a:pt x="7083" y="595"/>
                  </a:lnTo>
                  <a:lnTo>
                    <a:pt x="6669" y="827"/>
                  </a:lnTo>
                  <a:lnTo>
                    <a:pt x="6308" y="1112"/>
                  </a:lnTo>
                  <a:lnTo>
                    <a:pt x="5946" y="1422"/>
                  </a:lnTo>
                  <a:lnTo>
                    <a:pt x="5635" y="1784"/>
                  </a:lnTo>
                  <a:lnTo>
                    <a:pt x="5351" y="2146"/>
                  </a:lnTo>
                  <a:lnTo>
                    <a:pt x="5118" y="2559"/>
                  </a:lnTo>
                  <a:lnTo>
                    <a:pt x="4912" y="2999"/>
                  </a:lnTo>
                  <a:lnTo>
                    <a:pt x="4757" y="3438"/>
                  </a:lnTo>
                  <a:lnTo>
                    <a:pt x="4627" y="3903"/>
                  </a:lnTo>
                  <a:lnTo>
                    <a:pt x="4550" y="4395"/>
                  </a:lnTo>
                  <a:lnTo>
                    <a:pt x="4524" y="4886"/>
                  </a:lnTo>
                  <a:lnTo>
                    <a:pt x="4524" y="5222"/>
                  </a:lnTo>
                  <a:lnTo>
                    <a:pt x="4576" y="5558"/>
                  </a:lnTo>
                  <a:lnTo>
                    <a:pt x="4627" y="5868"/>
                  </a:lnTo>
                  <a:lnTo>
                    <a:pt x="4705" y="6178"/>
                  </a:lnTo>
                  <a:lnTo>
                    <a:pt x="4782" y="6488"/>
                  </a:lnTo>
                  <a:lnTo>
                    <a:pt x="4912" y="6773"/>
                  </a:lnTo>
                  <a:lnTo>
                    <a:pt x="5041" y="7057"/>
                  </a:lnTo>
                  <a:lnTo>
                    <a:pt x="5196" y="7341"/>
                  </a:lnTo>
                  <a:lnTo>
                    <a:pt x="4369" y="8143"/>
                  </a:lnTo>
                  <a:lnTo>
                    <a:pt x="4188" y="8169"/>
                  </a:lnTo>
                  <a:lnTo>
                    <a:pt x="4007" y="8220"/>
                  </a:lnTo>
                  <a:lnTo>
                    <a:pt x="3852" y="8298"/>
                  </a:lnTo>
                  <a:lnTo>
                    <a:pt x="3697" y="8401"/>
                  </a:lnTo>
                  <a:lnTo>
                    <a:pt x="569" y="11245"/>
                  </a:lnTo>
                  <a:lnTo>
                    <a:pt x="440" y="11374"/>
                  </a:lnTo>
                  <a:lnTo>
                    <a:pt x="336" y="11529"/>
                  </a:lnTo>
                  <a:lnTo>
                    <a:pt x="233" y="11684"/>
                  </a:lnTo>
                  <a:lnTo>
                    <a:pt x="155" y="11839"/>
                  </a:lnTo>
                  <a:lnTo>
                    <a:pt x="78" y="11994"/>
                  </a:lnTo>
                  <a:lnTo>
                    <a:pt x="52" y="12150"/>
                  </a:lnTo>
                  <a:lnTo>
                    <a:pt x="26" y="12331"/>
                  </a:lnTo>
                  <a:lnTo>
                    <a:pt x="0" y="12511"/>
                  </a:lnTo>
                  <a:lnTo>
                    <a:pt x="0" y="12667"/>
                  </a:lnTo>
                  <a:lnTo>
                    <a:pt x="26" y="12848"/>
                  </a:lnTo>
                  <a:lnTo>
                    <a:pt x="78" y="13028"/>
                  </a:lnTo>
                  <a:lnTo>
                    <a:pt x="129" y="13184"/>
                  </a:lnTo>
                  <a:lnTo>
                    <a:pt x="207" y="13339"/>
                  </a:lnTo>
                  <a:lnTo>
                    <a:pt x="284" y="13494"/>
                  </a:lnTo>
                  <a:lnTo>
                    <a:pt x="388" y="13649"/>
                  </a:lnTo>
                  <a:lnTo>
                    <a:pt x="517" y="13778"/>
                  </a:lnTo>
                  <a:lnTo>
                    <a:pt x="646" y="13907"/>
                  </a:lnTo>
                  <a:lnTo>
                    <a:pt x="801" y="14011"/>
                  </a:lnTo>
                  <a:lnTo>
                    <a:pt x="957" y="14114"/>
                  </a:lnTo>
                  <a:lnTo>
                    <a:pt x="1112" y="14166"/>
                  </a:lnTo>
                  <a:lnTo>
                    <a:pt x="1293" y="14243"/>
                  </a:lnTo>
                  <a:lnTo>
                    <a:pt x="1448" y="14269"/>
                  </a:lnTo>
                  <a:lnTo>
                    <a:pt x="1629" y="14295"/>
                  </a:lnTo>
                  <a:lnTo>
                    <a:pt x="1965" y="14295"/>
                  </a:lnTo>
                  <a:lnTo>
                    <a:pt x="2146" y="14243"/>
                  </a:lnTo>
                  <a:lnTo>
                    <a:pt x="2301" y="14218"/>
                  </a:lnTo>
                  <a:lnTo>
                    <a:pt x="2456" y="14140"/>
                  </a:lnTo>
                  <a:lnTo>
                    <a:pt x="2637" y="14063"/>
                  </a:lnTo>
                  <a:lnTo>
                    <a:pt x="2766" y="13959"/>
                  </a:lnTo>
                  <a:lnTo>
                    <a:pt x="2921" y="13856"/>
                  </a:lnTo>
                  <a:lnTo>
                    <a:pt x="3050" y="13726"/>
                  </a:lnTo>
                  <a:lnTo>
                    <a:pt x="5894" y="10599"/>
                  </a:lnTo>
                  <a:lnTo>
                    <a:pt x="5997" y="10443"/>
                  </a:lnTo>
                  <a:lnTo>
                    <a:pt x="6101" y="10288"/>
                  </a:lnTo>
                  <a:lnTo>
                    <a:pt x="6127" y="10107"/>
                  </a:lnTo>
                  <a:lnTo>
                    <a:pt x="6152" y="9926"/>
                  </a:lnTo>
                  <a:lnTo>
                    <a:pt x="6954" y="9125"/>
                  </a:lnTo>
                  <a:lnTo>
                    <a:pt x="7238" y="9254"/>
                  </a:lnTo>
                  <a:lnTo>
                    <a:pt x="7523" y="9384"/>
                  </a:lnTo>
                  <a:lnTo>
                    <a:pt x="7807" y="9513"/>
                  </a:lnTo>
                  <a:lnTo>
                    <a:pt x="8117" y="9590"/>
                  </a:lnTo>
                  <a:lnTo>
                    <a:pt x="8427" y="9668"/>
                  </a:lnTo>
                  <a:lnTo>
                    <a:pt x="8763" y="9720"/>
                  </a:lnTo>
                  <a:lnTo>
                    <a:pt x="9074" y="9771"/>
                  </a:lnTo>
                  <a:lnTo>
                    <a:pt x="9410" y="9771"/>
                  </a:lnTo>
                  <a:lnTo>
                    <a:pt x="9901" y="9746"/>
                  </a:lnTo>
                  <a:lnTo>
                    <a:pt x="10392" y="9668"/>
                  </a:lnTo>
                  <a:lnTo>
                    <a:pt x="10857" y="9565"/>
                  </a:lnTo>
                  <a:lnTo>
                    <a:pt x="11323" y="9384"/>
                  </a:lnTo>
                  <a:lnTo>
                    <a:pt x="11736" y="9177"/>
                  </a:lnTo>
                  <a:lnTo>
                    <a:pt x="12150" y="8944"/>
                  </a:lnTo>
                  <a:lnTo>
                    <a:pt x="12512" y="8660"/>
                  </a:lnTo>
                  <a:lnTo>
                    <a:pt x="12874" y="8350"/>
                  </a:lnTo>
                  <a:lnTo>
                    <a:pt x="13184" y="7988"/>
                  </a:lnTo>
                  <a:lnTo>
                    <a:pt x="13468" y="7626"/>
                  </a:lnTo>
                  <a:lnTo>
                    <a:pt x="13701" y="7212"/>
                  </a:lnTo>
                  <a:lnTo>
                    <a:pt x="13908" y="6799"/>
                  </a:lnTo>
                  <a:lnTo>
                    <a:pt x="14089" y="6333"/>
                  </a:lnTo>
                  <a:lnTo>
                    <a:pt x="14192" y="5868"/>
                  </a:lnTo>
                  <a:lnTo>
                    <a:pt x="14269" y="5377"/>
                  </a:lnTo>
                  <a:lnTo>
                    <a:pt x="14295" y="4886"/>
                  </a:lnTo>
                  <a:lnTo>
                    <a:pt x="14269" y="4395"/>
                  </a:lnTo>
                  <a:lnTo>
                    <a:pt x="14192" y="3903"/>
                  </a:lnTo>
                  <a:lnTo>
                    <a:pt x="14089" y="3438"/>
                  </a:lnTo>
                  <a:lnTo>
                    <a:pt x="13908" y="2999"/>
                  </a:lnTo>
                  <a:lnTo>
                    <a:pt x="13701" y="2559"/>
                  </a:lnTo>
                  <a:lnTo>
                    <a:pt x="13468" y="2146"/>
                  </a:lnTo>
                  <a:lnTo>
                    <a:pt x="13184" y="1784"/>
                  </a:lnTo>
                  <a:lnTo>
                    <a:pt x="12874" y="1422"/>
                  </a:lnTo>
                  <a:lnTo>
                    <a:pt x="12512" y="1112"/>
                  </a:lnTo>
                  <a:lnTo>
                    <a:pt x="12150" y="827"/>
                  </a:lnTo>
                  <a:lnTo>
                    <a:pt x="11736" y="595"/>
                  </a:lnTo>
                  <a:lnTo>
                    <a:pt x="11323" y="388"/>
                  </a:lnTo>
                  <a:lnTo>
                    <a:pt x="10857" y="233"/>
                  </a:lnTo>
                  <a:lnTo>
                    <a:pt x="10392" y="103"/>
                  </a:lnTo>
                  <a:lnTo>
                    <a:pt x="9901" y="26"/>
                  </a:lnTo>
                  <a:lnTo>
                    <a:pt x="94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9"/>
            <p:cNvSpPr/>
            <p:nvPr/>
          </p:nvSpPr>
          <p:spPr>
            <a:xfrm>
              <a:off x="4163500" y="1362050"/>
              <a:ext cx="160300" cy="160925"/>
            </a:xfrm>
            <a:custGeom>
              <a:avLst/>
              <a:gdLst/>
              <a:ahLst/>
              <a:cxnLst/>
              <a:rect l="l" t="t" r="r" b="b"/>
              <a:pathLst>
                <a:path w="6412" h="6437" extrusionOk="0">
                  <a:moveTo>
                    <a:pt x="3335" y="853"/>
                  </a:moveTo>
                  <a:lnTo>
                    <a:pt x="3490" y="905"/>
                  </a:lnTo>
                  <a:lnTo>
                    <a:pt x="3593" y="957"/>
                  </a:lnTo>
                  <a:lnTo>
                    <a:pt x="3697" y="1060"/>
                  </a:lnTo>
                  <a:lnTo>
                    <a:pt x="3774" y="1163"/>
                  </a:lnTo>
                  <a:lnTo>
                    <a:pt x="3852" y="1267"/>
                  </a:lnTo>
                  <a:lnTo>
                    <a:pt x="3878" y="1396"/>
                  </a:lnTo>
                  <a:lnTo>
                    <a:pt x="3904" y="1551"/>
                  </a:lnTo>
                  <a:lnTo>
                    <a:pt x="3904" y="1680"/>
                  </a:lnTo>
                  <a:lnTo>
                    <a:pt x="2508" y="1680"/>
                  </a:lnTo>
                  <a:lnTo>
                    <a:pt x="2508" y="1551"/>
                  </a:lnTo>
                  <a:lnTo>
                    <a:pt x="2533" y="1396"/>
                  </a:lnTo>
                  <a:lnTo>
                    <a:pt x="2559" y="1267"/>
                  </a:lnTo>
                  <a:lnTo>
                    <a:pt x="2637" y="1163"/>
                  </a:lnTo>
                  <a:lnTo>
                    <a:pt x="2714" y="1060"/>
                  </a:lnTo>
                  <a:lnTo>
                    <a:pt x="2818" y="957"/>
                  </a:lnTo>
                  <a:lnTo>
                    <a:pt x="2947" y="905"/>
                  </a:lnTo>
                  <a:lnTo>
                    <a:pt x="3076" y="853"/>
                  </a:lnTo>
                  <a:close/>
                  <a:moveTo>
                    <a:pt x="4369" y="2533"/>
                  </a:moveTo>
                  <a:lnTo>
                    <a:pt x="4421" y="2559"/>
                  </a:lnTo>
                  <a:lnTo>
                    <a:pt x="4446" y="2611"/>
                  </a:lnTo>
                  <a:lnTo>
                    <a:pt x="4472" y="2663"/>
                  </a:lnTo>
                  <a:lnTo>
                    <a:pt x="4472" y="4343"/>
                  </a:lnTo>
                  <a:lnTo>
                    <a:pt x="4446" y="4601"/>
                  </a:lnTo>
                  <a:lnTo>
                    <a:pt x="4369" y="4834"/>
                  </a:lnTo>
                  <a:lnTo>
                    <a:pt x="4240" y="5041"/>
                  </a:lnTo>
                  <a:lnTo>
                    <a:pt x="4085" y="5222"/>
                  </a:lnTo>
                  <a:lnTo>
                    <a:pt x="3904" y="5377"/>
                  </a:lnTo>
                  <a:lnTo>
                    <a:pt x="3697" y="5506"/>
                  </a:lnTo>
                  <a:lnTo>
                    <a:pt x="3464" y="5584"/>
                  </a:lnTo>
                  <a:lnTo>
                    <a:pt x="2947" y="5584"/>
                  </a:lnTo>
                  <a:lnTo>
                    <a:pt x="2714" y="5506"/>
                  </a:lnTo>
                  <a:lnTo>
                    <a:pt x="2508" y="5377"/>
                  </a:lnTo>
                  <a:lnTo>
                    <a:pt x="2327" y="5222"/>
                  </a:lnTo>
                  <a:lnTo>
                    <a:pt x="2172" y="5041"/>
                  </a:lnTo>
                  <a:lnTo>
                    <a:pt x="2042" y="4834"/>
                  </a:lnTo>
                  <a:lnTo>
                    <a:pt x="1965" y="4601"/>
                  </a:lnTo>
                  <a:lnTo>
                    <a:pt x="1939" y="4343"/>
                  </a:lnTo>
                  <a:lnTo>
                    <a:pt x="1939" y="2663"/>
                  </a:lnTo>
                  <a:lnTo>
                    <a:pt x="1965" y="2611"/>
                  </a:lnTo>
                  <a:lnTo>
                    <a:pt x="1991" y="2559"/>
                  </a:lnTo>
                  <a:lnTo>
                    <a:pt x="2042" y="2533"/>
                  </a:lnTo>
                  <a:close/>
                  <a:moveTo>
                    <a:pt x="3206" y="0"/>
                  </a:moveTo>
                  <a:lnTo>
                    <a:pt x="3051" y="26"/>
                  </a:lnTo>
                  <a:lnTo>
                    <a:pt x="2895" y="52"/>
                  </a:lnTo>
                  <a:lnTo>
                    <a:pt x="2611" y="129"/>
                  </a:lnTo>
                  <a:lnTo>
                    <a:pt x="2353" y="285"/>
                  </a:lnTo>
                  <a:lnTo>
                    <a:pt x="2120" y="465"/>
                  </a:lnTo>
                  <a:lnTo>
                    <a:pt x="1939" y="698"/>
                  </a:lnTo>
                  <a:lnTo>
                    <a:pt x="1784" y="957"/>
                  </a:lnTo>
                  <a:lnTo>
                    <a:pt x="1706" y="1241"/>
                  </a:lnTo>
                  <a:lnTo>
                    <a:pt x="1680" y="1396"/>
                  </a:lnTo>
                  <a:lnTo>
                    <a:pt x="1680" y="1551"/>
                  </a:lnTo>
                  <a:lnTo>
                    <a:pt x="1680" y="1784"/>
                  </a:lnTo>
                  <a:lnTo>
                    <a:pt x="1474" y="1913"/>
                  </a:lnTo>
                  <a:lnTo>
                    <a:pt x="1319" y="2094"/>
                  </a:lnTo>
                  <a:lnTo>
                    <a:pt x="1189" y="2301"/>
                  </a:lnTo>
                  <a:lnTo>
                    <a:pt x="1138" y="2404"/>
                  </a:lnTo>
                  <a:lnTo>
                    <a:pt x="1112" y="2533"/>
                  </a:lnTo>
                  <a:lnTo>
                    <a:pt x="957" y="2533"/>
                  </a:lnTo>
                  <a:lnTo>
                    <a:pt x="802" y="2197"/>
                  </a:lnTo>
                  <a:lnTo>
                    <a:pt x="750" y="2120"/>
                  </a:lnTo>
                  <a:lnTo>
                    <a:pt x="698" y="2068"/>
                  </a:lnTo>
                  <a:lnTo>
                    <a:pt x="621" y="2016"/>
                  </a:lnTo>
                  <a:lnTo>
                    <a:pt x="543" y="1991"/>
                  </a:lnTo>
                  <a:lnTo>
                    <a:pt x="465" y="1965"/>
                  </a:lnTo>
                  <a:lnTo>
                    <a:pt x="388" y="1965"/>
                  </a:lnTo>
                  <a:lnTo>
                    <a:pt x="310" y="1991"/>
                  </a:lnTo>
                  <a:lnTo>
                    <a:pt x="233" y="2016"/>
                  </a:lnTo>
                  <a:lnTo>
                    <a:pt x="155" y="2068"/>
                  </a:lnTo>
                  <a:lnTo>
                    <a:pt x="104" y="2120"/>
                  </a:lnTo>
                  <a:lnTo>
                    <a:pt x="52" y="2172"/>
                  </a:lnTo>
                  <a:lnTo>
                    <a:pt x="26" y="2249"/>
                  </a:lnTo>
                  <a:lnTo>
                    <a:pt x="0" y="2327"/>
                  </a:lnTo>
                  <a:lnTo>
                    <a:pt x="0" y="2404"/>
                  </a:lnTo>
                  <a:lnTo>
                    <a:pt x="0" y="2482"/>
                  </a:lnTo>
                  <a:lnTo>
                    <a:pt x="52" y="2585"/>
                  </a:lnTo>
                  <a:lnTo>
                    <a:pt x="310" y="3128"/>
                  </a:lnTo>
                  <a:lnTo>
                    <a:pt x="388" y="3231"/>
                  </a:lnTo>
                  <a:lnTo>
                    <a:pt x="465" y="3309"/>
                  </a:lnTo>
                  <a:lnTo>
                    <a:pt x="569" y="3335"/>
                  </a:lnTo>
                  <a:lnTo>
                    <a:pt x="698" y="3361"/>
                  </a:lnTo>
                  <a:lnTo>
                    <a:pt x="1112" y="3361"/>
                  </a:lnTo>
                  <a:lnTo>
                    <a:pt x="1112" y="4188"/>
                  </a:lnTo>
                  <a:lnTo>
                    <a:pt x="698" y="4188"/>
                  </a:lnTo>
                  <a:lnTo>
                    <a:pt x="569" y="4214"/>
                  </a:lnTo>
                  <a:lnTo>
                    <a:pt x="465" y="4265"/>
                  </a:lnTo>
                  <a:lnTo>
                    <a:pt x="388" y="4343"/>
                  </a:lnTo>
                  <a:lnTo>
                    <a:pt x="310" y="4421"/>
                  </a:lnTo>
                  <a:lnTo>
                    <a:pt x="52" y="4989"/>
                  </a:lnTo>
                  <a:lnTo>
                    <a:pt x="0" y="5067"/>
                  </a:lnTo>
                  <a:lnTo>
                    <a:pt x="0" y="5144"/>
                  </a:lnTo>
                  <a:lnTo>
                    <a:pt x="0" y="5222"/>
                  </a:lnTo>
                  <a:lnTo>
                    <a:pt x="26" y="5299"/>
                  </a:lnTo>
                  <a:lnTo>
                    <a:pt x="52" y="5377"/>
                  </a:lnTo>
                  <a:lnTo>
                    <a:pt x="104" y="5455"/>
                  </a:lnTo>
                  <a:lnTo>
                    <a:pt x="155" y="5506"/>
                  </a:lnTo>
                  <a:lnTo>
                    <a:pt x="233" y="5558"/>
                  </a:lnTo>
                  <a:lnTo>
                    <a:pt x="310" y="5584"/>
                  </a:lnTo>
                  <a:lnTo>
                    <a:pt x="543" y="5584"/>
                  </a:lnTo>
                  <a:lnTo>
                    <a:pt x="621" y="5532"/>
                  </a:lnTo>
                  <a:lnTo>
                    <a:pt x="698" y="5506"/>
                  </a:lnTo>
                  <a:lnTo>
                    <a:pt x="750" y="5429"/>
                  </a:lnTo>
                  <a:lnTo>
                    <a:pt x="802" y="5377"/>
                  </a:lnTo>
                  <a:lnTo>
                    <a:pt x="957" y="5041"/>
                  </a:lnTo>
                  <a:lnTo>
                    <a:pt x="1241" y="5041"/>
                  </a:lnTo>
                  <a:lnTo>
                    <a:pt x="1370" y="5325"/>
                  </a:lnTo>
                  <a:lnTo>
                    <a:pt x="1525" y="5610"/>
                  </a:lnTo>
                  <a:lnTo>
                    <a:pt x="1732" y="5842"/>
                  </a:lnTo>
                  <a:lnTo>
                    <a:pt x="1991" y="6049"/>
                  </a:lnTo>
                  <a:lnTo>
                    <a:pt x="2249" y="6204"/>
                  </a:lnTo>
                  <a:lnTo>
                    <a:pt x="2559" y="6333"/>
                  </a:lnTo>
                  <a:lnTo>
                    <a:pt x="2870" y="6411"/>
                  </a:lnTo>
                  <a:lnTo>
                    <a:pt x="3206" y="6437"/>
                  </a:lnTo>
                  <a:lnTo>
                    <a:pt x="3542" y="6411"/>
                  </a:lnTo>
                  <a:lnTo>
                    <a:pt x="3852" y="6333"/>
                  </a:lnTo>
                  <a:lnTo>
                    <a:pt x="4162" y="6204"/>
                  </a:lnTo>
                  <a:lnTo>
                    <a:pt x="4421" y="6049"/>
                  </a:lnTo>
                  <a:lnTo>
                    <a:pt x="4679" y="5842"/>
                  </a:lnTo>
                  <a:lnTo>
                    <a:pt x="4886" y="5610"/>
                  </a:lnTo>
                  <a:lnTo>
                    <a:pt x="5041" y="5325"/>
                  </a:lnTo>
                  <a:lnTo>
                    <a:pt x="5170" y="5041"/>
                  </a:lnTo>
                  <a:lnTo>
                    <a:pt x="5455" y="5041"/>
                  </a:lnTo>
                  <a:lnTo>
                    <a:pt x="5636" y="5377"/>
                  </a:lnTo>
                  <a:lnTo>
                    <a:pt x="5661" y="5429"/>
                  </a:lnTo>
                  <a:lnTo>
                    <a:pt x="5739" y="5506"/>
                  </a:lnTo>
                  <a:lnTo>
                    <a:pt x="5791" y="5532"/>
                  </a:lnTo>
                  <a:lnTo>
                    <a:pt x="5868" y="5584"/>
                  </a:lnTo>
                  <a:lnTo>
                    <a:pt x="6101" y="5584"/>
                  </a:lnTo>
                  <a:lnTo>
                    <a:pt x="6178" y="5558"/>
                  </a:lnTo>
                  <a:lnTo>
                    <a:pt x="6256" y="5506"/>
                  </a:lnTo>
                  <a:lnTo>
                    <a:pt x="6308" y="5455"/>
                  </a:lnTo>
                  <a:lnTo>
                    <a:pt x="6359" y="5377"/>
                  </a:lnTo>
                  <a:lnTo>
                    <a:pt x="6385" y="5299"/>
                  </a:lnTo>
                  <a:lnTo>
                    <a:pt x="6411" y="5222"/>
                  </a:lnTo>
                  <a:lnTo>
                    <a:pt x="6411" y="5144"/>
                  </a:lnTo>
                  <a:lnTo>
                    <a:pt x="6411" y="5067"/>
                  </a:lnTo>
                  <a:lnTo>
                    <a:pt x="6385" y="4989"/>
                  </a:lnTo>
                  <a:lnTo>
                    <a:pt x="6101" y="4421"/>
                  </a:lnTo>
                  <a:lnTo>
                    <a:pt x="6023" y="4343"/>
                  </a:lnTo>
                  <a:lnTo>
                    <a:pt x="5946" y="4265"/>
                  </a:lnTo>
                  <a:lnTo>
                    <a:pt x="5842" y="4214"/>
                  </a:lnTo>
                  <a:lnTo>
                    <a:pt x="5713" y="4188"/>
                  </a:lnTo>
                  <a:lnTo>
                    <a:pt x="5299" y="4188"/>
                  </a:lnTo>
                  <a:lnTo>
                    <a:pt x="5299" y="3361"/>
                  </a:lnTo>
                  <a:lnTo>
                    <a:pt x="5713" y="3361"/>
                  </a:lnTo>
                  <a:lnTo>
                    <a:pt x="5842" y="3335"/>
                  </a:lnTo>
                  <a:lnTo>
                    <a:pt x="5946" y="3309"/>
                  </a:lnTo>
                  <a:lnTo>
                    <a:pt x="6023" y="3231"/>
                  </a:lnTo>
                  <a:lnTo>
                    <a:pt x="6101" y="3128"/>
                  </a:lnTo>
                  <a:lnTo>
                    <a:pt x="6385" y="2585"/>
                  </a:lnTo>
                  <a:lnTo>
                    <a:pt x="6411" y="2482"/>
                  </a:lnTo>
                  <a:lnTo>
                    <a:pt x="6411" y="2404"/>
                  </a:lnTo>
                  <a:lnTo>
                    <a:pt x="6411" y="2327"/>
                  </a:lnTo>
                  <a:lnTo>
                    <a:pt x="6385" y="2249"/>
                  </a:lnTo>
                  <a:lnTo>
                    <a:pt x="6359" y="2172"/>
                  </a:lnTo>
                  <a:lnTo>
                    <a:pt x="6308" y="2120"/>
                  </a:lnTo>
                  <a:lnTo>
                    <a:pt x="6256" y="2068"/>
                  </a:lnTo>
                  <a:lnTo>
                    <a:pt x="6178" y="2016"/>
                  </a:lnTo>
                  <a:lnTo>
                    <a:pt x="6101" y="1991"/>
                  </a:lnTo>
                  <a:lnTo>
                    <a:pt x="6023" y="1965"/>
                  </a:lnTo>
                  <a:lnTo>
                    <a:pt x="5946" y="1965"/>
                  </a:lnTo>
                  <a:lnTo>
                    <a:pt x="5868" y="1991"/>
                  </a:lnTo>
                  <a:lnTo>
                    <a:pt x="5791" y="2016"/>
                  </a:lnTo>
                  <a:lnTo>
                    <a:pt x="5739" y="2068"/>
                  </a:lnTo>
                  <a:lnTo>
                    <a:pt x="5661" y="2120"/>
                  </a:lnTo>
                  <a:lnTo>
                    <a:pt x="5636" y="2197"/>
                  </a:lnTo>
                  <a:lnTo>
                    <a:pt x="5455" y="2533"/>
                  </a:lnTo>
                  <a:lnTo>
                    <a:pt x="5299" y="2533"/>
                  </a:lnTo>
                  <a:lnTo>
                    <a:pt x="5274" y="2404"/>
                  </a:lnTo>
                  <a:lnTo>
                    <a:pt x="5222" y="2301"/>
                  </a:lnTo>
                  <a:lnTo>
                    <a:pt x="5119" y="2094"/>
                  </a:lnTo>
                  <a:lnTo>
                    <a:pt x="4938" y="1913"/>
                  </a:lnTo>
                  <a:lnTo>
                    <a:pt x="4731" y="1784"/>
                  </a:lnTo>
                  <a:lnTo>
                    <a:pt x="4731" y="1551"/>
                  </a:lnTo>
                  <a:lnTo>
                    <a:pt x="4731" y="1396"/>
                  </a:lnTo>
                  <a:lnTo>
                    <a:pt x="4705" y="1241"/>
                  </a:lnTo>
                  <a:lnTo>
                    <a:pt x="4627" y="957"/>
                  </a:lnTo>
                  <a:lnTo>
                    <a:pt x="4472" y="698"/>
                  </a:lnTo>
                  <a:lnTo>
                    <a:pt x="4291" y="465"/>
                  </a:lnTo>
                  <a:lnTo>
                    <a:pt x="4059" y="285"/>
                  </a:lnTo>
                  <a:lnTo>
                    <a:pt x="3800" y="129"/>
                  </a:lnTo>
                  <a:lnTo>
                    <a:pt x="3516" y="52"/>
                  </a:lnTo>
                  <a:lnTo>
                    <a:pt x="3361" y="26"/>
                  </a:lnTo>
                  <a:lnTo>
                    <a:pt x="32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 name="Google Shape;817;p59"/>
          <p:cNvGrpSpPr/>
          <p:nvPr/>
        </p:nvGrpSpPr>
        <p:grpSpPr>
          <a:xfrm>
            <a:off x="5632159" y="1316352"/>
            <a:ext cx="307171" cy="383454"/>
            <a:chOff x="4798125" y="1323925"/>
            <a:chExt cx="286300" cy="357400"/>
          </a:xfrm>
        </p:grpSpPr>
        <p:sp>
          <p:nvSpPr>
            <p:cNvPr id="818" name="Google Shape;818;p59"/>
            <p:cNvSpPr/>
            <p:nvPr/>
          </p:nvSpPr>
          <p:spPr>
            <a:xfrm>
              <a:off x="4798125" y="1323925"/>
              <a:ext cx="286300" cy="357400"/>
            </a:xfrm>
            <a:custGeom>
              <a:avLst/>
              <a:gdLst/>
              <a:ahLst/>
              <a:cxnLst/>
              <a:rect l="l" t="t" r="r" b="b"/>
              <a:pathLst>
                <a:path w="11452" h="14296" extrusionOk="0">
                  <a:moveTo>
                    <a:pt x="8091" y="1422"/>
                  </a:moveTo>
                  <a:lnTo>
                    <a:pt x="9461" y="2792"/>
                  </a:lnTo>
                  <a:lnTo>
                    <a:pt x="8427" y="2792"/>
                  </a:lnTo>
                  <a:lnTo>
                    <a:pt x="8350" y="2766"/>
                  </a:lnTo>
                  <a:lnTo>
                    <a:pt x="8272" y="2714"/>
                  </a:lnTo>
                  <a:lnTo>
                    <a:pt x="8221" y="2663"/>
                  </a:lnTo>
                  <a:lnTo>
                    <a:pt x="8169" y="2611"/>
                  </a:lnTo>
                  <a:lnTo>
                    <a:pt x="8117" y="2533"/>
                  </a:lnTo>
                  <a:lnTo>
                    <a:pt x="8117" y="2456"/>
                  </a:lnTo>
                  <a:lnTo>
                    <a:pt x="8091" y="2378"/>
                  </a:lnTo>
                  <a:lnTo>
                    <a:pt x="8091" y="1422"/>
                  </a:lnTo>
                  <a:close/>
                  <a:moveTo>
                    <a:pt x="5713" y="4188"/>
                  </a:moveTo>
                  <a:lnTo>
                    <a:pt x="5972" y="4214"/>
                  </a:lnTo>
                  <a:lnTo>
                    <a:pt x="6204" y="4291"/>
                  </a:lnTo>
                  <a:lnTo>
                    <a:pt x="6437" y="4395"/>
                  </a:lnTo>
                  <a:lnTo>
                    <a:pt x="6618" y="4550"/>
                  </a:lnTo>
                  <a:lnTo>
                    <a:pt x="6773" y="4756"/>
                  </a:lnTo>
                  <a:lnTo>
                    <a:pt x="6876" y="4963"/>
                  </a:lnTo>
                  <a:lnTo>
                    <a:pt x="6954" y="5196"/>
                  </a:lnTo>
                  <a:lnTo>
                    <a:pt x="6980" y="5454"/>
                  </a:lnTo>
                  <a:lnTo>
                    <a:pt x="6980" y="6152"/>
                  </a:lnTo>
                  <a:lnTo>
                    <a:pt x="4472" y="6152"/>
                  </a:lnTo>
                  <a:lnTo>
                    <a:pt x="4472" y="5454"/>
                  </a:lnTo>
                  <a:lnTo>
                    <a:pt x="4498" y="5196"/>
                  </a:lnTo>
                  <a:lnTo>
                    <a:pt x="4576" y="4963"/>
                  </a:lnTo>
                  <a:lnTo>
                    <a:pt x="4679" y="4756"/>
                  </a:lnTo>
                  <a:lnTo>
                    <a:pt x="4834" y="4550"/>
                  </a:lnTo>
                  <a:lnTo>
                    <a:pt x="5015" y="4395"/>
                  </a:lnTo>
                  <a:lnTo>
                    <a:pt x="5222" y="4291"/>
                  </a:lnTo>
                  <a:lnTo>
                    <a:pt x="5481" y="4214"/>
                  </a:lnTo>
                  <a:lnTo>
                    <a:pt x="5713" y="4188"/>
                  </a:lnTo>
                  <a:close/>
                  <a:moveTo>
                    <a:pt x="7393" y="6980"/>
                  </a:moveTo>
                  <a:lnTo>
                    <a:pt x="7445" y="7005"/>
                  </a:lnTo>
                  <a:lnTo>
                    <a:pt x="7497" y="7031"/>
                  </a:lnTo>
                  <a:lnTo>
                    <a:pt x="7523" y="7057"/>
                  </a:lnTo>
                  <a:lnTo>
                    <a:pt x="7549" y="7109"/>
                  </a:lnTo>
                  <a:lnTo>
                    <a:pt x="7549" y="8375"/>
                  </a:lnTo>
                  <a:lnTo>
                    <a:pt x="3904" y="8375"/>
                  </a:lnTo>
                  <a:lnTo>
                    <a:pt x="3904" y="7109"/>
                  </a:lnTo>
                  <a:lnTo>
                    <a:pt x="3929" y="7057"/>
                  </a:lnTo>
                  <a:lnTo>
                    <a:pt x="3955" y="7031"/>
                  </a:lnTo>
                  <a:lnTo>
                    <a:pt x="3981" y="7005"/>
                  </a:lnTo>
                  <a:lnTo>
                    <a:pt x="4059" y="6980"/>
                  </a:lnTo>
                  <a:close/>
                  <a:moveTo>
                    <a:pt x="7264" y="827"/>
                  </a:moveTo>
                  <a:lnTo>
                    <a:pt x="7264" y="2378"/>
                  </a:lnTo>
                  <a:lnTo>
                    <a:pt x="7290" y="2637"/>
                  </a:lnTo>
                  <a:lnTo>
                    <a:pt x="7368" y="2869"/>
                  </a:lnTo>
                  <a:lnTo>
                    <a:pt x="7471" y="3076"/>
                  </a:lnTo>
                  <a:lnTo>
                    <a:pt x="7626" y="3257"/>
                  </a:lnTo>
                  <a:lnTo>
                    <a:pt x="7807" y="3412"/>
                  </a:lnTo>
                  <a:lnTo>
                    <a:pt x="8014" y="3541"/>
                  </a:lnTo>
                  <a:lnTo>
                    <a:pt x="8272" y="3593"/>
                  </a:lnTo>
                  <a:lnTo>
                    <a:pt x="8505" y="3619"/>
                  </a:lnTo>
                  <a:lnTo>
                    <a:pt x="10056" y="3619"/>
                  </a:lnTo>
                  <a:lnTo>
                    <a:pt x="10056" y="8375"/>
                  </a:lnTo>
                  <a:lnTo>
                    <a:pt x="8376" y="8375"/>
                  </a:lnTo>
                  <a:lnTo>
                    <a:pt x="8376" y="7109"/>
                  </a:lnTo>
                  <a:lnTo>
                    <a:pt x="8376" y="6980"/>
                  </a:lnTo>
                  <a:lnTo>
                    <a:pt x="8324" y="6850"/>
                  </a:lnTo>
                  <a:lnTo>
                    <a:pt x="8298" y="6721"/>
                  </a:lnTo>
                  <a:lnTo>
                    <a:pt x="8221" y="6592"/>
                  </a:lnTo>
                  <a:lnTo>
                    <a:pt x="8143" y="6488"/>
                  </a:lnTo>
                  <a:lnTo>
                    <a:pt x="8040" y="6385"/>
                  </a:lnTo>
                  <a:lnTo>
                    <a:pt x="7936" y="6307"/>
                  </a:lnTo>
                  <a:lnTo>
                    <a:pt x="7807" y="6230"/>
                  </a:lnTo>
                  <a:lnTo>
                    <a:pt x="7807" y="5454"/>
                  </a:lnTo>
                  <a:lnTo>
                    <a:pt x="7807" y="5222"/>
                  </a:lnTo>
                  <a:lnTo>
                    <a:pt x="7781" y="5015"/>
                  </a:lnTo>
                  <a:lnTo>
                    <a:pt x="7729" y="4834"/>
                  </a:lnTo>
                  <a:lnTo>
                    <a:pt x="7652" y="4627"/>
                  </a:lnTo>
                  <a:lnTo>
                    <a:pt x="7574" y="4446"/>
                  </a:lnTo>
                  <a:lnTo>
                    <a:pt x="7471" y="4265"/>
                  </a:lnTo>
                  <a:lnTo>
                    <a:pt x="7342" y="4110"/>
                  </a:lnTo>
                  <a:lnTo>
                    <a:pt x="7212" y="3955"/>
                  </a:lnTo>
                  <a:lnTo>
                    <a:pt x="7057" y="3826"/>
                  </a:lnTo>
                  <a:lnTo>
                    <a:pt x="6902" y="3722"/>
                  </a:lnTo>
                  <a:lnTo>
                    <a:pt x="6721" y="3593"/>
                  </a:lnTo>
                  <a:lnTo>
                    <a:pt x="6540" y="3516"/>
                  </a:lnTo>
                  <a:lnTo>
                    <a:pt x="6334" y="3438"/>
                  </a:lnTo>
                  <a:lnTo>
                    <a:pt x="6153" y="3386"/>
                  </a:lnTo>
                  <a:lnTo>
                    <a:pt x="5946" y="3361"/>
                  </a:lnTo>
                  <a:lnTo>
                    <a:pt x="5506" y="3361"/>
                  </a:lnTo>
                  <a:lnTo>
                    <a:pt x="5300" y="3386"/>
                  </a:lnTo>
                  <a:lnTo>
                    <a:pt x="5093" y="3438"/>
                  </a:lnTo>
                  <a:lnTo>
                    <a:pt x="4912" y="3516"/>
                  </a:lnTo>
                  <a:lnTo>
                    <a:pt x="4731" y="3593"/>
                  </a:lnTo>
                  <a:lnTo>
                    <a:pt x="4550" y="3722"/>
                  </a:lnTo>
                  <a:lnTo>
                    <a:pt x="4395" y="3826"/>
                  </a:lnTo>
                  <a:lnTo>
                    <a:pt x="4240" y="3955"/>
                  </a:lnTo>
                  <a:lnTo>
                    <a:pt x="4110" y="4110"/>
                  </a:lnTo>
                  <a:lnTo>
                    <a:pt x="3981" y="4265"/>
                  </a:lnTo>
                  <a:lnTo>
                    <a:pt x="3878" y="4446"/>
                  </a:lnTo>
                  <a:lnTo>
                    <a:pt x="3800" y="4627"/>
                  </a:lnTo>
                  <a:lnTo>
                    <a:pt x="3723" y="4834"/>
                  </a:lnTo>
                  <a:lnTo>
                    <a:pt x="3671" y="5015"/>
                  </a:lnTo>
                  <a:lnTo>
                    <a:pt x="3645" y="5222"/>
                  </a:lnTo>
                  <a:lnTo>
                    <a:pt x="3619" y="5454"/>
                  </a:lnTo>
                  <a:lnTo>
                    <a:pt x="3619" y="6230"/>
                  </a:lnTo>
                  <a:lnTo>
                    <a:pt x="3516" y="6307"/>
                  </a:lnTo>
                  <a:lnTo>
                    <a:pt x="3412" y="6385"/>
                  </a:lnTo>
                  <a:lnTo>
                    <a:pt x="3309" y="6488"/>
                  </a:lnTo>
                  <a:lnTo>
                    <a:pt x="3232" y="6592"/>
                  </a:lnTo>
                  <a:lnTo>
                    <a:pt x="3154" y="6721"/>
                  </a:lnTo>
                  <a:lnTo>
                    <a:pt x="3102" y="6850"/>
                  </a:lnTo>
                  <a:lnTo>
                    <a:pt x="3076" y="6980"/>
                  </a:lnTo>
                  <a:lnTo>
                    <a:pt x="3076" y="7109"/>
                  </a:lnTo>
                  <a:lnTo>
                    <a:pt x="3076" y="8375"/>
                  </a:lnTo>
                  <a:lnTo>
                    <a:pt x="1396" y="8375"/>
                  </a:lnTo>
                  <a:lnTo>
                    <a:pt x="1396" y="1267"/>
                  </a:lnTo>
                  <a:lnTo>
                    <a:pt x="1396" y="1163"/>
                  </a:lnTo>
                  <a:lnTo>
                    <a:pt x="1422" y="1086"/>
                  </a:lnTo>
                  <a:lnTo>
                    <a:pt x="1474" y="1034"/>
                  </a:lnTo>
                  <a:lnTo>
                    <a:pt x="1525" y="956"/>
                  </a:lnTo>
                  <a:lnTo>
                    <a:pt x="1577" y="905"/>
                  </a:lnTo>
                  <a:lnTo>
                    <a:pt x="1655" y="879"/>
                  </a:lnTo>
                  <a:lnTo>
                    <a:pt x="1732" y="853"/>
                  </a:lnTo>
                  <a:lnTo>
                    <a:pt x="1810" y="827"/>
                  </a:lnTo>
                  <a:close/>
                  <a:moveTo>
                    <a:pt x="10599" y="9203"/>
                  </a:moveTo>
                  <a:lnTo>
                    <a:pt x="10599" y="11736"/>
                  </a:lnTo>
                  <a:lnTo>
                    <a:pt x="827" y="11736"/>
                  </a:lnTo>
                  <a:lnTo>
                    <a:pt x="827" y="9203"/>
                  </a:lnTo>
                  <a:close/>
                  <a:moveTo>
                    <a:pt x="10056" y="12563"/>
                  </a:moveTo>
                  <a:lnTo>
                    <a:pt x="10056" y="13028"/>
                  </a:lnTo>
                  <a:lnTo>
                    <a:pt x="10030" y="13132"/>
                  </a:lnTo>
                  <a:lnTo>
                    <a:pt x="10030" y="13209"/>
                  </a:lnTo>
                  <a:lnTo>
                    <a:pt x="9978" y="13287"/>
                  </a:lnTo>
                  <a:lnTo>
                    <a:pt x="9927" y="13339"/>
                  </a:lnTo>
                  <a:lnTo>
                    <a:pt x="9875" y="13390"/>
                  </a:lnTo>
                  <a:lnTo>
                    <a:pt x="9798" y="13416"/>
                  </a:lnTo>
                  <a:lnTo>
                    <a:pt x="9720" y="13442"/>
                  </a:lnTo>
                  <a:lnTo>
                    <a:pt x="9642" y="13468"/>
                  </a:lnTo>
                  <a:lnTo>
                    <a:pt x="1810" y="13468"/>
                  </a:lnTo>
                  <a:lnTo>
                    <a:pt x="1732" y="13442"/>
                  </a:lnTo>
                  <a:lnTo>
                    <a:pt x="1655" y="13416"/>
                  </a:lnTo>
                  <a:lnTo>
                    <a:pt x="1577" y="13390"/>
                  </a:lnTo>
                  <a:lnTo>
                    <a:pt x="1525" y="13339"/>
                  </a:lnTo>
                  <a:lnTo>
                    <a:pt x="1474" y="13287"/>
                  </a:lnTo>
                  <a:lnTo>
                    <a:pt x="1422" y="13209"/>
                  </a:lnTo>
                  <a:lnTo>
                    <a:pt x="1396" y="13132"/>
                  </a:lnTo>
                  <a:lnTo>
                    <a:pt x="1396" y="13028"/>
                  </a:lnTo>
                  <a:lnTo>
                    <a:pt x="1396" y="12563"/>
                  </a:lnTo>
                  <a:close/>
                  <a:moveTo>
                    <a:pt x="1810" y="0"/>
                  </a:moveTo>
                  <a:lnTo>
                    <a:pt x="1551" y="26"/>
                  </a:lnTo>
                  <a:lnTo>
                    <a:pt x="1319" y="103"/>
                  </a:lnTo>
                  <a:lnTo>
                    <a:pt x="1112" y="207"/>
                  </a:lnTo>
                  <a:lnTo>
                    <a:pt x="931" y="362"/>
                  </a:lnTo>
                  <a:lnTo>
                    <a:pt x="776" y="569"/>
                  </a:lnTo>
                  <a:lnTo>
                    <a:pt x="646" y="776"/>
                  </a:lnTo>
                  <a:lnTo>
                    <a:pt x="595" y="1008"/>
                  </a:lnTo>
                  <a:lnTo>
                    <a:pt x="569" y="1267"/>
                  </a:lnTo>
                  <a:lnTo>
                    <a:pt x="569" y="8375"/>
                  </a:lnTo>
                  <a:lnTo>
                    <a:pt x="336" y="8375"/>
                  </a:lnTo>
                  <a:lnTo>
                    <a:pt x="259" y="8401"/>
                  </a:lnTo>
                  <a:lnTo>
                    <a:pt x="181" y="8453"/>
                  </a:lnTo>
                  <a:lnTo>
                    <a:pt x="129" y="8505"/>
                  </a:lnTo>
                  <a:lnTo>
                    <a:pt x="78" y="8556"/>
                  </a:lnTo>
                  <a:lnTo>
                    <a:pt x="26" y="8634"/>
                  </a:lnTo>
                  <a:lnTo>
                    <a:pt x="0" y="8712"/>
                  </a:lnTo>
                  <a:lnTo>
                    <a:pt x="0" y="8789"/>
                  </a:lnTo>
                  <a:lnTo>
                    <a:pt x="0" y="12150"/>
                  </a:lnTo>
                  <a:lnTo>
                    <a:pt x="0" y="12227"/>
                  </a:lnTo>
                  <a:lnTo>
                    <a:pt x="26" y="12305"/>
                  </a:lnTo>
                  <a:lnTo>
                    <a:pt x="78" y="12382"/>
                  </a:lnTo>
                  <a:lnTo>
                    <a:pt x="129" y="12434"/>
                  </a:lnTo>
                  <a:lnTo>
                    <a:pt x="181" y="12486"/>
                  </a:lnTo>
                  <a:lnTo>
                    <a:pt x="259" y="12537"/>
                  </a:lnTo>
                  <a:lnTo>
                    <a:pt x="336" y="12563"/>
                  </a:lnTo>
                  <a:lnTo>
                    <a:pt x="569" y="12563"/>
                  </a:lnTo>
                  <a:lnTo>
                    <a:pt x="569" y="13028"/>
                  </a:lnTo>
                  <a:lnTo>
                    <a:pt x="595" y="13287"/>
                  </a:lnTo>
                  <a:lnTo>
                    <a:pt x="646" y="13520"/>
                  </a:lnTo>
                  <a:lnTo>
                    <a:pt x="776" y="13752"/>
                  </a:lnTo>
                  <a:lnTo>
                    <a:pt x="931" y="13933"/>
                  </a:lnTo>
                  <a:lnTo>
                    <a:pt x="1112" y="14088"/>
                  </a:lnTo>
                  <a:lnTo>
                    <a:pt x="1319" y="14192"/>
                  </a:lnTo>
                  <a:lnTo>
                    <a:pt x="1551" y="14269"/>
                  </a:lnTo>
                  <a:lnTo>
                    <a:pt x="1810" y="14295"/>
                  </a:lnTo>
                  <a:lnTo>
                    <a:pt x="9642" y="14295"/>
                  </a:lnTo>
                  <a:lnTo>
                    <a:pt x="9875" y="14269"/>
                  </a:lnTo>
                  <a:lnTo>
                    <a:pt x="10108" y="14192"/>
                  </a:lnTo>
                  <a:lnTo>
                    <a:pt x="10340" y="14088"/>
                  </a:lnTo>
                  <a:lnTo>
                    <a:pt x="10521" y="13933"/>
                  </a:lnTo>
                  <a:lnTo>
                    <a:pt x="10676" y="13752"/>
                  </a:lnTo>
                  <a:lnTo>
                    <a:pt x="10780" y="13520"/>
                  </a:lnTo>
                  <a:lnTo>
                    <a:pt x="10857" y="13287"/>
                  </a:lnTo>
                  <a:lnTo>
                    <a:pt x="10883" y="13028"/>
                  </a:lnTo>
                  <a:lnTo>
                    <a:pt x="10883" y="12563"/>
                  </a:lnTo>
                  <a:lnTo>
                    <a:pt x="11116" y="12563"/>
                  </a:lnTo>
                  <a:lnTo>
                    <a:pt x="11193" y="12537"/>
                  </a:lnTo>
                  <a:lnTo>
                    <a:pt x="11271" y="12486"/>
                  </a:lnTo>
                  <a:lnTo>
                    <a:pt x="11323" y="12434"/>
                  </a:lnTo>
                  <a:lnTo>
                    <a:pt x="11374" y="12382"/>
                  </a:lnTo>
                  <a:lnTo>
                    <a:pt x="11426" y="12305"/>
                  </a:lnTo>
                  <a:lnTo>
                    <a:pt x="11426" y="12227"/>
                  </a:lnTo>
                  <a:lnTo>
                    <a:pt x="11452" y="12150"/>
                  </a:lnTo>
                  <a:lnTo>
                    <a:pt x="11452" y="8789"/>
                  </a:lnTo>
                  <a:lnTo>
                    <a:pt x="11426" y="8712"/>
                  </a:lnTo>
                  <a:lnTo>
                    <a:pt x="11426" y="8634"/>
                  </a:lnTo>
                  <a:lnTo>
                    <a:pt x="11374" y="8556"/>
                  </a:lnTo>
                  <a:lnTo>
                    <a:pt x="11323" y="8505"/>
                  </a:lnTo>
                  <a:lnTo>
                    <a:pt x="11271" y="8453"/>
                  </a:lnTo>
                  <a:lnTo>
                    <a:pt x="11193" y="8401"/>
                  </a:lnTo>
                  <a:lnTo>
                    <a:pt x="11116" y="8375"/>
                  </a:lnTo>
                  <a:lnTo>
                    <a:pt x="10883" y="8375"/>
                  </a:lnTo>
                  <a:lnTo>
                    <a:pt x="10883" y="3205"/>
                  </a:lnTo>
                  <a:lnTo>
                    <a:pt x="10883" y="3128"/>
                  </a:lnTo>
                  <a:lnTo>
                    <a:pt x="10857" y="3050"/>
                  </a:lnTo>
                  <a:lnTo>
                    <a:pt x="10806" y="2973"/>
                  </a:lnTo>
                  <a:lnTo>
                    <a:pt x="10754" y="2921"/>
                  </a:lnTo>
                  <a:lnTo>
                    <a:pt x="7962" y="129"/>
                  </a:lnTo>
                  <a:lnTo>
                    <a:pt x="7910" y="78"/>
                  </a:lnTo>
                  <a:lnTo>
                    <a:pt x="7833" y="26"/>
                  </a:lnTo>
                  <a:lnTo>
                    <a:pt x="77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9"/>
            <p:cNvSpPr/>
            <p:nvPr/>
          </p:nvSpPr>
          <p:spPr>
            <a:xfrm>
              <a:off x="4847225" y="1575300"/>
              <a:ext cx="20725" cy="20700"/>
            </a:xfrm>
            <a:custGeom>
              <a:avLst/>
              <a:gdLst/>
              <a:ahLst/>
              <a:cxnLst/>
              <a:rect l="l" t="t" r="r" b="b"/>
              <a:pathLst>
                <a:path w="829" h="828" extrusionOk="0">
                  <a:moveTo>
                    <a:pt x="337" y="1"/>
                  </a:moveTo>
                  <a:lnTo>
                    <a:pt x="234" y="27"/>
                  </a:lnTo>
                  <a:lnTo>
                    <a:pt x="182" y="78"/>
                  </a:lnTo>
                  <a:lnTo>
                    <a:pt x="104" y="130"/>
                  </a:lnTo>
                  <a:lnTo>
                    <a:pt x="53" y="182"/>
                  </a:lnTo>
                  <a:lnTo>
                    <a:pt x="27" y="259"/>
                  </a:lnTo>
                  <a:lnTo>
                    <a:pt x="1" y="337"/>
                  </a:lnTo>
                  <a:lnTo>
                    <a:pt x="1" y="414"/>
                  </a:lnTo>
                  <a:lnTo>
                    <a:pt x="1" y="492"/>
                  </a:lnTo>
                  <a:lnTo>
                    <a:pt x="27" y="569"/>
                  </a:lnTo>
                  <a:lnTo>
                    <a:pt x="53" y="647"/>
                  </a:lnTo>
                  <a:lnTo>
                    <a:pt x="104" y="725"/>
                  </a:lnTo>
                  <a:lnTo>
                    <a:pt x="182" y="776"/>
                  </a:lnTo>
                  <a:lnTo>
                    <a:pt x="234" y="802"/>
                  </a:lnTo>
                  <a:lnTo>
                    <a:pt x="337" y="828"/>
                  </a:lnTo>
                  <a:lnTo>
                    <a:pt x="492" y="828"/>
                  </a:lnTo>
                  <a:lnTo>
                    <a:pt x="570" y="802"/>
                  </a:lnTo>
                  <a:lnTo>
                    <a:pt x="647" y="776"/>
                  </a:lnTo>
                  <a:lnTo>
                    <a:pt x="699" y="725"/>
                  </a:lnTo>
                  <a:lnTo>
                    <a:pt x="751" y="647"/>
                  </a:lnTo>
                  <a:lnTo>
                    <a:pt x="802" y="569"/>
                  </a:lnTo>
                  <a:lnTo>
                    <a:pt x="828" y="492"/>
                  </a:lnTo>
                  <a:lnTo>
                    <a:pt x="828" y="414"/>
                  </a:lnTo>
                  <a:lnTo>
                    <a:pt x="828" y="337"/>
                  </a:lnTo>
                  <a:lnTo>
                    <a:pt x="802" y="259"/>
                  </a:lnTo>
                  <a:lnTo>
                    <a:pt x="751" y="182"/>
                  </a:lnTo>
                  <a:lnTo>
                    <a:pt x="699" y="130"/>
                  </a:lnTo>
                  <a:lnTo>
                    <a:pt x="647" y="78"/>
                  </a:lnTo>
                  <a:lnTo>
                    <a:pt x="570"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9"/>
            <p:cNvSpPr/>
            <p:nvPr/>
          </p:nvSpPr>
          <p:spPr>
            <a:xfrm>
              <a:off x="4888600" y="1575300"/>
              <a:ext cx="21350" cy="20700"/>
            </a:xfrm>
            <a:custGeom>
              <a:avLst/>
              <a:gdLst/>
              <a:ahLst/>
              <a:cxnLst/>
              <a:rect l="l" t="t" r="r" b="b"/>
              <a:pathLst>
                <a:path w="854" h="828" extrusionOk="0">
                  <a:moveTo>
                    <a:pt x="336" y="1"/>
                  </a:moveTo>
                  <a:lnTo>
                    <a:pt x="259" y="27"/>
                  </a:lnTo>
                  <a:lnTo>
                    <a:pt x="207" y="78"/>
                  </a:lnTo>
                  <a:lnTo>
                    <a:pt x="130" y="130"/>
                  </a:lnTo>
                  <a:lnTo>
                    <a:pt x="78" y="182"/>
                  </a:lnTo>
                  <a:lnTo>
                    <a:pt x="52" y="259"/>
                  </a:lnTo>
                  <a:lnTo>
                    <a:pt x="26" y="337"/>
                  </a:lnTo>
                  <a:lnTo>
                    <a:pt x="0" y="414"/>
                  </a:lnTo>
                  <a:lnTo>
                    <a:pt x="26" y="492"/>
                  </a:lnTo>
                  <a:lnTo>
                    <a:pt x="52" y="569"/>
                  </a:lnTo>
                  <a:lnTo>
                    <a:pt x="78" y="647"/>
                  </a:lnTo>
                  <a:lnTo>
                    <a:pt x="130" y="725"/>
                  </a:lnTo>
                  <a:lnTo>
                    <a:pt x="207" y="776"/>
                  </a:lnTo>
                  <a:lnTo>
                    <a:pt x="259" y="802"/>
                  </a:lnTo>
                  <a:lnTo>
                    <a:pt x="336" y="828"/>
                  </a:lnTo>
                  <a:lnTo>
                    <a:pt x="517" y="828"/>
                  </a:lnTo>
                  <a:lnTo>
                    <a:pt x="595" y="802"/>
                  </a:lnTo>
                  <a:lnTo>
                    <a:pt x="672" y="776"/>
                  </a:lnTo>
                  <a:lnTo>
                    <a:pt x="724" y="725"/>
                  </a:lnTo>
                  <a:lnTo>
                    <a:pt x="776" y="647"/>
                  </a:lnTo>
                  <a:lnTo>
                    <a:pt x="827" y="569"/>
                  </a:lnTo>
                  <a:lnTo>
                    <a:pt x="827" y="492"/>
                  </a:lnTo>
                  <a:lnTo>
                    <a:pt x="853" y="414"/>
                  </a:lnTo>
                  <a:lnTo>
                    <a:pt x="827" y="337"/>
                  </a:lnTo>
                  <a:lnTo>
                    <a:pt x="827" y="259"/>
                  </a:lnTo>
                  <a:lnTo>
                    <a:pt x="776" y="182"/>
                  </a:lnTo>
                  <a:lnTo>
                    <a:pt x="724" y="130"/>
                  </a:lnTo>
                  <a:lnTo>
                    <a:pt x="672" y="78"/>
                  </a:lnTo>
                  <a:lnTo>
                    <a:pt x="595" y="27"/>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9"/>
            <p:cNvSpPr/>
            <p:nvPr/>
          </p:nvSpPr>
          <p:spPr>
            <a:xfrm>
              <a:off x="4930600" y="1575300"/>
              <a:ext cx="21350" cy="20700"/>
            </a:xfrm>
            <a:custGeom>
              <a:avLst/>
              <a:gdLst/>
              <a:ahLst/>
              <a:cxnLst/>
              <a:rect l="l" t="t" r="r" b="b"/>
              <a:pathLst>
                <a:path w="854" h="828" extrusionOk="0">
                  <a:moveTo>
                    <a:pt x="337" y="1"/>
                  </a:moveTo>
                  <a:lnTo>
                    <a:pt x="259" y="27"/>
                  </a:lnTo>
                  <a:lnTo>
                    <a:pt x="182" y="78"/>
                  </a:lnTo>
                  <a:lnTo>
                    <a:pt x="130" y="130"/>
                  </a:lnTo>
                  <a:lnTo>
                    <a:pt x="78" y="182"/>
                  </a:lnTo>
                  <a:lnTo>
                    <a:pt x="26" y="259"/>
                  </a:lnTo>
                  <a:lnTo>
                    <a:pt x="26" y="337"/>
                  </a:lnTo>
                  <a:lnTo>
                    <a:pt x="1" y="414"/>
                  </a:lnTo>
                  <a:lnTo>
                    <a:pt x="26" y="492"/>
                  </a:lnTo>
                  <a:lnTo>
                    <a:pt x="26" y="569"/>
                  </a:lnTo>
                  <a:lnTo>
                    <a:pt x="78" y="647"/>
                  </a:lnTo>
                  <a:lnTo>
                    <a:pt x="130" y="725"/>
                  </a:lnTo>
                  <a:lnTo>
                    <a:pt x="182" y="776"/>
                  </a:lnTo>
                  <a:lnTo>
                    <a:pt x="259" y="802"/>
                  </a:lnTo>
                  <a:lnTo>
                    <a:pt x="337" y="828"/>
                  </a:lnTo>
                  <a:lnTo>
                    <a:pt x="518" y="828"/>
                  </a:lnTo>
                  <a:lnTo>
                    <a:pt x="595" y="802"/>
                  </a:lnTo>
                  <a:lnTo>
                    <a:pt x="647" y="776"/>
                  </a:lnTo>
                  <a:lnTo>
                    <a:pt x="724" y="725"/>
                  </a:lnTo>
                  <a:lnTo>
                    <a:pt x="776" y="647"/>
                  </a:lnTo>
                  <a:lnTo>
                    <a:pt x="802" y="569"/>
                  </a:lnTo>
                  <a:lnTo>
                    <a:pt x="828" y="492"/>
                  </a:lnTo>
                  <a:lnTo>
                    <a:pt x="854" y="414"/>
                  </a:lnTo>
                  <a:lnTo>
                    <a:pt x="828" y="337"/>
                  </a:lnTo>
                  <a:lnTo>
                    <a:pt x="802" y="259"/>
                  </a:lnTo>
                  <a:lnTo>
                    <a:pt x="776" y="182"/>
                  </a:lnTo>
                  <a:lnTo>
                    <a:pt x="724" y="130"/>
                  </a:lnTo>
                  <a:lnTo>
                    <a:pt x="647" y="78"/>
                  </a:lnTo>
                  <a:lnTo>
                    <a:pt x="595" y="27"/>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9"/>
            <p:cNvSpPr/>
            <p:nvPr/>
          </p:nvSpPr>
          <p:spPr>
            <a:xfrm>
              <a:off x="4972600" y="1575300"/>
              <a:ext cx="20725" cy="20700"/>
            </a:xfrm>
            <a:custGeom>
              <a:avLst/>
              <a:gdLst/>
              <a:ahLst/>
              <a:cxnLst/>
              <a:rect l="l" t="t" r="r" b="b"/>
              <a:pathLst>
                <a:path w="829" h="828" extrusionOk="0">
                  <a:moveTo>
                    <a:pt x="337" y="1"/>
                  </a:moveTo>
                  <a:lnTo>
                    <a:pt x="259" y="27"/>
                  </a:lnTo>
                  <a:lnTo>
                    <a:pt x="182" y="78"/>
                  </a:lnTo>
                  <a:lnTo>
                    <a:pt x="130" y="130"/>
                  </a:lnTo>
                  <a:lnTo>
                    <a:pt x="78" y="182"/>
                  </a:lnTo>
                  <a:lnTo>
                    <a:pt x="27" y="259"/>
                  </a:lnTo>
                  <a:lnTo>
                    <a:pt x="1" y="337"/>
                  </a:lnTo>
                  <a:lnTo>
                    <a:pt x="1" y="414"/>
                  </a:lnTo>
                  <a:lnTo>
                    <a:pt x="1" y="492"/>
                  </a:lnTo>
                  <a:lnTo>
                    <a:pt x="27" y="569"/>
                  </a:lnTo>
                  <a:lnTo>
                    <a:pt x="78" y="647"/>
                  </a:lnTo>
                  <a:lnTo>
                    <a:pt x="130" y="725"/>
                  </a:lnTo>
                  <a:lnTo>
                    <a:pt x="182" y="776"/>
                  </a:lnTo>
                  <a:lnTo>
                    <a:pt x="259" y="802"/>
                  </a:lnTo>
                  <a:lnTo>
                    <a:pt x="337" y="828"/>
                  </a:lnTo>
                  <a:lnTo>
                    <a:pt x="492" y="828"/>
                  </a:lnTo>
                  <a:lnTo>
                    <a:pt x="570" y="802"/>
                  </a:lnTo>
                  <a:lnTo>
                    <a:pt x="647" y="776"/>
                  </a:lnTo>
                  <a:lnTo>
                    <a:pt x="725" y="725"/>
                  </a:lnTo>
                  <a:lnTo>
                    <a:pt x="776" y="647"/>
                  </a:lnTo>
                  <a:lnTo>
                    <a:pt x="802" y="569"/>
                  </a:lnTo>
                  <a:lnTo>
                    <a:pt x="828" y="492"/>
                  </a:lnTo>
                  <a:lnTo>
                    <a:pt x="828" y="414"/>
                  </a:lnTo>
                  <a:lnTo>
                    <a:pt x="828" y="337"/>
                  </a:lnTo>
                  <a:lnTo>
                    <a:pt x="802" y="259"/>
                  </a:lnTo>
                  <a:lnTo>
                    <a:pt x="776" y="182"/>
                  </a:lnTo>
                  <a:lnTo>
                    <a:pt x="725" y="130"/>
                  </a:lnTo>
                  <a:lnTo>
                    <a:pt x="647" y="78"/>
                  </a:lnTo>
                  <a:lnTo>
                    <a:pt x="570"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9"/>
            <p:cNvSpPr/>
            <p:nvPr/>
          </p:nvSpPr>
          <p:spPr>
            <a:xfrm>
              <a:off x="5014625" y="1575300"/>
              <a:ext cx="20700" cy="20700"/>
            </a:xfrm>
            <a:custGeom>
              <a:avLst/>
              <a:gdLst/>
              <a:ahLst/>
              <a:cxnLst/>
              <a:rect l="l" t="t" r="r" b="b"/>
              <a:pathLst>
                <a:path w="828" h="828" extrusionOk="0">
                  <a:moveTo>
                    <a:pt x="336" y="1"/>
                  </a:moveTo>
                  <a:lnTo>
                    <a:pt x="259" y="27"/>
                  </a:lnTo>
                  <a:lnTo>
                    <a:pt x="181" y="78"/>
                  </a:lnTo>
                  <a:lnTo>
                    <a:pt x="129" y="130"/>
                  </a:lnTo>
                  <a:lnTo>
                    <a:pt x="78" y="182"/>
                  </a:lnTo>
                  <a:lnTo>
                    <a:pt x="26" y="259"/>
                  </a:lnTo>
                  <a:lnTo>
                    <a:pt x="0" y="337"/>
                  </a:lnTo>
                  <a:lnTo>
                    <a:pt x="0" y="414"/>
                  </a:lnTo>
                  <a:lnTo>
                    <a:pt x="0" y="492"/>
                  </a:lnTo>
                  <a:lnTo>
                    <a:pt x="26" y="569"/>
                  </a:lnTo>
                  <a:lnTo>
                    <a:pt x="78" y="647"/>
                  </a:lnTo>
                  <a:lnTo>
                    <a:pt x="129" y="725"/>
                  </a:lnTo>
                  <a:lnTo>
                    <a:pt x="181" y="776"/>
                  </a:lnTo>
                  <a:lnTo>
                    <a:pt x="259" y="802"/>
                  </a:lnTo>
                  <a:lnTo>
                    <a:pt x="336" y="828"/>
                  </a:lnTo>
                  <a:lnTo>
                    <a:pt x="491" y="828"/>
                  </a:lnTo>
                  <a:lnTo>
                    <a:pt x="569" y="802"/>
                  </a:lnTo>
                  <a:lnTo>
                    <a:pt x="646" y="776"/>
                  </a:lnTo>
                  <a:lnTo>
                    <a:pt x="698" y="725"/>
                  </a:lnTo>
                  <a:lnTo>
                    <a:pt x="750" y="647"/>
                  </a:lnTo>
                  <a:lnTo>
                    <a:pt x="801" y="569"/>
                  </a:lnTo>
                  <a:lnTo>
                    <a:pt x="827" y="492"/>
                  </a:lnTo>
                  <a:lnTo>
                    <a:pt x="827" y="414"/>
                  </a:lnTo>
                  <a:lnTo>
                    <a:pt x="827" y="337"/>
                  </a:lnTo>
                  <a:lnTo>
                    <a:pt x="801" y="259"/>
                  </a:lnTo>
                  <a:lnTo>
                    <a:pt x="750" y="182"/>
                  </a:lnTo>
                  <a:lnTo>
                    <a:pt x="698" y="130"/>
                  </a:lnTo>
                  <a:lnTo>
                    <a:pt x="646" y="78"/>
                  </a:lnTo>
                  <a:lnTo>
                    <a:pt x="569" y="27"/>
                  </a:lnTo>
                  <a:lnTo>
                    <a:pt x="4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 name="Google Shape;824;p59"/>
          <p:cNvGrpSpPr/>
          <p:nvPr/>
        </p:nvGrpSpPr>
        <p:grpSpPr>
          <a:xfrm>
            <a:off x="6403172" y="1316352"/>
            <a:ext cx="383481" cy="383454"/>
            <a:chOff x="5516750" y="1323925"/>
            <a:chExt cx="357425" cy="357400"/>
          </a:xfrm>
        </p:grpSpPr>
        <p:sp>
          <p:nvSpPr>
            <p:cNvPr id="825" name="Google Shape;825;p59"/>
            <p:cNvSpPr/>
            <p:nvPr/>
          </p:nvSpPr>
          <p:spPr>
            <a:xfrm>
              <a:off x="5598825" y="1358800"/>
              <a:ext cx="193275" cy="181625"/>
            </a:xfrm>
            <a:custGeom>
              <a:avLst/>
              <a:gdLst/>
              <a:ahLst/>
              <a:cxnLst/>
              <a:rect l="l" t="t" r="r" b="b"/>
              <a:pathLst>
                <a:path w="7731" h="7265" extrusionOk="0">
                  <a:moveTo>
                    <a:pt x="3853" y="828"/>
                  </a:moveTo>
                  <a:lnTo>
                    <a:pt x="3930" y="854"/>
                  </a:lnTo>
                  <a:lnTo>
                    <a:pt x="4008" y="880"/>
                  </a:lnTo>
                  <a:lnTo>
                    <a:pt x="4111" y="932"/>
                  </a:lnTo>
                  <a:lnTo>
                    <a:pt x="4189" y="1035"/>
                  </a:lnTo>
                  <a:lnTo>
                    <a:pt x="6825" y="5869"/>
                  </a:lnTo>
                  <a:lnTo>
                    <a:pt x="6877" y="5998"/>
                  </a:lnTo>
                  <a:lnTo>
                    <a:pt x="6877" y="6102"/>
                  </a:lnTo>
                  <a:lnTo>
                    <a:pt x="6851" y="6179"/>
                  </a:lnTo>
                  <a:lnTo>
                    <a:pt x="6825" y="6231"/>
                  </a:lnTo>
                  <a:lnTo>
                    <a:pt x="6799" y="6283"/>
                  </a:lnTo>
                  <a:lnTo>
                    <a:pt x="6722" y="6360"/>
                  </a:lnTo>
                  <a:lnTo>
                    <a:pt x="6619" y="6412"/>
                  </a:lnTo>
                  <a:lnTo>
                    <a:pt x="1087" y="6412"/>
                  </a:lnTo>
                  <a:lnTo>
                    <a:pt x="983" y="6360"/>
                  </a:lnTo>
                  <a:lnTo>
                    <a:pt x="931" y="6283"/>
                  </a:lnTo>
                  <a:lnTo>
                    <a:pt x="880" y="6231"/>
                  </a:lnTo>
                  <a:lnTo>
                    <a:pt x="854" y="6179"/>
                  </a:lnTo>
                  <a:lnTo>
                    <a:pt x="828" y="6102"/>
                  </a:lnTo>
                  <a:lnTo>
                    <a:pt x="828" y="5998"/>
                  </a:lnTo>
                  <a:lnTo>
                    <a:pt x="880" y="5869"/>
                  </a:lnTo>
                  <a:lnTo>
                    <a:pt x="3516" y="1035"/>
                  </a:lnTo>
                  <a:lnTo>
                    <a:pt x="3620" y="932"/>
                  </a:lnTo>
                  <a:lnTo>
                    <a:pt x="3697" y="880"/>
                  </a:lnTo>
                  <a:lnTo>
                    <a:pt x="3801" y="854"/>
                  </a:lnTo>
                  <a:lnTo>
                    <a:pt x="3853" y="828"/>
                  </a:lnTo>
                  <a:close/>
                  <a:moveTo>
                    <a:pt x="3853" y="1"/>
                  </a:moveTo>
                  <a:lnTo>
                    <a:pt x="3697" y="27"/>
                  </a:lnTo>
                  <a:lnTo>
                    <a:pt x="3542" y="53"/>
                  </a:lnTo>
                  <a:lnTo>
                    <a:pt x="3387" y="104"/>
                  </a:lnTo>
                  <a:lnTo>
                    <a:pt x="3232" y="182"/>
                  </a:lnTo>
                  <a:lnTo>
                    <a:pt x="3103" y="259"/>
                  </a:lnTo>
                  <a:lnTo>
                    <a:pt x="2974" y="363"/>
                  </a:lnTo>
                  <a:lnTo>
                    <a:pt x="2870" y="492"/>
                  </a:lnTo>
                  <a:lnTo>
                    <a:pt x="2793" y="647"/>
                  </a:lnTo>
                  <a:lnTo>
                    <a:pt x="156" y="5455"/>
                  </a:lnTo>
                  <a:lnTo>
                    <a:pt x="78" y="5610"/>
                  </a:lnTo>
                  <a:lnTo>
                    <a:pt x="27" y="5766"/>
                  </a:lnTo>
                  <a:lnTo>
                    <a:pt x="1" y="5921"/>
                  </a:lnTo>
                  <a:lnTo>
                    <a:pt x="1" y="6076"/>
                  </a:lnTo>
                  <a:lnTo>
                    <a:pt x="1" y="6231"/>
                  </a:lnTo>
                  <a:lnTo>
                    <a:pt x="53" y="6360"/>
                  </a:lnTo>
                  <a:lnTo>
                    <a:pt x="104" y="6515"/>
                  </a:lnTo>
                  <a:lnTo>
                    <a:pt x="156" y="6670"/>
                  </a:lnTo>
                  <a:lnTo>
                    <a:pt x="259" y="6800"/>
                  </a:lnTo>
                  <a:lnTo>
                    <a:pt x="363" y="6929"/>
                  </a:lnTo>
                  <a:lnTo>
                    <a:pt x="492" y="7006"/>
                  </a:lnTo>
                  <a:lnTo>
                    <a:pt x="621" y="7110"/>
                  </a:lnTo>
                  <a:lnTo>
                    <a:pt x="750" y="7161"/>
                  </a:lnTo>
                  <a:lnTo>
                    <a:pt x="906" y="7213"/>
                  </a:lnTo>
                  <a:lnTo>
                    <a:pt x="1061" y="7239"/>
                  </a:lnTo>
                  <a:lnTo>
                    <a:pt x="1216" y="7265"/>
                  </a:lnTo>
                  <a:lnTo>
                    <a:pt x="6515" y="7265"/>
                  </a:lnTo>
                  <a:lnTo>
                    <a:pt x="6670" y="7239"/>
                  </a:lnTo>
                  <a:lnTo>
                    <a:pt x="6825" y="7213"/>
                  </a:lnTo>
                  <a:lnTo>
                    <a:pt x="6955" y="7161"/>
                  </a:lnTo>
                  <a:lnTo>
                    <a:pt x="7110" y="7110"/>
                  </a:lnTo>
                  <a:lnTo>
                    <a:pt x="7239" y="7006"/>
                  </a:lnTo>
                  <a:lnTo>
                    <a:pt x="7342" y="6929"/>
                  </a:lnTo>
                  <a:lnTo>
                    <a:pt x="7472" y="6800"/>
                  </a:lnTo>
                  <a:lnTo>
                    <a:pt x="7549" y="6670"/>
                  </a:lnTo>
                  <a:lnTo>
                    <a:pt x="7627" y="6515"/>
                  </a:lnTo>
                  <a:lnTo>
                    <a:pt x="7678" y="6360"/>
                  </a:lnTo>
                  <a:lnTo>
                    <a:pt x="7704" y="6231"/>
                  </a:lnTo>
                  <a:lnTo>
                    <a:pt x="7730" y="6076"/>
                  </a:lnTo>
                  <a:lnTo>
                    <a:pt x="7704" y="5921"/>
                  </a:lnTo>
                  <a:lnTo>
                    <a:pt x="7678" y="5766"/>
                  </a:lnTo>
                  <a:lnTo>
                    <a:pt x="7627" y="5610"/>
                  </a:lnTo>
                  <a:lnTo>
                    <a:pt x="7575" y="5455"/>
                  </a:lnTo>
                  <a:lnTo>
                    <a:pt x="4938" y="647"/>
                  </a:lnTo>
                  <a:lnTo>
                    <a:pt x="4835" y="492"/>
                  </a:lnTo>
                  <a:lnTo>
                    <a:pt x="4731" y="363"/>
                  </a:lnTo>
                  <a:lnTo>
                    <a:pt x="4602" y="259"/>
                  </a:lnTo>
                  <a:lnTo>
                    <a:pt x="4473" y="182"/>
                  </a:lnTo>
                  <a:lnTo>
                    <a:pt x="4344" y="104"/>
                  </a:lnTo>
                  <a:lnTo>
                    <a:pt x="4189" y="53"/>
                  </a:lnTo>
                  <a:lnTo>
                    <a:pt x="4033" y="27"/>
                  </a:lnTo>
                  <a:lnTo>
                    <a:pt x="38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9"/>
            <p:cNvSpPr/>
            <p:nvPr/>
          </p:nvSpPr>
          <p:spPr>
            <a:xfrm>
              <a:off x="5516750" y="1323925"/>
              <a:ext cx="357425" cy="357400"/>
            </a:xfrm>
            <a:custGeom>
              <a:avLst/>
              <a:gdLst/>
              <a:ahLst/>
              <a:cxnLst/>
              <a:rect l="l" t="t" r="r" b="b"/>
              <a:pathLst>
                <a:path w="14297" h="14296" extrusionOk="0">
                  <a:moveTo>
                    <a:pt x="13029" y="827"/>
                  </a:moveTo>
                  <a:lnTo>
                    <a:pt x="13107" y="853"/>
                  </a:lnTo>
                  <a:lnTo>
                    <a:pt x="13185" y="879"/>
                  </a:lnTo>
                  <a:lnTo>
                    <a:pt x="13262" y="905"/>
                  </a:lnTo>
                  <a:lnTo>
                    <a:pt x="13340" y="956"/>
                  </a:lnTo>
                  <a:lnTo>
                    <a:pt x="13391" y="1034"/>
                  </a:lnTo>
                  <a:lnTo>
                    <a:pt x="13417" y="1086"/>
                  </a:lnTo>
                  <a:lnTo>
                    <a:pt x="13443" y="1163"/>
                  </a:lnTo>
                  <a:lnTo>
                    <a:pt x="13443" y="1267"/>
                  </a:lnTo>
                  <a:lnTo>
                    <a:pt x="13443" y="9487"/>
                  </a:lnTo>
                  <a:lnTo>
                    <a:pt x="828" y="9487"/>
                  </a:lnTo>
                  <a:lnTo>
                    <a:pt x="828" y="1267"/>
                  </a:lnTo>
                  <a:lnTo>
                    <a:pt x="828" y="1163"/>
                  </a:lnTo>
                  <a:lnTo>
                    <a:pt x="854" y="1086"/>
                  </a:lnTo>
                  <a:lnTo>
                    <a:pt x="906" y="1034"/>
                  </a:lnTo>
                  <a:lnTo>
                    <a:pt x="957" y="956"/>
                  </a:lnTo>
                  <a:lnTo>
                    <a:pt x="1009" y="905"/>
                  </a:lnTo>
                  <a:lnTo>
                    <a:pt x="1087" y="879"/>
                  </a:lnTo>
                  <a:lnTo>
                    <a:pt x="1164" y="853"/>
                  </a:lnTo>
                  <a:lnTo>
                    <a:pt x="1242" y="827"/>
                  </a:lnTo>
                  <a:close/>
                  <a:moveTo>
                    <a:pt x="13443" y="10340"/>
                  </a:moveTo>
                  <a:lnTo>
                    <a:pt x="13443" y="10754"/>
                  </a:lnTo>
                  <a:lnTo>
                    <a:pt x="13443" y="10831"/>
                  </a:lnTo>
                  <a:lnTo>
                    <a:pt x="13417" y="10909"/>
                  </a:lnTo>
                  <a:lnTo>
                    <a:pt x="13391" y="10986"/>
                  </a:lnTo>
                  <a:lnTo>
                    <a:pt x="13340" y="11038"/>
                  </a:lnTo>
                  <a:lnTo>
                    <a:pt x="13262" y="11090"/>
                  </a:lnTo>
                  <a:lnTo>
                    <a:pt x="13185" y="11141"/>
                  </a:lnTo>
                  <a:lnTo>
                    <a:pt x="13107" y="11167"/>
                  </a:lnTo>
                  <a:lnTo>
                    <a:pt x="1164" y="11167"/>
                  </a:lnTo>
                  <a:lnTo>
                    <a:pt x="1087" y="11141"/>
                  </a:lnTo>
                  <a:lnTo>
                    <a:pt x="1009" y="11090"/>
                  </a:lnTo>
                  <a:lnTo>
                    <a:pt x="957" y="11038"/>
                  </a:lnTo>
                  <a:lnTo>
                    <a:pt x="906" y="10986"/>
                  </a:lnTo>
                  <a:lnTo>
                    <a:pt x="854" y="10909"/>
                  </a:lnTo>
                  <a:lnTo>
                    <a:pt x="828" y="10831"/>
                  </a:lnTo>
                  <a:lnTo>
                    <a:pt x="828" y="10754"/>
                  </a:lnTo>
                  <a:lnTo>
                    <a:pt x="828" y="10340"/>
                  </a:lnTo>
                  <a:close/>
                  <a:moveTo>
                    <a:pt x="8402" y="12020"/>
                  </a:moveTo>
                  <a:lnTo>
                    <a:pt x="8402" y="13468"/>
                  </a:lnTo>
                  <a:lnTo>
                    <a:pt x="5895" y="13468"/>
                  </a:lnTo>
                  <a:lnTo>
                    <a:pt x="5895" y="12020"/>
                  </a:lnTo>
                  <a:close/>
                  <a:moveTo>
                    <a:pt x="1242" y="0"/>
                  </a:moveTo>
                  <a:lnTo>
                    <a:pt x="1009" y="26"/>
                  </a:lnTo>
                  <a:lnTo>
                    <a:pt x="750" y="103"/>
                  </a:lnTo>
                  <a:lnTo>
                    <a:pt x="544" y="207"/>
                  </a:lnTo>
                  <a:lnTo>
                    <a:pt x="363" y="362"/>
                  </a:lnTo>
                  <a:lnTo>
                    <a:pt x="208" y="569"/>
                  </a:lnTo>
                  <a:lnTo>
                    <a:pt x="104" y="776"/>
                  </a:lnTo>
                  <a:lnTo>
                    <a:pt x="27" y="1008"/>
                  </a:lnTo>
                  <a:lnTo>
                    <a:pt x="1" y="1267"/>
                  </a:lnTo>
                  <a:lnTo>
                    <a:pt x="1" y="10754"/>
                  </a:lnTo>
                  <a:lnTo>
                    <a:pt x="27" y="11012"/>
                  </a:lnTo>
                  <a:lnTo>
                    <a:pt x="104" y="11245"/>
                  </a:lnTo>
                  <a:lnTo>
                    <a:pt x="208" y="11452"/>
                  </a:lnTo>
                  <a:lnTo>
                    <a:pt x="363" y="11633"/>
                  </a:lnTo>
                  <a:lnTo>
                    <a:pt x="544" y="11788"/>
                  </a:lnTo>
                  <a:lnTo>
                    <a:pt x="750" y="11917"/>
                  </a:lnTo>
                  <a:lnTo>
                    <a:pt x="1009" y="11994"/>
                  </a:lnTo>
                  <a:lnTo>
                    <a:pt x="1242" y="12020"/>
                  </a:lnTo>
                  <a:lnTo>
                    <a:pt x="5042" y="12020"/>
                  </a:lnTo>
                  <a:lnTo>
                    <a:pt x="5042" y="13468"/>
                  </a:lnTo>
                  <a:lnTo>
                    <a:pt x="4266" y="13468"/>
                  </a:lnTo>
                  <a:lnTo>
                    <a:pt x="4189" y="13494"/>
                  </a:lnTo>
                  <a:lnTo>
                    <a:pt x="4111" y="13520"/>
                  </a:lnTo>
                  <a:lnTo>
                    <a:pt x="4059" y="13571"/>
                  </a:lnTo>
                  <a:lnTo>
                    <a:pt x="4008" y="13649"/>
                  </a:lnTo>
                  <a:lnTo>
                    <a:pt x="3956" y="13726"/>
                  </a:lnTo>
                  <a:lnTo>
                    <a:pt x="3930" y="13804"/>
                  </a:lnTo>
                  <a:lnTo>
                    <a:pt x="3930" y="13882"/>
                  </a:lnTo>
                  <a:lnTo>
                    <a:pt x="3930" y="13959"/>
                  </a:lnTo>
                  <a:lnTo>
                    <a:pt x="3956" y="14037"/>
                  </a:lnTo>
                  <a:lnTo>
                    <a:pt x="4008" y="14114"/>
                  </a:lnTo>
                  <a:lnTo>
                    <a:pt x="4059" y="14166"/>
                  </a:lnTo>
                  <a:lnTo>
                    <a:pt x="4111" y="14218"/>
                  </a:lnTo>
                  <a:lnTo>
                    <a:pt x="4189" y="14269"/>
                  </a:lnTo>
                  <a:lnTo>
                    <a:pt x="4266" y="14295"/>
                  </a:lnTo>
                  <a:lnTo>
                    <a:pt x="10005" y="14295"/>
                  </a:lnTo>
                  <a:lnTo>
                    <a:pt x="10108" y="14269"/>
                  </a:lnTo>
                  <a:lnTo>
                    <a:pt x="10160" y="14218"/>
                  </a:lnTo>
                  <a:lnTo>
                    <a:pt x="10238" y="14166"/>
                  </a:lnTo>
                  <a:lnTo>
                    <a:pt x="10289" y="14114"/>
                  </a:lnTo>
                  <a:lnTo>
                    <a:pt x="10315" y="14037"/>
                  </a:lnTo>
                  <a:lnTo>
                    <a:pt x="10341" y="13959"/>
                  </a:lnTo>
                  <a:lnTo>
                    <a:pt x="10341" y="13882"/>
                  </a:lnTo>
                  <a:lnTo>
                    <a:pt x="10341" y="13804"/>
                  </a:lnTo>
                  <a:lnTo>
                    <a:pt x="10315" y="13726"/>
                  </a:lnTo>
                  <a:lnTo>
                    <a:pt x="10289" y="13649"/>
                  </a:lnTo>
                  <a:lnTo>
                    <a:pt x="10238" y="13571"/>
                  </a:lnTo>
                  <a:lnTo>
                    <a:pt x="10160" y="13520"/>
                  </a:lnTo>
                  <a:lnTo>
                    <a:pt x="10108" y="13494"/>
                  </a:lnTo>
                  <a:lnTo>
                    <a:pt x="10005" y="13468"/>
                  </a:lnTo>
                  <a:lnTo>
                    <a:pt x="9229" y="13468"/>
                  </a:lnTo>
                  <a:lnTo>
                    <a:pt x="9229" y="12020"/>
                  </a:lnTo>
                  <a:lnTo>
                    <a:pt x="13029" y="12020"/>
                  </a:lnTo>
                  <a:lnTo>
                    <a:pt x="13288" y="11994"/>
                  </a:lnTo>
                  <a:lnTo>
                    <a:pt x="13521" y="11917"/>
                  </a:lnTo>
                  <a:lnTo>
                    <a:pt x="13727" y="11788"/>
                  </a:lnTo>
                  <a:lnTo>
                    <a:pt x="13908" y="11633"/>
                  </a:lnTo>
                  <a:lnTo>
                    <a:pt x="14063" y="11452"/>
                  </a:lnTo>
                  <a:lnTo>
                    <a:pt x="14193" y="11245"/>
                  </a:lnTo>
                  <a:lnTo>
                    <a:pt x="14270" y="11012"/>
                  </a:lnTo>
                  <a:lnTo>
                    <a:pt x="14296" y="10754"/>
                  </a:lnTo>
                  <a:lnTo>
                    <a:pt x="14296" y="1267"/>
                  </a:lnTo>
                  <a:lnTo>
                    <a:pt x="14270" y="1008"/>
                  </a:lnTo>
                  <a:lnTo>
                    <a:pt x="14193" y="776"/>
                  </a:lnTo>
                  <a:lnTo>
                    <a:pt x="14063" y="569"/>
                  </a:lnTo>
                  <a:lnTo>
                    <a:pt x="13908" y="362"/>
                  </a:lnTo>
                  <a:lnTo>
                    <a:pt x="13727" y="207"/>
                  </a:lnTo>
                  <a:lnTo>
                    <a:pt x="13521" y="103"/>
                  </a:lnTo>
                  <a:lnTo>
                    <a:pt x="13288" y="26"/>
                  </a:lnTo>
                  <a:lnTo>
                    <a:pt x="130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9"/>
            <p:cNvSpPr/>
            <p:nvPr/>
          </p:nvSpPr>
          <p:spPr>
            <a:xfrm>
              <a:off x="5684775" y="1480950"/>
              <a:ext cx="20725" cy="20700"/>
            </a:xfrm>
            <a:custGeom>
              <a:avLst/>
              <a:gdLst/>
              <a:ahLst/>
              <a:cxnLst/>
              <a:rect l="l" t="t" r="r" b="b"/>
              <a:pathLst>
                <a:path w="829" h="828" extrusionOk="0">
                  <a:moveTo>
                    <a:pt x="337" y="1"/>
                  </a:moveTo>
                  <a:lnTo>
                    <a:pt x="259" y="26"/>
                  </a:lnTo>
                  <a:lnTo>
                    <a:pt x="182" y="78"/>
                  </a:lnTo>
                  <a:lnTo>
                    <a:pt x="130" y="130"/>
                  </a:lnTo>
                  <a:lnTo>
                    <a:pt x="78" y="182"/>
                  </a:lnTo>
                  <a:lnTo>
                    <a:pt x="27" y="259"/>
                  </a:lnTo>
                  <a:lnTo>
                    <a:pt x="1" y="337"/>
                  </a:lnTo>
                  <a:lnTo>
                    <a:pt x="1" y="414"/>
                  </a:lnTo>
                  <a:lnTo>
                    <a:pt x="1" y="518"/>
                  </a:lnTo>
                  <a:lnTo>
                    <a:pt x="27" y="595"/>
                  </a:lnTo>
                  <a:lnTo>
                    <a:pt x="78" y="647"/>
                  </a:lnTo>
                  <a:lnTo>
                    <a:pt x="130" y="724"/>
                  </a:lnTo>
                  <a:lnTo>
                    <a:pt x="182" y="776"/>
                  </a:lnTo>
                  <a:lnTo>
                    <a:pt x="259" y="802"/>
                  </a:lnTo>
                  <a:lnTo>
                    <a:pt x="337" y="828"/>
                  </a:lnTo>
                  <a:lnTo>
                    <a:pt x="492" y="828"/>
                  </a:lnTo>
                  <a:lnTo>
                    <a:pt x="595" y="802"/>
                  </a:lnTo>
                  <a:lnTo>
                    <a:pt x="647" y="776"/>
                  </a:lnTo>
                  <a:lnTo>
                    <a:pt x="725" y="724"/>
                  </a:lnTo>
                  <a:lnTo>
                    <a:pt x="776" y="647"/>
                  </a:lnTo>
                  <a:lnTo>
                    <a:pt x="802" y="595"/>
                  </a:lnTo>
                  <a:lnTo>
                    <a:pt x="828" y="518"/>
                  </a:lnTo>
                  <a:lnTo>
                    <a:pt x="828" y="414"/>
                  </a:lnTo>
                  <a:lnTo>
                    <a:pt x="828" y="337"/>
                  </a:lnTo>
                  <a:lnTo>
                    <a:pt x="802" y="259"/>
                  </a:lnTo>
                  <a:lnTo>
                    <a:pt x="776" y="182"/>
                  </a:lnTo>
                  <a:lnTo>
                    <a:pt x="725" y="130"/>
                  </a:lnTo>
                  <a:lnTo>
                    <a:pt x="647" y="78"/>
                  </a:lnTo>
                  <a:lnTo>
                    <a:pt x="595" y="26"/>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9"/>
            <p:cNvSpPr/>
            <p:nvPr/>
          </p:nvSpPr>
          <p:spPr>
            <a:xfrm>
              <a:off x="5684775" y="1407925"/>
              <a:ext cx="21350" cy="62700"/>
            </a:xfrm>
            <a:custGeom>
              <a:avLst/>
              <a:gdLst/>
              <a:ahLst/>
              <a:cxnLst/>
              <a:rect l="l" t="t" r="r" b="b"/>
              <a:pathLst>
                <a:path w="854" h="2508" extrusionOk="0">
                  <a:moveTo>
                    <a:pt x="337" y="1"/>
                  </a:moveTo>
                  <a:lnTo>
                    <a:pt x="259" y="26"/>
                  </a:lnTo>
                  <a:lnTo>
                    <a:pt x="182" y="52"/>
                  </a:lnTo>
                  <a:lnTo>
                    <a:pt x="130" y="104"/>
                  </a:lnTo>
                  <a:lnTo>
                    <a:pt x="78" y="181"/>
                  </a:lnTo>
                  <a:lnTo>
                    <a:pt x="27" y="259"/>
                  </a:lnTo>
                  <a:lnTo>
                    <a:pt x="1" y="337"/>
                  </a:lnTo>
                  <a:lnTo>
                    <a:pt x="1" y="414"/>
                  </a:lnTo>
                  <a:lnTo>
                    <a:pt x="1" y="2094"/>
                  </a:lnTo>
                  <a:lnTo>
                    <a:pt x="1" y="2172"/>
                  </a:lnTo>
                  <a:lnTo>
                    <a:pt x="27" y="2249"/>
                  </a:lnTo>
                  <a:lnTo>
                    <a:pt x="78" y="2327"/>
                  </a:lnTo>
                  <a:lnTo>
                    <a:pt x="130" y="2379"/>
                  </a:lnTo>
                  <a:lnTo>
                    <a:pt x="182" y="2430"/>
                  </a:lnTo>
                  <a:lnTo>
                    <a:pt x="259" y="2482"/>
                  </a:lnTo>
                  <a:lnTo>
                    <a:pt x="337" y="2508"/>
                  </a:lnTo>
                  <a:lnTo>
                    <a:pt x="518" y="2508"/>
                  </a:lnTo>
                  <a:lnTo>
                    <a:pt x="595" y="2482"/>
                  </a:lnTo>
                  <a:lnTo>
                    <a:pt x="647" y="2430"/>
                  </a:lnTo>
                  <a:lnTo>
                    <a:pt x="725" y="2379"/>
                  </a:lnTo>
                  <a:lnTo>
                    <a:pt x="776" y="2327"/>
                  </a:lnTo>
                  <a:lnTo>
                    <a:pt x="802" y="2249"/>
                  </a:lnTo>
                  <a:lnTo>
                    <a:pt x="828" y="2172"/>
                  </a:lnTo>
                  <a:lnTo>
                    <a:pt x="854" y="2094"/>
                  </a:lnTo>
                  <a:lnTo>
                    <a:pt x="854" y="414"/>
                  </a:lnTo>
                  <a:lnTo>
                    <a:pt x="828" y="337"/>
                  </a:lnTo>
                  <a:lnTo>
                    <a:pt x="802" y="259"/>
                  </a:lnTo>
                  <a:lnTo>
                    <a:pt x="776" y="181"/>
                  </a:lnTo>
                  <a:lnTo>
                    <a:pt x="725" y="104"/>
                  </a:lnTo>
                  <a:lnTo>
                    <a:pt x="647" y="52"/>
                  </a:lnTo>
                  <a:lnTo>
                    <a:pt x="595" y="26"/>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59"/>
          <p:cNvGrpSpPr/>
          <p:nvPr/>
        </p:nvGrpSpPr>
        <p:grpSpPr>
          <a:xfrm>
            <a:off x="7212353" y="1316352"/>
            <a:ext cx="383454" cy="383454"/>
            <a:chOff x="6270950" y="1323925"/>
            <a:chExt cx="357400" cy="357400"/>
          </a:xfrm>
        </p:grpSpPr>
        <p:sp>
          <p:nvSpPr>
            <p:cNvPr id="830" name="Google Shape;830;p59"/>
            <p:cNvSpPr/>
            <p:nvPr/>
          </p:nvSpPr>
          <p:spPr>
            <a:xfrm>
              <a:off x="6270950" y="1323925"/>
              <a:ext cx="357400" cy="357400"/>
            </a:xfrm>
            <a:custGeom>
              <a:avLst/>
              <a:gdLst/>
              <a:ahLst/>
              <a:cxnLst/>
              <a:rect l="l" t="t" r="r" b="b"/>
              <a:pathLst>
                <a:path w="14296" h="14296" extrusionOk="0">
                  <a:moveTo>
                    <a:pt x="13029" y="827"/>
                  </a:moveTo>
                  <a:lnTo>
                    <a:pt x="13106" y="853"/>
                  </a:lnTo>
                  <a:lnTo>
                    <a:pt x="13184" y="879"/>
                  </a:lnTo>
                  <a:lnTo>
                    <a:pt x="13261" y="905"/>
                  </a:lnTo>
                  <a:lnTo>
                    <a:pt x="13313" y="956"/>
                  </a:lnTo>
                  <a:lnTo>
                    <a:pt x="13365" y="1034"/>
                  </a:lnTo>
                  <a:lnTo>
                    <a:pt x="13417" y="1086"/>
                  </a:lnTo>
                  <a:lnTo>
                    <a:pt x="13442" y="1163"/>
                  </a:lnTo>
                  <a:lnTo>
                    <a:pt x="13442" y="1267"/>
                  </a:lnTo>
                  <a:lnTo>
                    <a:pt x="13442" y="13028"/>
                  </a:lnTo>
                  <a:lnTo>
                    <a:pt x="13442" y="13132"/>
                  </a:lnTo>
                  <a:lnTo>
                    <a:pt x="13417" y="13209"/>
                  </a:lnTo>
                  <a:lnTo>
                    <a:pt x="13365" y="13287"/>
                  </a:lnTo>
                  <a:lnTo>
                    <a:pt x="13313" y="13339"/>
                  </a:lnTo>
                  <a:lnTo>
                    <a:pt x="13261" y="13390"/>
                  </a:lnTo>
                  <a:lnTo>
                    <a:pt x="13184" y="13416"/>
                  </a:lnTo>
                  <a:lnTo>
                    <a:pt x="13106" y="13442"/>
                  </a:lnTo>
                  <a:lnTo>
                    <a:pt x="13029" y="13468"/>
                  </a:lnTo>
                  <a:lnTo>
                    <a:pt x="1241" y="13468"/>
                  </a:lnTo>
                  <a:lnTo>
                    <a:pt x="1163" y="13442"/>
                  </a:lnTo>
                  <a:lnTo>
                    <a:pt x="1086" y="13416"/>
                  </a:lnTo>
                  <a:lnTo>
                    <a:pt x="1008" y="13390"/>
                  </a:lnTo>
                  <a:lnTo>
                    <a:pt x="957" y="13339"/>
                  </a:lnTo>
                  <a:lnTo>
                    <a:pt x="905" y="13287"/>
                  </a:lnTo>
                  <a:lnTo>
                    <a:pt x="853" y="13209"/>
                  </a:lnTo>
                  <a:lnTo>
                    <a:pt x="827" y="13132"/>
                  </a:lnTo>
                  <a:lnTo>
                    <a:pt x="827" y="13028"/>
                  </a:lnTo>
                  <a:lnTo>
                    <a:pt x="827" y="1267"/>
                  </a:lnTo>
                  <a:lnTo>
                    <a:pt x="827" y="1163"/>
                  </a:lnTo>
                  <a:lnTo>
                    <a:pt x="853" y="1086"/>
                  </a:lnTo>
                  <a:lnTo>
                    <a:pt x="905" y="1034"/>
                  </a:lnTo>
                  <a:lnTo>
                    <a:pt x="957" y="956"/>
                  </a:lnTo>
                  <a:lnTo>
                    <a:pt x="1008" y="905"/>
                  </a:lnTo>
                  <a:lnTo>
                    <a:pt x="1086" y="879"/>
                  </a:lnTo>
                  <a:lnTo>
                    <a:pt x="1163" y="853"/>
                  </a:lnTo>
                  <a:lnTo>
                    <a:pt x="1241" y="827"/>
                  </a:lnTo>
                  <a:close/>
                  <a:moveTo>
                    <a:pt x="1241" y="0"/>
                  </a:moveTo>
                  <a:lnTo>
                    <a:pt x="983" y="26"/>
                  </a:lnTo>
                  <a:lnTo>
                    <a:pt x="750" y="103"/>
                  </a:lnTo>
                  <a:lnTo>
                    <a:pt x="543" y="207"/>
                  </a:lnTo>
                  <a:lnTo>
                    <a:pt x="362" y="362"/>
                  </a:lnTo>
                  <a:lnTo>
                    <a:pt x="207" y="569"/>
                  </a:lnTo>
                  <a:lnTo>
                    <a:pt x="78" y="776"/>
                  </a:lnTo>
                  <a:lnTo>
                    <a:pt x="26" y="1008"/>
                  </a:lnTo>
                  <a:lnTo>
                    <a:pt x="0" y="1267"/>
                  </a:lnTo>
                  <a:lnTo>
                    <a:pt x="0" y="13028"/>
                  </a:lnTo>
                  <a:lnTo>
                    <a:pt x="26" y="13287"/>
                  </a:lnTo>
                  <a:lnTo>
                    <a:pt x="78" y="13520"/>
                  </a:lnTo>
                  <a:lnTo>
                    <a:pt x="207" y="13752"/>
                  </a:lnTo>
                  <a:lnTo>
                    <a:pt x="362" y="13933"/>
                  </a:lnTo>
                  <a:lnTo>
                    <a:pt x="543" y="14088"/>
                  </a:lnTo>
                  <a:lnTo>
                    <a:pt x="750" y="14192"/>
                  </a:lnTo>
                  <a:lnTo>
                    <a:pt x="983" y="14269"/>
                  </a:lnTo>
                  <a:lnTo>
                    <a:pt x="1241" y="14295"/>
                  </a:lnTo>
                  <a:lnTo>
                    <a:pt x="13029" y="14295"/>
                  </a:lnTo>
                  <a:lnTo>
                    <a:pt x="13287" y="14269"/>
                  </a:lnTo>
                  <a:lnTo>
                    <a:pt x="13520" y="14192"/>
                  </a:lnTo>
                  <a:lnTo>
                    <a:pt x="13727" y="14088"/>
                  </a:lnTo>
                  <a:lnTo>
                    <a:pt x="13908" y="13933"/>
                  </a:lnTo>
                  <a:lnTo>
                    <a:pt x="14063" y="13752"/>
                  </a:lnTo>
                  <a:lnTo>
                    <a:pt x="14192" y="13520"/>
                  </a:lnTo>
                  <a:lnTo>
                    <a:pt x="14270" y="13287"/>
                  </a:lnTo>
                  <a:lnTo>
                    <a:pt x="14295" y="13028"/>
                  </a:lnTo>
                  <a:lnTo>
                    <a:pt x="14295" y="1267"/>
                  </a:lnTo>
                  <a:lnTo>
                    <a:pt x="14270" y="1008"/>
                  </a:lnTo>
                  <a:lnTo>
                    <a:pt x="14192" y="776"/>
                  </a:lnTo>
                  <a:lnTo>
                    <a:pt x="14063" y="569"/>
                  </a:lnTo>
                  <a:lnTo>
                    <a:pt x="13908" y="362"/>
                  </a:lnTo>
                  <a:lnTo>
                    <a:pt x="13727" y="207"/>
                  </a:lnTo>
                  <a:lnTo>
                    <a:pt x="13520" y="103"/>
                  </a:lnTo>
                  <a:lnTo>
                    <a:pt x="13287" y="26"/>
                  </a:lnTo>
                  <a:lnTo>
                    <a:pt x="130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9"/>
            <p:cNvSpPr/>
            <p:nvPr/>
          </p:nvSpPr>
          <p:spPr>
            <a:xfrm>
              <a:off x="6312950" y="1366575"/>
              <a:ext cx="56250" cy="55600"/>
            </a:xfrm>
            <a:custGeom>
              <a:avLst/>
              <a:gdLst/>
              <a:ahLst/>
              <a:cxnLst/>
              <a:rect l="l" t="t" r="r" b="b"/>
              <a:pathLst>
                <a:path w="2250" h="2224" extrusionOk="0">
                  <a:moveTo>
                    <a:pt x="337" y="0"/>
                  </a:moveTo>
                  <a:lnTo>
                    <a:pt x="259" y="26"/>
                  </a:lnTo>
                  <a:lnTo>
                    <a:pt x="207" y="78"/>
                  </a:lnTo>
                  <a:lnTo>
                    <a:pt x="130" y="129"/>
                  </a:lnTo>
                  <a:lnTo>
                    <a:pt x="78" y="181"/>
                  </a:lnTo>
                  <a:lnTo>
                    <a:pt x="52" y="259"/>
                  </a:lnTo>
                  <a:lnTo>
                    <a:pt x="26" y="336"/>
                  </a:lnTo>
                  <a:lnTo>
                    <a:pt x="0" y="414"/>
                  </a:lnTo>
                  <a:lnTo>
                    <a:pt x="0" y="1810"/>
                  </a:lnTo>
                  <a:lnTo>
                    <a:pt x="26" y="1887"/>
                  </a:lnTo>
                  <a:lnTo>
                    <a:pt x="52" y="1965"/>
                  </a:lnTo>
                  <a:lnTo>
                    <a:pt x="78" y="2042"/>
                  </a:lnTo>
                  <a:lnTo>
                    <a:pt x="130" y="2120"/>
                  </a:lnTo>
                  <a:lnTo>
                    <a:pt x="207" y="2172"/>
                  </a:lnTo>
                  <a:lnTo>
                    <a:pt x="259" y="2197"/>
                  </a:lnTo>
                  <a:lnTo>
                    <a:pt x="337" y="2223"/>
                  </a:lnTo>
                  <a:lnTo>
                    <a:pt x="518" y="2223"/>
                  </a:lnTo>
                  <a:lnTo>
                    <a:pt x="595" y="2197"/>
                  </a:lnTo>
                  <a:lnTo>
                    <a:pt x="673" y="2172"/>
                  </a:lnTo>
                  <a:lnTo>
                    <a:pt x="724" y="2120"/>
                  </a:lnTo>
                  <a:lnTo>
                    <a:pt x="776" y="2042"/>
                  </a:lnTo>
                  <a:lnTo>
                    <a:pt x="828" y="1965"/>
                  </a:lnTo>
                  <a:lnTo>
                    <a:pt x="854" y="1887"/>
                  </a:lnTo>
                  <a:lnTo>
                    <a:pt x="854" y="1810"/>
                  </a:lnTo>
                  <a:lnTo>
                    <a:pt x="854" y="827"/>
                  </a:lnTo>
                  <a:lnTo>
                    <a:pt x="1913" y="827"/>
                  </a:lnTo>
                  <a:lnTo>
                    <a:pt x="1991" y="801"/>
                  </a:lnTo>
                  <a:lnTo>
                    <a:pt x="2069" y="776"/>
                  </a:lnTo>
                  <a:lnTo>
                    <a:pt x="2120" y="724"/>
                  </a:lnTo>
                  <a:lnTo>
                    <a:pt x="2172" y="646"/>
                  </a:lnTo>
                  <a:lnTo>
                    <a:pt x="2224" y="569"/>
                  </a:lnTo>
                  <a:lnTo>
                    <a:pt x="2249" y="491"/>
                  </a:lnTo>
                  <a:lnTo>
                    <a:pt x="2249" y="414"/>
                  </a:lnTo>
                  <a:lnTo>
                    <a:pt x="2249" y="336"/>
                  </a:lnTo>
                  <a:lnTo>
                    <a:pt x="2224" y="259"/>
                  </a:lnTo>
                  <a:lnTo>
                    <a:pt x="2172" y="181"/>
                  </a:lnTo>
                  <a:lnTo>
                    <a:pt x="2120" y="129"/>
                  </a:lnTo>
                  <a:lnTo>
                    <a:pt x="2069" y="78"/>
                  </a:lnTo>
                  <a:lnTo>
                    <a:pt x="1991" y="26"/>
                  </a:lnTo>
                  <a:lnTo>
                    <a:pt x="191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9"/>
            <p:cNvSpPr/>
            <p:nvPr/>
          </p:nvSpPr>
          <p:spPr>
            <a:xfrm>
              <a:off x="6312950" y="1583050"/>
              <a:ext cx="56250" cy="55625"/>
            </a:xfrm>
            <a:custGeom>
              <a:avLst/>
              <a:gdLst/>
              <a:ahLst/>
              <a:cxnLst/>
              <a:rect l="l" t="t" r="r" b="b"/>
              <a:pathLst>
                <a:path w="2250" h="2225" extrusionOk="0">
                  <a:moveTo>
                    <a:pt x="337" y="1"/>
                  </a:moveTo>
                  <a:lnTo>
                    <a:pt x="259" y="27"/>
                  </a:lnTo>
                  <a:lnTo>
                    <a:pt x="207" y="78"/>
                  </a:lnTo>
                  <a:lnTo>
                    <a:pt x="130" y="130"/>
                  </a:lnTo>
                  <a:lnTo>
                    <a:pt x="78" y="182"/>
                  </a:lnTo>
                  <a:lnTo>
                    <a:pt x="52" y="259"/>
                  </a:lnTo>
                  <a:lnTo>
                    <a:pt x="26" y="337"/>
                  </a:lnTo>
                  <a:lnTo>
                    <a:pt x="0" y="415"/>
                  </a:lnTo>
                  <a:lnTo>
                    <a:pt x="0" y="1810"/>
                  </a:lnTo>
                  <a:lnTo>
                    <a:pt x="26" y="1888"/>
                  </a:lnTo>
                  <a:lnTo>
                    <a:pt x="52" y="1966"/>
                  </a:lnTo>
                  <a:lnTo>
                    <a:pt x="78" y="2043"/>
                  </a:lnTo>
                  <a:lnTo>
                    <a:pt x="130" y="2095"/>
                  </a:lnTo>
                  <a:lnTo>
                    <a:pt x="207" y="2146"/>
                  </a:lnTo>
                  <a:lnTo>
                    <a:pt x="259" y="2198"/>
                  </a:lnTo>
                  <a:lnTo>
                    <a:pt x="337" y="2224"/>
                  </a:lnTo>
                  <a:lnTo>
                    <a:pt x="1913" y="2224"/>
                  </a:lnTo>
                  <a:lnTo>
                    <a:pt x="1991" y="2198"/>
                  </a:lnTo>
                  <a:lnTo>
                    <a:pt x="2069" y="2146"/>
                  </a:lnTo>
                  <a:lnTo>
                    <a:pt x="2120" y="2095"/>
                  </a:lnTo>
                  <a:lnTo>
                    <a:pt x="2172" y="2043"/>
                  </a:lnTo>
                  <a:lnTo>
                    <a:pt x="2224" y="1966"/>
                  </a:lnTo>
                  <a:lnTo>
                    <a:pt x="2249" y="1888"/>
                  </a:lnTo>
                  <a:lnTo>
                    <a:pt x="2249" y="1810"/>
                  </a:lnTo>
                  <a:lnTo>
                    <a:pt x="2249" y="1733"/>
                  </a:lnTo>
                  <a:lnTo>
                    <a:pt x="2224" y="1655"/>
                  </a:lnTo>
                  <a:lnTo>
                    <a:pt x="2172" y="1578"/>
                  </a:lnTo>
                  <a:lnTo>
                    <a:pt x="2120" y="1526"/>
                  </a:lnTo>
                  <a:lnTo>
                    <a:pt x="2069" y="1474"/>
                  </a:lnTo>
                  <a:lnTo>
                    <a:pt x="1991" y="1423"/>
                  </a:lnTo>
                  <a:lnTo>
                    <a:pt x="1913" y="1397"/>
                  </a:lnTo>
                  <a:lnTo>
                    <a:pt x="854" y="1397"/>
                  </a:lnTo>
                  <a:lnTo>
                    <a:pt x="854" y="415"/>
                  </a:lnTo>
                  <a:lnTo>
                    <a:pt x="854" y="337"/>
                  </a:lnTo>
                  <a:lnTo>
                    <a:pt x="828" y="259"/>
                  </a:lnTo>
                  <a:lnTo>
                    <a:pt x="776" y="182"/>
                  </a:lnTo>
                  <a:lnTo>
                    <a:pt x="724" y="130"/>
                  </a:lnTo>
                  <a:lnTo>
                    <a:pt x="673" y="78"/>
                  </a:lnTo>
                  <a:lnTo>
                    <a:pt x="595" y="27"/>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9"/>
            <p:cNvSpPr/>
            <p:nvPr/>
          </p:nvSpPr>
          <p:spPr>
            <a:xfrm>
              <a:off x="6529450" y="1583050"/>
              <a:ext cx="56250" cy="55625"/>
            </a:xfrm>
            <a:custGeom>
              <a:avLst/>
              <a:gdLst/>
              <a:ahLst/>
              <a:cxnLst/>
              <a:rect l="l" t="t" r="r" b="b"/>
              <a:pathLst>
                <a:path w="2250" h="2225" extrusionOk="0">
                  <a:moveTo>
                    <a:pt x="1732" y="1"/>
                  </a:moveTo>
                  <a:lnTo>
                    <a:pt x="1655" y="27"/>
                  </a:lnTo>
                  <a:lnTo>
                    <a:pt x="1577" y="78"/>
                  </a:lnTo>
                  <a:lnTo>
                    <a:pt x="1526" y="130"/>
                  </a:lnTo>
                  <a:lnTo>
                    <a:pt x="1474" y="182"/>
                  </a:lnTo>
                  <a:lnTo>
                    <a:pt x="1448" y="259"/>
                  </a:lnTo>
                  <a:lnTo>
                    <a:pt x="1422" y="337"/>
                  </a:lnTo>
                  <a:lnTo>
                    <a:pt x="1396" y="415"/>
                  </a:lnTo>
                  <a:lnTo>
                    <a:pt x="1396" y="1397"/>
                  </a:lnTo>
                  <a:lnTo>
                    <a:pt x="336" y="1397"/>
                  </a:lnTo>
                  <a:lnTo>
                    <a:pt x="259" y="1423"/>
                  </a:lnTo>
                  <a:lnTo>
                    <a:pt x="181" y="1474"/>
                  </a:lnTo>
                  <a:lnTo>
                    <a:pt x="130" y="1526"/>
                  </a:lnTo>
                  <a:lnTo>
                    <a:pt x="78" y="1578"/>
                  </a:lnTo>
                  <a:lnTo>
                    <a:pt x="52" y="1655"/>
                  </a:lnTo>
                  <a:lnTo>
                    <a:pt x="26" y="1733"/>
                  </a:lnTo>
                  <a:lnTo>
                    <a:pt x="0" y="1810"/>
                  </a:lnTo>
                  <a:lnTo>
                    <a:pt x="26" y="1888"/>
                  </a:lnTo>
                  <a:lnTo>
                    <a:pt x="52" y="1966"/>
                  </a:lnTo>
                  <a:lnTo>
                    <a:pt x="78" y="2043"/>
                  </a:lnTo>
                  <a:lnTo>
                    <a:pt x="130" y="2095"/>
                  </a:lnTo>
                  <a:lnTo>
                    <a:pt x="181" y="2146"/>
                  </a:lnTo>
                  <a:lnTo>
                    <a:pt x="259" y="2198"/>
                  </a:lnTo>
                  <a:lnTo>
                    <a:pt x="336" y="2224"/>
                  </a:lnTo>
                  <a:lnTo>
                    <a:pt x="1913" y="2224"/>
                  </a:lnTo>
                  <a:lnTo>
                    <a:pt x="1991" y="2198"/>
                  </a:lnTo>
                  <a:lnTo>
                    <a:pt x="2068" y="2146"/>
                  </a:lnTo>
                  <a:lnTo>
                    <a:pt x="2120" y="2095"/>
                  </a:lnTo>
                  <a:lnTo>
                    <a:pt x="2172" y="2043"/>
                  </a:lnTo>
                  <a:lnTo>
                    <a:pt x="2198" y="1966"/>
                  </a:lnTo>
                  <a:lnTo>
                    <a:pt x="2224" y="1888"/>
                  </a:lnTo>
                  <a:lnTo>
                    <a:pt x="2249" y="1810"/>
                  </a:lnTo>
                  <a:lnTo>
                    <a:pt x="2249" y="415"/>
                  </a:lnTo>
                  <a:lnTo>
                    <a:pt x="2224" y="337"/>
                  </a:lnTo>
                  <a:lnTo>
                    <a:pt x="2198" y="259"/>
                  </a:lnTo>
                  <a:lnTo>
                    <a:pt x="2172" y="182"/>
                  </a:lnTo>
                  <a:lnTo>
                    <a:pt x="2120" y="130"/>
                  </a:lnTo>
                  <a:lnTo>
                    <a:pt x="2068" y="78"/>
                  </a:lnTo>
                  <a:lnTo>
                    <a:pt x="1991" y="27"/>
                  </a:lnTo>
                  <a:lnTo>
                    <a:pt x="191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9"/>
            <p:cNvSpPr/>
            <p:nvPr/>
          </p:nvSpPr>
          <p:spPr>
            <a:xfrm>
              <a:off x="6529450" y="1366575"/>
              <a:ext cx="56250" cy="55600"/>
            </a:xfrm>
            <a:custGeom>
              <a:avLst/>
              <a:gdLst/>
              <a:ahLst/>
              <a:cxnLst/>
              <a:rect l="l" t="t" r="r" b="b"/>
              <a:pathLst>
                <a:path w="2250" h="2224" extrusionOk="0">
                  <a:moveTo>
                    <a:pt x="336" y="0"/>
                  </a:moveTo>
                  <a:lnTo>
                    <a:pt x="259" y="26"/>
                  </a:lnTo>
                  <a:lnTo>
                    <a:pt x="181" y="78"/>
                  </a:lnTo>
                  <a:lnTo>
                    <a:pt x="130" y="129"/>
                  </a:lnTo>
                  <a:lnTo>
                    <a:pt x="78" y="181"/>
                  </a:lnTo>
                  <a:lnTo>
                    <a:pt x="52" y="259"/>
                  </a:lnTo>
                  <a:lnTo>
                    <a:pt x="26" y="336"/>
                  </a:lnTo>
                  <a:lnTo>
                    <a:pt x="0" y="414"/>
                  </a:lnTo>
                  <a:lnTo>
                    <a:pt x="26" y="491"/>
                  </a:lnTo>
                  <a:lnTo>
                    <a:pt x="52" y="569"/>
                  </a:lnTo>
                  <a:lnTo>
                    <a:pt x="78" y="646"/>
                  </a:lnTo>
                  <a:lnTo>
                    <a:pt x="130" y="724"/>
                  </a:lnTo>
                  <a:lnTo>
                    <a:pt x="181" y="776"/>
                  </a:lnTo>
                  <a:lnTo>
                    <a:pt x="259" y="801"/>
                  </a:lnTo>
                  <a:lnTo>
                    <a:pt x="336" y="827"/>
                  </a:lnTo>
                  <a:lnTo>
                    <a:pt x="1396" y="827"/>
                  </a:lnTo>
                  <a:lnTo>
                    <a:pt x="1396" y="1810"/>
                  </a:lnTo>
                  <a:lnTo>
                    <a:pt x="1422" y="1887"/>
                  </a:lnTo>
                  <a:lnTo>
                    <a:pt x="1448" y="1965"/>
                  </a:lnTo>
                  <a:lnTo>
                    <a:pt x="1474" y="2042"/>
                  </a:lnTo>
                  <a:lnTo>
                    <a:pt x="1526" y="2120"/>
                  </a:lnTo>
                  <a:lnTo>
                    <a:pt x="1577" y="2172"/>
                  </a:lnTo>
                  <a:lnTo>
                    <a:pt x="1655" y="2197"/>
                  </a:lnTo>
                  <a:lnTo>
                    <a:pt x="1732" y="2223"/>
                  </a:lnTo>
                  <a:lnTo>
                    <a:pt x="1913" y="2223"/>
                  </a:lnTo>
                  <a:lnTo>
                    <a:pt x="1991" y="2197"/>
                  </a:lnTo>
                  <a:lnTo>
                    <a:pt x="2068" y="2172"/>
                  </a:lnTo>
                  <a:lnTo>
                    <a:pt x="2120" y="2120"/>
                  </a:lnTo>
                  <a:lnTo>
                    <a:pt x="2172" y="2042"/>
                  </a:lnTo>
                  <a:lnTo>
                    <a:pt x="2198" y="1965"/>
                  </a:lnTo>
                  <a:lnTo>
                    <a:pt x="2224" y="1887"/>
                  </a:lnTo>
                  <a:lnTo>
                    <a:pt x="2249" y="1810"/>
                  </a:lnTo>
                  <a:lnTo>
                    <a:pt x="2249" y="414"/>
                  </a:lnTo>
                  <a:lnTo>
                    <a:pt x="2224" y="336"/>
                  </a:lnTo>
                  <a:lnTo>
                    <a:pt x="2198" y="259"/>
                  </a:lnTo>
                  <a:lnTo>
                    <a:pt x="2172" y="181"/>
                  </a:lnTo>
                  <a:lnTo>
                    <a:pt x="2120" y="129"/>
                  </a:lnTo>
                  <a:lnTo>
                    <a:pt x="2068" y="78"/>
                  </a:lnTo>
                  <a:lnTo>
                    <a:pt x="1991" y="26"/>
                  </a:lnTo>
                  <a:lnTo>
                    <a:pt x="191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9"/>
            <p:cNvSpPr/>
            <p:nvPr/>
          </p:nvSpPr>
          <p:spPr>
            <a:xfrm>
              <a:off x="6312950" y="1422150"/>
              <a:ext cx="272750" cy="160925"/>
            </a:xfrm>
            <a:custGeom>
              <a:avLst/>
              <a:gdLst/>
              <a:ahLst/>
              <a:cxnLst/>
              <a:rect l="l" t="t" r="r" b="b"/>
              <a:pathLst>
                <a:path w="10910" h="6437" extrusionOk="0">
                  <a:moveTo>
                    <a:pt x="2534" y="1887"/>
                  </a:moveTo>
                  <a:lnTo>
                    <a:pt x="2405" y="2197"/>
                  </a:lnTo>
                  <a:lnTo>
                    <a:pt x="2327" y="2534"/>
                  </a:lnTo>
                  <a:lnTo>
                    <a:pt x="2275" y="2870"/>
                  </a:lnTo>
                  <a:lnTo>
                    <a:pt x="2249" y="3232"/>
                  </a:lnTo>
                  <a:lnTo>
                    <a:pt x="2275" y="3568"/>
                  </a:lnTo>
                  <a:lnTo>
                    <a:pt x="2327" y="3904"/>
                  </a:lnTo>
                  <a:lnTo>
                    <a:pt x="2405" y="4240"/>
                  </a:lnTo>
                  <a:lnTo>
                    <a:pt x="2534" y="4550"/>
                  </a:lnTo>
                  <a:lnTo>
                    <a:pt x="2534" y="4550"/>
                  </a:lnTo>
                  <a:lnTo>
                    <a:pt x="2043" y="4188"/>
                  </a:lnTo>
                  <a:lnTo>
                    <a:pt x="1603" y="3826"/>
                  </a:lnTo>
                  <a:lnTo>
                    <a:pt x="1267" y="3490"/>
                  </a:lnTo>
                  <a:lnTo>
                    <a:pt x="983" y="3232"/>
                  </a:lnTo>
                  <a:lnTo>
                    <a:pt x="1267" y="2947"/>
                  </a:lnTo>
                  <a:lnTo>
                    <a:pt x="1603" y="2611"/>
                  </a:lnTo>
                  <a:lnTo>
                    <a:pt x="2043" y="2249"/>
                  </a:lnTo>
                  <a:lnTo>
                    <a:pt x="2534" y="1887"/>
                  </a:lnTo>
                  <a:close/>
                  <a:moveTo>
                    <a:pt x="8376" y="1887"/>
                  </a:moveTo>
                  <a:lnTo>
                    <a:pt x="8867" y="2249"/>
                  </a:lnTo>
                  <a:lnTo>
                    <a:pt x="9307" y="2611"/>
                  </a:lnTo>
                  <a:lnTo>
                    <a:pt x="9669" y="2947"/>
                  </a:lnTo>
                  <a:lnTo>
                    <a:pt x="9927" y="3232"/>
                  </a:lnTo>
                  <a:lnTo>
                    <a:pt x="9669" y="3490"/>
                  </a:lnTo>
                  <a:lnTo>
                    <a:pt x="9307" y="3826"/>
                  </a:lnTo>
                  <a:lnTo>
                    <a:pt x="8867" y="4188"/>
                  </a:lnTo>
                  <a:lnTo>
                    <a:pt x="8376" y="4550"/>
                  </a:lnTo>
                  <a:lnTo>
                    <a:pt x="8505" y="4240"/>
                  </a:lnTo>
                  <a:lnTo>
                    <a:pt x="8583" y="3904"/>
                  </a:lnTo>
                  <a:lnTo>
                    <a:pt x="8660" y="3568"/>
                  </a:lnTo>
                  <a:lnTo>
                    <a:pt x="8660" y="3232"/>
                  </a:lnTo>
                  <a:lnTo>
                    <a:pt x="8660" y="2870"/>
                  </a:lnTo>
                  <a:lnTo>
                    <a:pt x="8583" y="2534"/>
                  </a:lnTo>
                  <a:lnTo>
                    <a:pt x="8505" y="2197"/>
                  </a:lnTo>
                  <a:lnTo>
                    <a:pt x="8376" y="1887"/>
                  </a:lnTo>
                  <a:close/>
                  <a:moveTo>
                    <a:pt x="5688" y="853"/>
                  </a:moveTo>
                  <a:lnTo>
                    <a:pt x="5946" y="905"/>
                  </a:lnTo>
                  <a:lnTo>
                    <a:pt x="6153" y="957"/>
                  </a:lnTo>
                  <a:lnTo>
                    <a:pt x="6386" y="1034"/>
                  </a:lnTo>
                  <a:lnTo>
                    <a:pt x="6592" y="1138"/>
                  </a:lnTo>
                  <a:lnTo>
                    <a:pt x="6773" y="1241"/>
                  </a:lnTo>
                  <a:lnTo>
                    <a:pt x="6954" y="1396"/>
                  </a:lnTo>
                  <a:lnTo>
                    <a:pt x="7135" y="1551"/>
                  </a:lnTo>
                  <a:lnTo>
                    <a:pt x="7290" y="1706"/>
                  </a:lnTo>
                  <a:lnTo>
                    <a:pt x="7420" y="1887"/>
                  </a:lnTo>
                  <a:lnTo>
                    <a:pt x="7549" y="2094"/>
                  </a:lnTo>
                  <a:lnTo>
                    <a:pt x="7652" y="2301"/>
                  </a:lnTo>
                  <a:lnTo>
                    <a:pt x="7730" y="2508"/>
                  </a:lnTo>
                  <a:lnTo>
                    <a:pt x="7781" y="2740"/>
                  </a:lnTo>
                  <a:lnTo>
                    <a:pt x="7807" y="2973"/>
                  </a:lnTo>
                  <a:lnTo>
                    <a:pt x="7833" y="3232"/>
                  </a:lnTo>
                  <a:lnTo>
                    <a:pt x="7807" y="3464"/>
                  </a:lnTo>
                  <a:lnTo>
                    <a:pt x="7781" y="3697"/>
                  </a:lnTo>
                  <a:lnTo>
                    <a:pt x="7730" y="3929"/>
                  </a:lnTo>
                  <a:lnTo>
                    <a:pt x="7652" y="4136"/>
                  </a:lnTo>
                  <a:lnTo>
                    <a:pt x="7549" y="4343"/>
                  </a:lnTo>
                  <a:lnTo>
                    <a:pt x="7420" y="4550"/>
                  </a:lnTo>
                  <a:lnTo>
                    <a:pt x="7290" y="4731"/>
                  </a:lnTo>
                  <a:lnTo>
                    <a:pt x="7135" y="4886"/>
                  </a:lnTo>
                  <a:lnTo>
                    <a:pt x="6954" y="5041"/>
                  </a:lnTo>
                  <a:lnTo>
                    <a:pt x="6773" y="5196"/>
                  </a:lnTo>
                  <a:lnTo>
                    <a:pt x="6592" y="5300"/>
                  </a:lnTo>
                  <a:lnTo>
                    <a:pt x="6386" y="5403"/>
                  </a:lnTo>
                  <a:lnTo>
                    <a:pt x="6153" y="5480"/>
                  </a:lnTo>
                  <a:lnTo>
                    <a:pt x="5946" y="5558"/>
                  </a:lnTo>
                  <a:lnTo>
                    <a:pt x="5688" y="5584"/>
                  </a:lnTo>
                  <a:lnTo>
                    <a:pt x="5222" y="5584"/>
                  </a:lnTo>
                  <a:lnTo>
                    <a:pt x="4990" y="5558"/>
                  </a:lnTo>
                  <a:lnTo>
                    <a:pt x="4757" y="5480"/>
                  </a:lnTo>
                  <a:lnTo>
                    <a:pt x="4524" y="5403"/>
                  </a:lnTo>
                  <a:lnTo>
                    <a:pt x="4318" y="5300"/>
                  </a:lnTo>
                  <a:lnTo>
                    <a:pt x="4137" y="5196"/>
                  </a:lnTo>
                  <a:lnTo>
                    <a:pt x="3956" y="5041"/>
                  </a:lnTo>
                  <a:lnTo>
                    <a:pt x="3775" y="4886"/>
                  </a:lnTo>
                  <a:lnTo>
                    <a:pt x="3620" y="4731"/>
                  </a:lnTo>
                  <a:lnTo>
                    <a:pt x="3490" y="4550"/>
                  </a:lnTo>
                  <a:lnTo>
                    <a:pt x="3361" y="4343"/>
                  </a:lnTo>
                  <a:lnTo>
                    <a:pt x="3258" y="4136"/>
                  </a:lnTo>
                  <a:lnTo>
                    <a:pt x="3180" y="3929"/>
                  </a:lnTo>
                  <a:lnTo>
                    <a:pt x="3128" y="3697"/>
                  </a:lnTo>
                  <a:lnTo>
                    <a:pt x="3103" y="3464"/>
                  </a:lnTo>
                  <a:lnTo>
                    <a:pt x="3077" y="3232"/>
                  </a:lnTo>
                  <a:lnTo>
                    <a:pt x="3103" y="2973"/>
                  </a:lnTo>
                  <a:lnTo>
                    <a:pt x="3128" y="2740"/>
                  </a:lnTo>
                  <a:lnTo>
                    <a:pt x="3180" y="2508"/>
                  </a:lnTo>
                  <a:lnTo>
                    <a:pt x="3258" y="2301"/>
                  </a:lnTo>
                  <a:lnTo>
                    <a:pt x="3361" y="2094"/>
                  </a:lnTo>
                  <a:lnTo>
                    <a:pt x="3490" y="1887"/>
                  </a:lnTo>
                  <a:lnTo>
                    <a:pt x="3620" y="1706"/>
                  </a:lnTo>
                  <a:lnTo>
                    <a:pt x="3775" y="1551"/>
                  </a:lnTo>
                  <a:lnTo>
                    <a:pt x="3956" y="1396"/>
                  </a:lnTo>
                  <a:lnTo>
                    <a:pt x="4137" y="1241"/>
                  </a:lnTo>
                  <a:lnTo>
                    <a:pt x="4318" y="1138"/>
                  </a:lnTo>
                  <a:lnTo>
                    <a:pt x="4524" y="1034"/>
                  </a:lnTo>
                  <a:lnTo>
                    <a:pt x="4757" y="957"/>
                  </a:lnTo>
                  <a:lnTo>
                    <a:pt x="4990" y="905"/>
                  </a:lnTo>
                  <a:lnTo>
                    <a:pt x="5222" y="853"/>
                  </a:lnTo>
                  <a:close/>
                  <a:moveTo>
                    <a:pt x="5455" y="0"/>
                  </a:moveTo>
                  <a:lnTo>
                    <a:pt x="4990" y="26"/>
                  </a:lnTo>
                  <a:lnTo>
                    <a:pt x="4524" y="104"/>
                  </a:lnTo>
                  <a:lnTo>
                    <a:pt x="4033" y="233"/>
                  </a:lnTo>
                  <a:lnTo>
                    <a:pt x="3568" y="388"/>
                  </a:lnTo>
                  <a:lnTo>
                    <a:pt x="3077" y="595"/>
                  </a:lnTo>
                  <a:lnTo>
                    <a:pt x="2611" y="853"/>
                  </a:lnTo>
                  <a:lnTo>
                    <a:pt x="2120" y="1138"/>
                  </a:lnTo>
                  <a:lnTo>
                    <a:pt x="1655" y="1500"/>
                  </a:lnTo>
                  <a:lnTo>
                    <a:pt x="1319" y="1758"/>
                  </a:lnTo>
                  <a:lnTo>
                    <a:pt x="1009" y="2017"/>
                  </a:lnTo>
                  <a:lnTo>
                    <a:pt x="543" y="2482"/>
                  </a:lnTo>
                  <a:lnTo>
                    <a:pt x="233" y="2818"/>
                  </a:lnTo>
                  <a:lnTo>
                    <a:pt x="104" y="2947"/>
                  </a:lnTo>
                  <a:lnTo>
                    <a:pt x="26" y="3076"/>
                  </a:lnTo>
                  <a:lnTo>
                    <a:pt x="0" y="3232"/>
                  </a:lnTo>
                  <a:lnTo>
                    <a:pt x="26" y="3361"/>
                  </a:lnTo>
                  <a:lnTo>
                    <a:pt x="104" y="3490"/>
                  </a:lnTo>
                  <a:lnTo>
                    <a:pt x="233" y="3619"/>
                  </a:lnTo>
                  <a:lnTo>
                    <a:pt x="543" y="3955"/>
                  </a:lnTo>
                  <a:lnTo>
                    <a:pt x="1009" y="4421"/>
                  </a:lnTo>
                  <a:lnTo>
                    <a:pt x="1319" y="4679"/>
                  </a:lnTo>
                  <a:lnTo>
                    <a:pt x="1655" y="4938"/>
                  </a:lnTo>
                  <a:lnTo>
                    <a:pt x="2120" y="5300"/>
                  </a:lnTo>
                  <a:lnTo>
                    <a:pt x="2611" y="5584"/>
                  </a:lnTo>
                  <a:lnTo>
                    <a:pt x="3077" y="5842"/>
                  </a:lnTo>
                  <a:lnTo>
                    <a:pt x="3568" y="6049"/>
                  </a:lnTo>
                  <a:lnTo>
                    <a:pt x="4033" y="6230"/>
                  </a:lnTo>
                  <a:lnTo>
                    <a:pt x="4524" y="6334"/>
                  </a:lnTo>
                  <a:lnTo>
                    <a:pt x="4990" y="6411"/>
                  </a:lnTo>
                  <a:lnTo>
                    <a:pt x="5455" y="6437"/>
                  </a:lnTo>
                  <a:lnTo>
                    <a:pt x="5920" y="6411"/>
                  </a:lnTo>
                  <a:lnTo>
                    <a:pt x="6386" y="6334"/>
                  </a:lnTo>
                  <a:lnTo>
                    <a:pt x="6877" y="6230"/>
                  </a:lnTo>
                  <a:lnTo>
                    <a:pt x="7342" y="6049"/>
                  </a:lnTo>
                  <a:lnTo>
                    <a:pt x="7833" y="5842"/>
                  </a:lnTo>
                  <a:lnTo>
                    <a:pt x="8298" y="5584"/>
                  </a:lnTo>
                  <a:lnTo>
                    <a:pt x="8790" y="5300"/>
                  </a:lnTo>
                  <a:lnTo>
                    <a:pt x="9255" y="4938"/>
                  </a:lnTo>
                  <a:lnTo>
                    <a:pt x="9591" y="4679"/>
                  </a:lnTo>
                  <a:lnTo>
                    <a:pt x="9901" y="4421"/>
                  </a:lnTo>
                  <a:lnTo>
                    <a:pt x="10367" y="3955"/>
                  </a:lnTo>
                  <a:lnTo>
                    <a:pt x="10677" y="3619"/>
                  </a:lnTo>
                  <a:lnTo>
                    <a:pt x="10806" y="3490"/>
                  </a:lnTo>
                  <a:lnTo>
                    <a:pt x="10884" y="3361"/>
                  </a:lnTo>
                  <a:lnTo>
                    <a:pt x="10909" y="3232"/>
                  </a:lnTo>
                  <a:lnTo>
                    <a:pt x="10884" y="3076"/>
                  </a:lnTo>
                  <a:lnTo>
                    <a:pt x="10806" y="2947"/>
                  </a:lnTo>
                  <a:lnTo>
                    <a:pt x="10677" y="2818"/>
                  </a:lnTo>
                  <a:lnTo>
                    <a:pt x="10367" y="2482"/>
                  </a:lnTo>
                  <a:lnTo>
                    <a:pt x="9901" y="2017"/>
                  </a:lnTo>
                  <a:lnTo>
                    <a:pt x="9591" y="1758"/>
                  </a:lnTo>
                  <a:lnTo>
                    <a:pt x="9255" y="1500"/>
                  </a:lnTo>
                  <a:lnTo>
                    <a:pt x="8790" y="1138"/>
                  </a:lnTo>
                  <a:lnTo>
                    <a:pt x="8298" y="853"/>
                  </a:lnTo>
                  <a:lnTo>
                    <a:pt x="7833" y="595"/>
                  </a:lnTo>
                  <a:lnTo>
                    <a:pt x="7342" y="388"/>
                  </a:lnTo>
                  <a:lnTo>
                    <a:pt x="6877" y="233"/>
                  </a:lnTo>
                  <a:lnTo>
                    <a:pt x="6386" y="104"/>
                  </a:lnTo>
                  <a:lnTo>
                    <a:pt x="5920" y="26"/>
                  </a:lnTo>
                  <a:lnTo>
                    <a:pt x="54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9"/>
            <p:cNvSpPr/>
            <p:nvPr/>
          </p:nvSpPr>
          <p:spPr>
            <a:xfrm>
              <a:off x="6411175" y="1464150"/>
              <a:ext cx="76300" cy="76925"/>
            </a:xfrm>
            <a:custGeom>
              <a:avLst/>
              <a:gdLst/>
              <a:ahLst/>
              <a:cxnLst/>
              <a:rect l="l" t="t" r="r" b="b"/>
              <a:pathLst>
                <a:path w="3052" h="3077" extrusionOk="0">
                  <a:moveTo>
                    <a:pt x="1655" y="854"/>
                  </a:moveTo>
                  <a:lnTo>
                    <a:pt x="1810" y="905"/>
                  </a:lnTo>
                  <a:lnTo>
                    <a:pt x="1914" y="957"/>
                  </a:lnTo>
                  <a:lnTo>
                    <a:pt x="2017" y="1035"/>
                  </a:lnTo>
                  <a:lnTo>
                    <a:pt x="2095" y="1138"/>
                  </a:lnTo>
                  <a:lnTo>
                    <a:pt x="2172" y="1267"/>
                  </a:lnTo>
                  <a:lnTo>
                    <a:pt x="2224" y="1396"/>
                  </a:lnTo>
                  <a:lnTo>
                    <a:pt x="2224" y="1552"/>
                  </a:lnTo>
                  <a:lnTo>
                    <a:pt x="2224" y="1681"/>
                  </a:lnTo>
                  <a:lnTo>
                    <a:pt x="2172" y="1810"/>
                  </a:lnTo>
                  <a:lnTo>
                    <a:pt x="2095" y="1939"/>
                  </a:lnTo>
                  <a:lnTo>
                    <a:pt x="2017" y="2043"/>
                  </a:lnTo>
                  <a:lnTo>
                    <a:pt x="1914" y="2120"/>
                  </a:lnTo>
                  <a:lnTo>
                    <a:pt x="1810" y="2172"/>
                  </a:lnTo>
                  <a:lnTo>
                    <a:pt x="1655" y="2224"/>
                  </a:lnTo>
                  <a:lnTo>
                    <a:pt x="1526" y="2249"/>
                  </a:lnTo>
                  <a:lnTo>
                    <a:pt x="1397" y="2224"/>
                  </a:lnTo>
                  <a:lnTo>
                    <a:pt x="1267" y="2172"/>
                  </a:lnTo>
                  <a:lnTo>
                    <a:pt x="1138" y="2120"/>
                  </a:lnTo>
                  <a:lnTo>
                    <a:pt x="1035" y="2043"/>
                  </a:lnTo>
                  <a:lnTo>
                    <a:pt x="957" y="1939"/>
                  </a:lnTo>
                  <a:lnTo>
                    <a:pt x="880" y="1810"/>
                  </a:lnTo>
                  <a:lnTo>
                    <a:pt x="854" y="1681"/>
                  </a:lnTo>
                  <a:lnTo>
                    <a:pt x="828" y="1552"/>
                  </a:lnTo>
                  <a:lnTo>
                    <a:pt x="854" y="1396"/>
                  </a:lnTo>
                  <a:lnTo>
                    <a:pt x="880" y="1267"/>
                  </a:lnTo>
                  <a:lnTo>
                    <a:pt x="957" y="1138"/>
                  </a:lnTo>
                  <a:lnTo>
                    <a:pt x="1035" y="1035"/>
                  </a:lnTo>
                  <a:lnTo>
                    <a:pt x="1138" y="957"/>
                  </a:lnTo>
                  <a:lnTo>
                    <a:pt x="1267" y="905"/>
                  </a:lnTo>
                  <a:lnTo>
                    <a:pt x="1397" y="854"/>
                  </a:lnTo>
                  <a:close/>
                  <a:moveTo>
                    <a:pt x="1371" y="0"/>
                  </a:moveTo>
                  <a:lnTo>
                    <a:pt x="1216" y="26"/>
                  </a:lnTo>
                  <a:lnTo>
                    <a:pt x="931" y="130"/>
                  </a:lnTo>
                  <a:lnTo>
                    <a:pt x="673" y="259"/>
                  </a:lnTo>
                  <a:lnTo>
                    <a:pt x="440" y="466"/>
                  </a:lnTo>
                  <a:lnTo>
                    <a:pt x="259" y="673"/>
                  </a:lnTo>
                  <a:lnTo>
                    <a:pt x="104" y="931"/>
                  </a:lnTo>
                  <a:lnTo>
                    <a:pt x="27" y="1241"/>
                  </a:lnTo>
                  <a:lnTo>
                    <a:pt x="1" y="1396"/>
                  </a:lnTo>
                  <a:lnTo>
                    <a:pt x="1" y="1552"/>
                  </a:lnTo>
                  <a:lnTo>
                    <a:pt x="1" y="1707"/>
                  </a:lnTo>
                  <a:lnTo>
                    <a:pt x="27" y="1862"/>
                  </a:lnTo>
                  <a:lnTo>
                    <a:pt x="104" y="2146"/>
                  </a:lnTo>
                  <a:lnTo>
                    <a:pt x="259" y="2405"/>
                  </a:lnTo>
                  <a:lnTo>
                    <a:pt x="440" y="2637"/>
                  </a:lnTo>
                  <a:lnTo>
                    <a:pt x="673" y="2818"/>
                  </a:lnTo>
                  <a:lnTo>
                    <a:pt x="931" y="2947"/>
                  </a:lnTo>
                  <a:lnTo>
                    <a:pt x="1216" y="3051"/>
                  </a:lnTo>
                  <a:lnTo>
                    <a:pt x="1371" y="3077"/>
                  </a:lnTo>
                  <a:lnTo>
                    <a:pt x="1681" y="3077"/>
                  </a:lnTo>
                  <a:lnTo>
                    <a:pt x="1836" y="3051"/>
                  </a:lnTo>
                  <a:lnTo>
                    <a:pt x="2120" y="2947"/>
                  </a:lnTo>
                  <a:lnTo>
                    <a:pt x="2379" y="2818"/>
                  </a:lnTo>
                  <a:lnTo>
                    <a:pt x="2612" y="2637"/>
                  </a:lnTo>
                  <a:lnTo>
                    <a:pt x="2793" y="2405"/>
                  </a:lnTo>
                  <a:lnTo>
                    <a:pt x="2948" y="2146"/>
                  </a:lnTo>
                  <a:lnTo>
                    <a:pt x="3025" y="1862"/>
                  </a:lnTo>
                  <a:lnTo>
                    <a:pt x="3051" y="1707"/>
                  </a:lnTo>
                  <a:lnTo>
                    <a:pt x="3051" y="1552"/>
                  </a:lnTo>
                  <a:lnTo>
                    <a:pt x="3051" y="1396"/>
                  </a:lnTo>
                  <a:lnTo>
                    <a:pt x="3025" y="1241"/>
                  </a:lnTo>
                  <a:lnTo>
                    <a:pt x="2948" y="931"/>
                  </a:lnTo>
                  <a:lnTo>
                    <a:pt x="2793" y="673"/>
                  </a:lnTo>
                  <a:lnTo>
                    <a:pt x="2612" y="466"/>
                  </a:lnTo>
                  <a:lnTo>
                    <a:pt x="2379" y="259"/>
                  </a:lnTo>
                  <a:lnTo>
                    <a:pt x="2120" y="130"/>
                  </a:lnTo>
                  <a:lnTo>
                    <a:pt x="1836" y="26"/>
                  </a:lnTo>
                  <a:lnTo>
                    <a:pt x="16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 name="Google Shape;837;p59"/>
          <p:cNvGrpSpPr/>
          <p:nvPr/>
        </p:nvGrpSpPr>
        <p:grpSpPr>
          <a:xfrm>
            <a:off x="8020810" y="1316352"/>
            <a:ext cx="383454" cy="383454"/>
            <a:chOff x="7024475" y="1323925"/>
            <a:chExt cx="357400" cy="357400"/>
          </a:xfrm>
        </p:grpSpPr>
        <p:sp>
          <p:nvSpPr>
            <p:cNvPr id="838" name="Google Shape;838;p59"/>
            <p:cNvSpPr/>
            <p:nvPr/>
          </p:nvSpPr>
          <p:spPr>
            <a:xfrm>
              <a:off x="7024475" y="1323925"/>
              <a:ext cx="357400" cy="357400"/>
            </a:xfrm>
            <a:custGeom>
              <a:avLst/>
              <a:gdLst/>
              <a:ahLst/>
              <a:cxnLst/>
              <a:rect l="l" t="t" r="r" b="b"/>
              <a:pathLst>
                <a:path w="14296" h="14296" extrusionOk="0">
                  <a:moveTo>
                    <a:pt x="12900" y="827"/>
                  </a:moveTo>
                  <a:lnTo>
                    <a:pt x="12900" y="1680"/>
                  </a:lnTo>
                  <a:lnTo>
                    <a:pt x="12073" y="1680"/>
                  </a:lnTo>
                  <a:lnTo>
                    <a:pt x="12073" y="827"/>
                  </a:lnTo>
                  <a:close/>
                  <a:moveTo>
                    <a:pt x="7678" y="827"/>
                  </a:moveTo>
                  <a:lnTo>
                    <a:pt x="7833" y="853"/>
                  </a:lnTo>
                  <a:lnTo>
                    <a:pt x="7963" y="905"/>
                  </a:lnTo>
                  <a:lnTo>
                    <a:pt x="8066" y="956"/>
                  </a:lnTo>
                  <a:lnTo>
                    <a:pt x="8169" y="1034"/>
                  </a:lnTo>
                  <a:lnTo>
                    <a:pt x="8273" y="1137"/>
                  </a:lnTo>
                  <a:lnTo>
                    <a:pt x="8325" y="1267"/>
                  </a:lnTo>
                  <a:lnTo>
                    <a:pt x="8376" y="1396"/>
                  </a:lnTo>
                  <a:lnTo>
                    <a:pt x="8376" y="1525"/>
                  </a:lnTo>
                  <a:lnTo>
                    <a:pt x="8376" y="2094"/>
                  </a:lnTo>
                  <a:lnTo>
                    <a:pt x="8376" y="2249"/>
                  </a:lnTo>
                  <a:lnTo>
                    <a:pt x="8325" y="2378"/>
                  </a:lnTo>
                  <a:lnTo>
                    <a:pt x="8273" y="2482"/>
                  </a:lnTo>
                  <a:lnTo>
                    <a:pt x="8169" y="2585"/>
                  </a:lnTo>
                  <a:lnTo>
                    <a:pt x="8066" y="2663"/>
                  </a:lnTo>
                  <a:lnTo>
                    <a:pt x="7963" y="2740"/>
                  </a:lnTo>
                  <a:lnTo>
                    <a:pt x="7833" y="2792"/>
                  </a:lnTo>
                  <a:lnTo>
                    <a:pt x="1397" y="2792"/>
                  </a:lnTo>
                  <a:lnTo>
                    <a:pt x="1267" y="2740"/>
                  </a:lnTo>
                  <a:lnTo>
                    <a:pt x="1164" y="2663"/>
                  </a:lnTo>
                  <a:lnTo>
                    <a:pt x="1061" y="2585"/>
                  </a:lnTo>
                  <a:lnTo>
                    <a:pt x="957" y="2482"/>
                  </a:lnTo>
                  <a:lnTo>
                    <a:pt x="906" y="2378"/>
                  </a:lnTo>
                  <a:lnTo>
                    <a:pt x="854" y="2249"/>
                  </a:lnTo>
                  <a:lnTo>
                    <a:pt x="854" y="2094"/>
                  </a:lnTo>
                  <a:lnTo>
                    <a:pt x="854" y="1525"/>
                  </a:lnTo>
                  <a:lnTo>
                    <a:pt x="854" y="1396"/>
                  </a:lnTo>
                  <a:lnTo>
                    <a:pt x="906" y="1267"/>
                  </a:lnTo>
                  <a:lnTo>
                    <a:pt x="957" y="1137"/>
                  </a:lnTo>
                  <a:lnTo>
                    <a:pt x="1061" y="1034"/>
                  </a:lnTo>
                  <a:lnTo>
                    <a:pt x="1164" y="956"/>
                  </a:lnTo>
                  <a:lnTo>
                    <a:pt x="1267" y="905"/>
                  </a:lnTo>
                  <a:lnTo>
                    <a:pt x="1397" y="853"/>
                  </a:lnTo>
                  <a:lnTo>
                    <a:pt x="1552" y="827"/>
                  </a:lnTo>
                  <a:close/>
                  <a:moveTo>
                    <a:pt x="13469" y="2507"/>
                  </a:moveTo>
                  <a:lnTo>
                    <a:pt x="13469" y="3774"/>
                  </a:lnTo>
                  <a:lnTo>
                    <a:pt x="13469" y="3826"/>
                  </a:lnTo>
                  <a:lnTo>
                    <a:pt x="13417" y="3878"/>
                  </a:lnTo>
                  <a:lnTo>
                    <a:pt x="13391" y="3903"/>
                  </a:lnTo>
                  <a:lnTo>
                    <a:pt x="11608" y="3903"/>
                  </a:lnTo>
                  <a:lnTo>
                    <a:pt x="11556" y="3878"/>
                  </a:lnTo>
                  <a:lnTo>
                    <a:pt x="11530" y="3826"/>
                  </a:lnTo>
                  <a:lnTo>
                    <a:pt x="11504" y="3774"/>
                  </a:lnTo>
                  <a:lnTo>
                    <a:pt x="11504" y="2507"/>
                  </a:lnTo>
                  <a:close/>
                  <a:moveTo>
                    <a:pt x="8816" y="8143"/>
                  </a:moveTo>
                  <a:lnTo>
                    <a:pt x="9333" y="8169"/>
                  </a:lnTo>
                  <a:lnTo>
                    <a:pt x="9850" y="8246"/>
                  </a:lnTo>
                  <a:lnTo>
                    <a:pt x="10367" y="8375"/>
                  </a:lnTo>
                  <a:lnTo>
                    <a:pt x="10910" y="8582"/>
                  </a:lnTo>
                  <a:lnTo>
                    <a:pt x="10910" y="10004"/>
                  </a:lnTo>
                  <a:lnTo>
                    <a:pt x="10884" y="10288"/>
                  </a:lnTo>
                  <a:lnTo>
                    <a:pt x="10858" y="10547"/>
                  </a:lnTo>
                  <a:lnTo>
                    <a:pt x="10806" y="10805"/>
                  </a:lnTo>
                  <a:lnTo>
                    <a:pt x="10755" y="11064"/>
                  </a:lnTo>
                  <a:lnTo>
                    <a:pt x="10677" y="11322"/>
                  </a:lnTo>
                  <a:lnTo>
                    <a:pt x="10574" y="11555"/>
                  </a:lnTo>
                  <a:lnTo>
                    <a:pt x="10470" y="11788"/>
                  </a:lnTo>
                  <a:lnTo>
                    <a:pt x="10341" y="12020"/>
                  </a:lnTo>
                  <a:lnTo>
                    <a:pt x="10186" y="12227"/>
                  </a:lnTo>
                  <a:lnTo>
                    <a:pt x="10031" y="12434"/>
                  </a:lnTo>
                  <a:lnTo>
                    <a:pt x="9850" y="12641"/>
                  </a:lnTo>
                  <a:lnTo>
                    <a:pt x="9669" y="12822"/>
                  </a:lnTo>
                  <a:lnTo>
                    <a:pt x="9462" y="12977"/>
                  </a:lnTo>
                  <a:lnTo>
                    <a:pt x="9255" y="13132"/>
                  </a:lnTo>
                  <a:lnTo>
                    <a:pt x="9048" y="13287"/>
                  </a:lnTo>
                  <a:lnTo>
                    <a:pt x="8816" y="13416"/>
                  </a:lnTo>
                  <a:lnTo>
                    <a:pt x="8583" y="13287"/>
                  </a:lnTo>
                  <a:lnTo>
                    <a:pt x="8350" y="13132"/>
                  </a:lnTo>
                  <a:lnTo>
                    <a:pt x="8144" y="12977"/>
                  </a:lnTo>
                  <a:lnTo>
                    <a:pt x="7937" y="12822"/>
                  </a:lnTo>
                  <a:lnTo>
                    <a:pt x="7756" y="12641"/>
                  </a:lnTo>
                  <a:lnTo>
                    <a:pt x="7575" y="12434"/>
                  </a:lnTo>
                  <a:lnTo>
                    <a:pt x="7420" y="12227"/>
                  </a:lnTo>
                  <a:lnTo>
                    <a:pt x="7291" y="12020"/>
                  </a:lnTo>
                  <a:lnTo>
                    <a:pt x="7161" y="11788"/>
                  </a:lnTo>
                  <a:lnTo>
                    <a:pt x="7032" y="11555"/>
                  </a:lnTo>
                  <a:lnTo>
                    <a:pt x="6929" y="11322"/>
                  </a:lnTo>
                  <a:lnTo>
                    <a:pt x="6851" y="11064"/>
                  </a:lnTo>
                  <a:lnTo>
                    <a:pt x="6799" y="10805"/>
                  </a:lnTo>
                  <a:lnTo>
                    <a:pt x="6748" y="10547"/>
                  </a:lnTo>
                  <a:lnTo>
                    <a:pt x="6722" y="10288"/>
                  </a:lnTo>
                  <a:lnTo>
                    <a:pt x="6722" y="10004"/>
                  </a:lnTo>
                  <a:lnTo>
                    <a:pt x="6722" y="8582"/>
                  </a:lnTo>
                  <a:lnTo>
                    <a:pt x="7239" y="8375"/>
                  </a:lnTo>
                  <a:lnTo>
                    <a:pt x="7756" y="8246"/>
                  </a:lnTo>
                  <a:lnTo>
                    <a:pt x="8273" y="8169"/>
                  </a:lnTo>
                  <a:lnTo>
                    <a:pt x="8816" y="8143"/>
                  </a:lnTo>
                  <a:close/>
                  <a:moveTo>
                    <a:pt x="8376" y="3464"/>
                  </a:moveTo>
                  <a:lnTo>
                    <a:pt x="8376" y="7341"/>
                  </a:lnTo>
                  <a:lnTo>
                    <a:pt x="7808" y="7393"/>
                  </a:lnTo>
                  <a:lnTo>
                    <a:pt x="7265" y="7522"/>
                  </a:lnTo>
                  <a:lnTo>
                    <a:pt x="6696" y="7678"/>
                  </a:lnTo>
                  <a:lnTo>
                    <a:pt x="6127" y="7910"/>
                  </a:lnTo>
                  <a:lnTo>
                    <a:pt x="6024" y="7988"/>
                  </a:lnTo>
                  <a:lnTo>
                    <a:pt x="5946" y="8065"/>
                  </a:lnTo>
                  <a:lnTo>
                    <a:pt x="5895" y="8169"/>
                  </a:lnTo>
                  <a:lnTo>
                    <a:pt x="5869" y="8298"/>
                  </a:lnTo>
                  <a:lnTo>
                    <a:pt x="5869" y="10004"/>
                  </a:lnTo>
                  <a:lnTo>
                    <a:pt x="5895" y="10469"/>
                  </a:lnTo>
                  <a:lnTo>
                    <a:pt x="5972" y="10935"/>
                  </a:lnTo>
                  <a:lnTo>
                    <a:pt x="6076" y="11374"/>
                  </a:lnTo>
                  <a:lnTo>
                    <a:pt x="6231" y="11788"/>
                  </a:lnTo>
                  <a:lnTo>
                    <a:pt x="2017" y="11788"/>
                  </a:lnTo>
                  <a:lnTo>
                    <a:pt x="1940" y="11814"/>
                  </a:lnTo>
                  <a:lnTo>
                    <a:pt x="1862" y="11865"/>
                  </a:lnTo>
                  <a:lnTo>
                    <a:pt x="1810" y="11917"/>
                  </a:lnTo>
                  <a:lnTo>
                    <a:pt x="1759" y="11969"/>
                  </a:lnTo>
                  <a:lnTo>
                    <a:pt x="1707" y="12046"/>
                  </a:lnTo>
                  <a:lnTo>
                    <a:pt x="1707" y="12124"/>
                  </a:lnTo>
                  <a:lnTo>
                    <a:pt x="1681" y="12201"/>
                  </a:lnTo>
                  <a:lnTo>
                    <a:pt x="1707" y="12279"/>
                  </a:lnTo>
                  <a:lnTo>
                    <a:pt x="1707" y="12356"/>
                  </a:lnTo>
                  <a:lnTo>
                    <a:pt x="1759" y="12434"/>
                  </a:lnTo>
                  <a:lnTo>
                    <a:pt x="1810" y="12511"/>
                  </a:lnTo>
                  <a:lnTo>
                    <a:pt x="1862" y="12537"/>
                  </a:lnTo>
                  <a:lnTo>
                    <a:pt x="1940" y="12589"/>
                  </a:lnTo>
                  <a:lnTo>
                    <a:pt x="2017" y="12615"/>
                  </a:lnTo>
                  <a:lnTo>
                    <a:pt x="6670" y="12615"/>
                  </a:lnTo>
                  <a:lnTo>
                    <a:pt x="6851" y="12848"/>
                  </a:lnTo>
                  <a:lnTo>
                    <a:pt x="7006" y="13054"/>
                  </a:lnTo>
                  <a:lnTo>
                    <a:pt x="7213" y="13261"/>
                  </a:lnTo>
                  <a:lnTo>
                    <a:pt x="7394" y="13468"/>
                  </a:lnTo>
                  <a:lnTo>
                    <a:pt x="1552" y="13468"/>
                  </a:lnTo>
                  <a:lnTo>
                    <a:pt x="1397" y="13442"/>
                  </a:lnTo>
                  <a:lnTo>
                    <a:pt x="1267" y="13416"/>
                  </a:lnTo>
                  <a:lnTo>
                    <a:pt x="1164" y="13339"/>
                  </a:lnTo>
                  <a:lnTo>
                    <a:pt x="1061" y="13261"/>
                  </a:lnTo>
                  <a:lnTo>
                    <a:pt x="957" y="13158"/>
                  </a:lnTo>
                  <a:lnTo>
                    <a:pt x="906" y="13028"/>
                  </a:lnTo>
                  <a:lnTo>
                    <a:pt x="854" y="12899"/>
                  </a:lnTo>
                  <a:lnTo>
                    <a:pt x="854" y="12770"/>
                  </a:lnTo>
                  <a:lnTo>
                    <a:pt x="854" y="3464"/>
                  </a:lnTo>
                  <a:lnTo>
                    <a:pt x="1009" y="3541"/>
                  </a:lnTo>
                  <a:lnTo>
                    <a:pt x="1190" y="3593"/>
                  </a:lnTo>
                  <a:lnTo>
                    <a:pt x="1371" y="3619"/>
                  </a:lnTo>
                  <a:lnTo>
                    <a:pt x="7885" y="3619"/>
                  </a:lnTo>
                  <a:lnTo>
                    <a:pt x="8066" y="3593"/>
                  </a:lnTo>
                  <a:lnTo>
                    <a:pt x="8221" y="3541"/>
                  </a:lnTo>
                  <a:lnTo>
                    <a:pt x="8376" y="3464"/>
                  </a:lnTo>
                  <a:close/>
                  <a:moveTo>
                    <a:pt x="1397" y="0"/>
                  </a:moveTo>
                  <a:lnTo>
                    <a:pt x="1242" y="26"/>
                  </a:lnTo>
                  <a:lnTo>
                    <a:pt x="957" y="129"/>
                  </a:lnTo>
                  <a:lnTo>
                    <a:pt x="699" y="259"/>
                  </a:lnTo>
                  <a:lnTo>
                    <a:pt x="466" y="439"/>
                  </a:lnTo>
                  <a:lnTo>
                    <a:pt x="285" y="672"/>
                  </a:lnTo>
                  <a:lnTo>
                    <a:pt x="130" y="931"/>
                  </a:lnTo>
                  <a:lnTo>
                    <a:pt x="52" y="1241"/>
                  </a:lnTo>
                  <a:lnTo>
                    <a:pt x="27" y="1370"/>
                  </a:lnTo>
                  <a:lnTo>
                    <a:pt x="1" y="1525"/>
                  </a:lnTo>
                  <a:lnTo>
                    <a:pt x="1" y="12770"/>
                  </a:lnTo>
                  <a:lnTo>
                    <a:pt x="27" y="12925"/>
                  </a:lnTo>
                  <a:lnTo>
                    <a:pt x="52" y="13080"/>
                  </a:lnTo>
                  <a:lnTo>
                    <a:pt x="130" y="13365"/>
                  </a:lnTo>
                  <a:lnTo>
                    <a:pt x="285" y="13623"/>
                  </a:lnTo>
                  <a:lnTo>
                    <a:pt x="466" y="13856"/>
                  </a:lnTo>
                  <a:lnTo>
                    <a:pt x="699" y="14037"/>
                  </a:lnTo>
                  <a:lnTo>
                    <a:pt x="957" y="14166"/>
                  </a:lnTo>
                  <a:lnTo>
                    <a:pt x="1242" y="14269"/>
                  </a:lnTo>
                  <a:lnTo>
                    <a:pt x="1397" y="14295"/>
                  </a:lnTo>
                  <a:lnTo>
                    <a:pt x="7859" y="14295"/>
                  </a:lnTo>
                  <a:lnTo>
                    <a:pt x="8040" y="14243"/>
                  </a:lnTo>
                  <a:lnTo>
                    <a:pt x="8221" y="14218"/>
                  </a:lnTo>
                  <a:lnTo>
                    <a:pt x="8376" y="14140"/>
                  </a:lnTo>
                  <a:lnTo>
                    <a:pt x="8635" y="14269"/>
                  </a:lnTo>
                  <a:lnTo>
                    <a:pt x="8712" y="14295"/>
                  </a:lnTo>
                  <a:lnTo>
                    <a:pt x="8893" y="14295"/>
                  </a:lnTo>
                  <a:lnTo>
                    <a:pt x="8971" y="14269"/>
                  </a:lnTo>
                  <a:lnTo>
                    <a:pt x="9281" y="14114"/>
                  </a:lnTo>
                  <a:lnTo>
                    <a:pt x="9565" y="13933"/>
                  </a:lnTo>
                  <a:lnTo>
                    <a:pt x="9850" y="13752"/>
                  </a:lnTo>
                  <a:lnTo>
                    <a:pt x="10108" y="13546"/>
                  </a:lnTo>
                  <a:lnTo>
                    <a:pt x="10367" y="13313"/>
                  </a:lnTo>
                  <a:lnTo>
                    <a:pt x="10599" y="13080"/>
                  </a:lnTo>
                  <a:lnTo>
                    <a:pt x="10806" y="12822"/>
                  </a:lnTo>
                  <a:lnTo>
                    <a:pt x="10987" y="12537"/>
                  </a:lnTo>
                  <a:lnTo>
                    <a:pt x="11168" y="12253"/>
                  </a:lnTo>
                  <a:lnTo>
                    <a:pt x="11297" y="11969"/>
                  </a:lnTo>
                  <a:lnTo>
                    <a:pt x="11427" y="11658"/>
                  </a:lnTo>
                  <a:lnTo>
                    <a:pt x="11530" y="11348"/>
                  </a:lnTo>
                  <a:lnTo>
                    <a:pt x="11633" y="11012"/>
                  </a:lnTo>
                  <a:lnTo>
                    <a:pt x="11685" y="10702"/>
                  </a:lnTo>
                  <a:lnTo>
                    <a:pt x="11737" y="10366"/>
                  </a:lnTo>
                  <a:lnTo>
                    <a:pt x="11737" y="10004"/>
                  </a:lnTo>
                  <a:lnTo>
                    <a:pt x="11737" y="8298"/>
                  </a:lnTo>
                  <a:lnTo>
                    <a:pt x="11711" y="8169"/>
                  </a:lnTo>
                  <a:lnTo>
                    <a:pt x="11659" y="8065"/>
                  </a:lnTo>
                  <a:lnTo>
                    <a:pt x="11582" y="7988"/>
                  </a:lnTo>
                  <a:lnTo>
                    <a:pt x="11478" y="7910"/>
                  </a:lnTo>
                  <a:lnTo>
                    <a:pt x="10935" y="7678"/>
                  </a:lnTo>
                  <a:lnTo>
                    <a:pt x="10367" y="7522"/>
                  </a:lnTo>
                  <a:lnTo>
                    <a:pt x="9798" y="7393"/>
                  </a:lnTo>
                  <a:lnTo>
                    <a:pt x="9229" y="7341"/>
                  </a:lnTo>
                  <a:lnTo>
                    <a:pt x="9229" y="6488"/>
                  </a:lnTo>
                  <a:lnTo>
                    <a:pt x="11659" y="6488"/>
                  </a:lnTo>
                  <a:lnTo>
                    <a:pt x="11918" y="6463"/>
                  </a:lnTo>
                  <a:lnTo>
                    <a:pt x="12150" y="6385"/>
                  </a:lnTo>
                  <a:lnTo>
                    <a:pt x="12357" y="6256"/>
                  </a:lnTo>
                  <a:lnTo>
                    <a:pt x="12538" y="6101"/>
                  </a:lnTo>
                  <a:lnTo>
                    <a:pt x="12693" y="5920"/>
                  </a:lnTo>
                  <a:lnTo>
                    <a:pt x="12823" y="5713"/>
                  </a:lnTo>
                  <a:lnTo>
                    <a:pt x="12874" y="5480"/>
                  </a:lnTo>
                  <a:lnTo>
                    <a:pt x="12900" y="5222"/>
                  </a:lnTo>
                  <a:lnTo>
                    <a:pt x="12900" y="4756"/>
                  </a:lnTo>
                  <a:lnTo>
                    <a:pt x="13340" y="4756"/>
                  </a:lnTo>
                  <a:lnTo>
                    <a:pt x="13521" y="4731"/>
                  </a:lnTo>
                  <a:lnTo>
                    <a:pt x="13701" y="4679"/>
                  </a:lnTo>
                  <a:lnTo>
                    <a:pt x="13882" y="4575"/>
                  </a:lnTo>
                  <a:lnTo>
                    <a:pt x="14012" y="4472"/>
                  </a:lnTo>
                  <a:lnTo>
                    <a:pt x="14141" y="4317"/>
                  </a:lnTo>
                  <a:lnTo>
                    <a:pt x="14218" y="4162"/>
                  </a:lnTo>
                  <a:lnTo>
                    <a:pt x="14296" y="3955"/>
                  </a:lnTo>
                  <a:lnTo>
                    <a:pt x="14296" y="3774"/>
                  </a:lnTo>
                  <a:lnTo>
                    <a:pt x="14296" y="2094"/>
                  </a:lnTo>
                  <a:lnTo>
                    <a:pt x="14296" y="2016"/>
                  </a:lnTo>
                  <a:lnTo>
                    <a:pt x="14270" y="1939"/>
                  </a:lnTo>
                  <a:lnTo>
                    <a:pt x="14244" y="1861"/>
                  </a:lnTo>
                  <a:lnTo>
                    <a:pt x="14193" y="1810"/>
                  </a:lnTo>
                  <a:lnTo>
                    <a:pt x="14115" y="1758"/>
                  </a:lnTo>
                  <a:lnTo>
                    <a:pt x="14038" y="1706"/>
                  </a:lnTo>
                  <a:lnTo>
                    <a:pt x="13960" y="1680"/>
                  </a:lnTo>
                  <a:lnTo>
                    <a:pt x="13753" y="1680"/>
                  </a:lnTo>
                  <a:lnTo>
                    <a:pt x="13753" y="414"/>
                  </a:lnTo>
                  <a:lnTo>
                    <a:pt x="13727" y="336"/>
                  </a:lnTo>
                  <a:lnTo>
                    <a:pt x="13727" y="259"/>
                  </a:lnTo>
                  <a:lnTo>
                    <a:pt x="13676" y="181"/>
                  </a:lnTo>
                  <a:lnTo>
                    <a:pt x="13624" y="129"/>
                  </a:lnTo>
                  <a:lnTo>
                    <a:pt x="13572" y="78"/>
                  </a:lnTo>
                  <a:lnTo>
                    <a:pt x="13495" y="26"/>
                  </a:lnTo>
                  <a:lnTo>
                    <a:pt x="13417" y="0"/>
                  </a:lnTo>
                  <a:lnTo>
                    <a:pt x="11582" y="0"/>
                  </a:lnTo>
                  <a:lnTo>
                    <a:pt x="11478" y="26"/>
                  </a:lnTo>
                  <a:lnTo>
                    <a:pt x="11427" y="78"/>
                  </a:lnTo>
                  <a:lnTo>
                    <a:pt x="11349" y="129"/>
                  </a:lnTo>
                  <a:lnTo>
                    <a:pt x="11297" y="181"/>
                  </a:lnTo>
                  <a:lnTo>
                    <a:pt x="11272" y="259"/>
                  </a:lnTo>
                  <a:lnTo>
                    <a:pt x="11246" y="336"/>
                  </a:lnTo>
                  <a:lnTo>
                    <a:pt x="11246" y="414"/>
                  </a:lnTo>
                  <a:lnTo>
                    <a:pt x="11246" y="1680"/>
                  </a:lnTo>
                  <a:lnTo>
                    <a:pt x="11013" y="1680"/>
                  </a:lnTo>
                  <a:lnTo>
                    <a:pt x="10935" y="1706"/>
                  </a:lnTo>
                  <a:lnTo>
                    <a:pt x="10858" y="1758"/>
                  </a:lnTo>
                  <a:lnTo>
                    <a:pt x="10806" y="1810"/>
                  </a:lnTo>
                  <a:lnTo>
                    <a:pt x="10755" y="1861"/>
                  </a:lnTo>
                  <a:lnTo>
                    <a:pt x="10703" y="1939"/>
                  </a:lnTo>
                  <a:lnTo>
                    <a:pt x="10677" y="2016"/>
                  </a:lnTo>
                  <a:lnTo>
                    <a:pt x="10677" y="2094"/>
                  </a:lnTo>
                  <a:lnTo>
                    <a:pt x="10677" y="3774"/>
                  </a:lnTo>
                  <a:lnTo>
                    <a:pt x="10703" y="3955"/>
                  </a:lnTo>
                  <a:lnTo>
                    <a:pt x="10755" y="4162"/>
                  </a:lnTo>
                  <a:lnTo>
                    <a:pt x="10832" y="4317"/>
                  </a:lnTo>
                  <a:lnTo>
                    <a:pt x="10961" y="4472"/>
                  </a:lnTo>
                  <a:lnTo>
                    <a:pt x="11116" y="4575"/>
                  </a:lnTo>
                  <a:lnTo>
                    <a:pt x="11272" y="4679"/>
                  </a:lnTo>
                  <a:lnTo>
                    <a:pt x="11452" y="4731"/>
                  </a:lnTo>
                  <a:lnTo>
                    <a:pt x="11659" y="4756"/>
                  </a:lnTo>
                  <a:lnTo>
                    <a:pt x="12073" y="4756"/>
                  </a:lnTo>
                  <a:lnTo>
                    <a:pt x="12073" y="5222"/>
                  </a:lnTo>
                  <a:lnTo>
                    <a:pt x="12073" y="5299"/>
                  </a:lnTo>
                  <a:lnTo>
                    <a:pt x="12047" y="5377"/>
                  </a:lnTo>
                  <a:lnTo>
                    <a:pt x="11995" y="5454"/>
                  </a:lnTo>
                  <a:lnTo>
                    <a:pt x="11944" y="5506"/>
                  </a:lnTo>
                  <a:lnTo>
                    <a:pt x="11892" y="5558"/>
                  </a:lnTo>
                  <a:lnTo>
                    <a:pt x="11814" y="5609"/>
                  </a:lnTo>
                  <a:lnTo>
                    <a:pt x="11737" y="5635"/>
                  </a:lnTo>
                  <a:lnTo>
                    <a:pt x="9229" y="5635"/>
                  </a:lnTo>
                  <a:lnTo>
                    <a:pt x="9229" y="1525"/>
                  </a:lnTo>
                  <a:lnTo>
                    <a:pt x="9229" y="1370"/>
                  </a:lnTo>
                  <a:lnTo>
                    <a:pt x="9203" y="1241"/>
                  </a:lnTo>
                  <a:lnTo>
                    <a:pt x="9100" y="931"/>
                  </a:lnTo>
                  <a:lnTo>
                    <a:pt x="8971" y="672"/>
                  </a:lnTo>
                  <a:lnTo>
                    <a:pt x="8764" y="439"/>
                  </a:lnTo>
                  <a:lnTo>
                    <a:pt x="8557" y="259"/>
                  </a:lnTo>
                  <a:lnTo>
                    <a:pt x="8299" y="129"/>
                  </a:lnTo>
                  <a:lnTo>
                    <a:pt x="7989" y="26"/>
                  </a:lnTo>
                  <a:lnTo>
                    <a:pt x="78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9"/>
            <p:cNvSpPr/>
            <p:nvPr/>
          </p:nvSpPr>
          <p:spPr>
            <a:xfrm>
              <a:off x="7066500" y="1435725"/>
              <a:ext cx="21350" cy="20700"/>
            </a:xfrm>
            <a:custGeom>
              <a:avLst/>
              <a:gdLst/>
              <a:ahLst/>
              <a:cxnLst/>
              <a:rect l="l" t="t" r="r" b="b"/>
              <a:pathLst>
                <a:path w="854" h="828" extrusionOk="0">
                  <a:moveTo>
                    <a:pt x="336" y="0"/>
                  </a:moveTo>
                  <a:lnTo>
                    <a:pt x="259" y="26"/>
                  </a:lnTo>
                  <a:lnTo>
                    <a:pt x="181" y="78"/>
                  </a:lnTo>
                  <a:lnTo>
                    <a:pt x="129" y="129"/>
                  </a:lnTo>
                  <a:lnTo>
                    <a:pt x="78" y="181"/>
                  </a:lnTo>
                  <a:lnTo>
                    <a:pt x="26" y="259"/>
                  </a:lnTo>
                  <a:lnTo>
                    <a:pt x="26" y="336"/>
                  </a:lnTo>
                  <a:lnTo>
                    <a:pt x="0" y="414"/>
                  </a:lnTo>
                  <a:lnTo>
                    <a:pt x="26" y="491"/>
                  </a:lnTo>
                  <a:lnTo>
                    <a:pt x="26" y="569"/>
                  </a:lnTo>
                  <a:lnTo>
                    <a:pt x="78" y="646"/>
                  </a:lnTo>
                  <a:lnTo>
                    <a:pt x="129" y="724"/>
                  </a:lnTo>
                  <a:lnTo>
                    <a:pt x="181" y="776"/>
                  </a:lnTo>
                  <a:lnTo>
                    <a:pt x="259" y="801"/>
                  </a:lnTo>
                  <a:lnTo>
                    <a:pt x="336" y="827"/>
                  </a:lnTo>
                  <a:lnTo>
                    <a:pt x="517" y="827"/>
                  </a:lnTo>
                  <a:lnTo>
                    <a:pt x="595" y="801"/>
                  </a:lnTo>
                  <a:lnTo>
                    <a:pt x="646" y="776"/>
                  </a:lnTo>
                  <a:lnTo>
                    <a:pt x="724" y="724"/>
                  </a:lnTo>
                  <a:lnTo>
                    <a:pt x="776" y="646"/>
                  </a:lnTo>
                  <a:lnTo>
                    <a:pt x="801" y="569"/>
                  </a:lnTo>
                  <a:lnTo>
                    <a:pt x="827" y="491"/>
                  </a:lnTo>
                  <a:lnTo>
                    <a:pt x="853" y="414"/>
                  </a:lnTo>
                  <a:lnTo>
                    <a:pt x="827" y="336"/>
                  </a:lnTo>
                  <a:lnTo>
                    <a:pt x="801" y="259"/>
                  </a:lnTo>
                  <a:lnTo>
                    <a:pt x="776" y="181"/>
                  </a:lnTo>
                  <a:lnTo>
                    <a:pt x="724" y="129"/>
                  </a:lnTo>
                  <a:lnTo>
                    <a:pt x="646"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9"/>
            <p:cNvSpPr/>
            <p:nvPr/>
          </p:nvSpPr>
          <p:spPr>
            <a:xfrm>
              <a:off x="7066500" y="1477725"/>
              <a:ext cx="21350" cy="20700"/>
            </a:xfrm>
            <a:custGeom>
              <a:avLst/>
              <a:gdLst/>
              <a:ahLst/>
              <a:cxnLst/>
              <a:rect l="l" t="t" r="r" b="b"/>
              <a:pathLst>
                <a:path w="854" h="828" extrusionOk="0">
                  <a:moveTo>
                    <a:pt x="336" y="0"/>
                  </a:moveTo>
                  <a:lnTo>
                    <a:pt x="259" y="26"/>
                  </a:lnTo>
                  <a:lnTo>
                    <a:pt x="181" y="52"/>
                  </a:lnTo>
                  <a:lnTo>
                    <a:pt x="129" y="104"/>
                  </a:lnTo>
                  <a:lnTo>
                    <a:pt x="78" y="181"/>
                  </a:lnTo>
                  <a:lnTo>
                    <a:pt x="26" y="259"/>
                  </a:lnTo>
                  <a:lnTo>
                    <a:pt x="26" y="336"/>
                  </a:lnTo>
                  <a:lnTo>
                    <a:pt x="0" y="414"/>
                  </a:lnTo>
                  <a:lnTo>
                    <a:pt x="26" y="492"/>
                  </a:lnTo>
                  <a:lnTo>
                    <a:pt x="26" y="569"/>
                  </a:lnTo>
                  <a:lnTo>
                    <a:pt x="78" y="647"/>
                  </a:lnTo>
                  <a:lnTo>
                    <a:pt x="129" y="698"/>
                  </a:lnTo>
                  <a:lnTo>
                    <a:pt x="181" y="750"/>
                  </a:lnTo>
                  <a:lnTo>
                    <a:pt x="259" y="802"/>
                  </a:lnTo>
                  <a:lnTo>
                    <a:pt x="336" y="828"/>
                  </a:lnTo>
                  <a:lnTo>
                    <a:pt x="517" y="828"/>
                  </a:lnTo>
                  <a:lnTo>
                    <a:pt x="595" y="802"/>
                  </a:lnTo>
                  <a:lnTo>
                    <a:pt x="646" y="750"/>
                  </a:lnTo>
                  <a:lnTo>
                    <a:pt x="724" y="698"/>
                  </a:lnTo>
                  <a:lnTo>
                    <a:pt x="776" y="647"/>
                  </a:lnTo>
                  <a:lnTo>
                    <a:pt x="801" y="569"/>
                  </a:lnTo>
                  <a:lnTo>
                    <a:pt x="827" y="492"/>
                  </a:lnTo>
                  <a:lnTo>
                    <a:pt x="853" y="414"/>
                  </a:lnTo>
                  <a:lnTo>
                    <a:pt x="827" y="336"/>
                  </a:lnTo>
                  <a:lnTo>
                    <a:pt x="801" y="259"/>
                  </a:lnTo>
                  <a:lnTo>
                    <a:pt x="776" y="181"/>
                  </a:lnTo>
                  <a:lnTo>
                    <a:pt x="724" y="104"/>
                  </a:lnTo>
                  <a:lnTo>
                    <a:pt x="646" y="52"/>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9"/>
            <p:cNvSpPr/>
            <p:nvPr/>
          </p:nvSpPr>
          <p:spPr>
            <a:xfrm>
              <a:off x="7211900" y="1568850"/>
              <a:ext cx="65300" cy="50425"/>
            </a:xfrm>
            <a:custGeom>
              <a:avLst/>
              <a:gdLst/>
              <a:ahLst/>
              <a:cxnLst/>
              <a:rect l="l" t="t" r="r" b="b"/>
              <a:pathLst>
                <a:path w="2612" h="2017" extrusionOk="0">
                  <a:moveTo>
                    <a:pt x="2120" y="0"/>
                  </a:moveTo>
                  <a:lnTo>
                    <a:pt x="2043" y="26"/>
                  </a:lnTo>
                  <a:lnTo>
                    <a:pt x="1965" y="78"/>
                  </a:lnTo>
                  <a:lnTo>
                    <a:pt x="1913" y="129"/>
                  </a:lnTo>
                  <a:lnTo>
                    <a:pt x="1009" y="1008"/>
                  </a:lnTo>
                  <a:lnTo>
                    <a:pt x="724" y="724"/>
                  </a:lnTo>
                  <a:lnTo>
                    <a:pt x="647" y="672"/>
                  </a:lnTo>
                  <a:lnTo>
                    <a:pt x="569" y="621"/>
                  </a:lnTo>
                  <a:lnTo>
                    <a:pt x="492" y="595"/>
                  </a:lnTo>
                  <a:lnTo>
                    <a:pt x="336" y="595"/>
                  </a:lnTo>
                  <a:lnTo>
                    <a:pt x="259" y="621"/>
                  </a:lnTo>
                  <a:lnTo>
                    <a:pt x="181" y="672"/>
                  </a:lnTo>
                  <a:lnTo>
                    <a:pt x="130" y="724"/>
                  </a:lnTo>
                  <a:lnTo>
                    <a:pt x="78" y="776"/>
                  </a:lnTo>
                  <a:lnTo>
                    <a:pt x="26" y="853"/>
                  </a:lnTo>
                  <a:lnTo>
                    <a:pt x="0" y="931"/>
                  </a:lnTo>
                  <a:lnTo>
                    <a:pt x="0" y="1008"/>
                  </a:lnTo>
                  <a:lnTo>
                    <a:pt x="0" y="1086"/>
                  </a:lnTo>
                  <a:lnTo>
                    <a:pt x="26" y="1163"/>
                  </a:lnTo>
                  <a:lnTo>
                    <a:pt x="78" y="1241"/>
                  </a:lnTo>
                  <a:lnTo>
                    <a:pt x="130" y="1319"/>
                  </a:lnTo>
                  <a:lnTo>
                    <a:pt x="724" y="1887"/>
                  </a:lnTo>
                  <a:lnTo>
                    <a:pt x="776" y="1965"/>
                  </a:lnTo>
                  <a:lnTo>
                    <a:pt x="853" y="1991"/>
                  </a:lnTo>
                  <a:lnTo>
                    <a:pt x="931" y="2017"/>
                  </a:lnTo>
                  <a:lnTo>
                    <a:pt x="1086" y="2017"/>
                  </a:lnTo>
                  <a:lnTo>
                    <a:pt x="1164" y="1991"/>
                  </a:lnTo>
                  <a:lnTo>
                    <a:pt x="1241" y="1965"/>
                  </a:lnTo>
                  <a:lnTo>
                    <a:pt x="1319" y="1887"/>
                  </a:lnTo>
                  <a:lnTo>
                    <a:pt x="2482" y="724"/>
                  </a:lnTo>
                  <a:lnTo>
                    <a:pt x="2560" y="646"/>
                  </a:lnTo>
                  <a:lnTo>
                    <a:pt x="2585" y="569"/>
                  </a:lnTo>
                  <a:lnTo>
                    <a:pt x="2611" y="491"/>
                  </a:lnTo>
                  <a:lnTo>
                    <a:pt x="2611" y="414"/>
                  </a:lnTo>
                  <a:lnTo>
                    <a:pt x="2611" y="336"/>
                  </a:lnTo>
                  <a:lnTo>
                    <a:pt x="2585" y="259"/>
                  </a:lnTo>
                  <a:lnTo>
                    <a:pt x="2560" y="181"/>
                  </a:lnTo>
                  <a:lnTo>
                    <a:pt x="2482" y="129"/>
                  </a:lnTo>
                  <a:lnTo>
                    <a:pt x="2430" y="78"/>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 name="Google Shape;842;p59"/>
          <p:cNvGrpSpPr/>
          <p:nvPr/>
        </p:nvGrpSpPr>
        <p:grpSpPr>
          <a:xfrm>
            <a:off x="739735" y="2000701"/>
            <a:ext cx="383454" cy="383454"/>
            <a:chOff x="238125" y="1961775"/>
            <a:chExt cx="357400" cy="357400"/>
          </a:xfrm>
        </p:grpSpPr>
        <p:sp>
          <p:nvSpPr>
            <p:cNvPr id="843" name="Google Shape;843;p59"/>
            <p:cNvSpPr/>
            <p:nvPr/>
          </p:nvSpPr>
          <p:spPr>
            <a:xfrm>
              <a:off x="280125" y="2101350"/>
              <a:ext cx="48500" cy="20700"/>
            </a:xfrm>
            <a:custGeom>
              <a:avLst/>
              <a:gdLst/>
              <a:ahLst/>
              <a:cxnLst/>
              <a:rect l="l" t="t" r="r" b="b"/>
              <a:pathLst>
                <a:path w="1940" h="828" extrusionOk="0">
                  <a:moveTo>
                    <a:pt x="336" y="1"/>
                  </a:moveTo>
                  <a:lnTo>
                    <a:pt x="259" y="27"/>
                  </a:lnTo>
                  <a:lnTo>
                    <a:pt x="181" y="52"/>
                  </a:lnTo>
                  <a:lnTo>
                    <a:pt x="104" y="104"/>
                  </a:lnTo>
                  <a:lnTo>
                    <a:pt x="52" y="182"/>
                  </a:lnTo>
                  <a:lnTo>
                    <a:pt x="26" y="233"/>
                  </a:lnTo>
                  <a:lnTo>
                    <a:pt x="0" y="311"/>
                  </a:lnTo>
                  <a:lnTo>
                    <a:pt x="0" y="414"/>
                  </a:lnTo>
                  <a:lnTo>
                    <a:pt x="0" y="492"/>
                  </a:lnTo>
                  <a:lnTo>
                    <a:pt x="26" y="569"/>
                  </a:lnTo>
                  <a:lnTo>
                    <a:pt x="52" y="647"/>
                  </a:lnTo>
                  <a:lnTo>
                    <a:pt x="104" y="699"/>
                  </a:lnTo>
                  <a:lnTo>
                    <a:pt x="181" y="750"/>
                  </a:lnTo>
                  <a:lnTo>
                    <a:pt x="259" y="802"/>
                  </a:lnTo>
                  <a:lnTo>
                    <a:pt x="336" y="828"/>
                  </a:lnTo>
                  <a:lnTo>
                    <a:pt x="1603" y="828"/>
                  </a:lnTo>
                  <a:lnTo>
                    <a:pt x="1681" y="802"/>
                  </a:lnTo>
                  <a:lnTo>
                    <a:pt x="1758" y="750"/>
                  </a:lnTo>
                  <a:lnTo>
                    <a:pt x="1836" y="699"/>
                  </a:lnTo>
                  <a:lnTo>
                    <a:pt x="1887" y="647"/>
                  </a:lnTo>
                  <a:lnTo>
                    <a:pt x="1913" y="569"/>
                  </a:lnTo>
                  <a:lnTo>
                    <a:pt x="1939" y="492"/>
                  </a:lnTo>
                  <a:lnTo>
                    <a:pt x="1939" y="414"/>
                  </a:lnTo>
                  <a:lnTo>
                    <a:pt x="1939" y="311"/>
                  </a:lnTo>
                  <a:lnTo>
                    <a:pt x="1913" y="233"/>
                  </a:lnTo>
                  <a:lnTo>
                    <a:pt x="1887" y="182"/>
                  </a:lnTo>
                  <a:lnTo>
                    <a:pt x="1836" y="104"/>
                  </a:lnTo>
                  <a:lnTo>
                    <a:pt x="1758" y="52"/>
                  </a:lnTo>
                  <a:lnTo>
                    <a:pt x="1681" y="27"/>
                  </a:lnTo>
                  <a:lnTo>
                    <a:pt x="16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9"/>
            <p:cNvSpPr/>
            <p:nvPr/>
          </p:nvSpPr>
          <p:spPr>
            <a:xfrm>
              <a:off x="280125" y="2142725"/>
              <a:ext cx="146075" cy="21350"/>
            </a:xfrm>
            <a:custGeom>
              <a:avLst/>
              <a:gdLst/>
              <a:ahLst/>
              <a:cxnLst/>
              <a:rect l="l" t="t" r="r" b="b"/>
              <a:pathLst>
                <a:path w="5843" h="854" extrusionOk="0">
                  <a:moveTo>
                    <a:pt x="414" y="0"/>
                  </a:moveTo>
                  <a:lnTo>
                    <a:pt x="336" y="26"/>
                  </a:lnTo>
                  <a:lnTo>
                    <a:pt x="259" y="52"/>
                  </a:lnTo>
                  <a:lnTo>
                    <a:pt x="181" y="78"/>
                  </a:lnTo>
                  <a:lnTo>
                    <a:pt x="104" y="129"/>
                  </a:lnTo>
                  <a:lnTo>
                    <a:pt x="52" y="181"/>
                  </a:lnTo>
                  <a:lnTo>
                    <a:pt x="26" y="259"/>
                  </a:lnTo>
                  <a:lnTo>
                    <a:pt x="0" y="336"/>
                  </a:lnTo>
                  <a:lnTo>
                    <a:pt x="0" y="440"/>
                  </a:lnTo>
                  <a:lnTo>
                    <a:pt x="0" y="517"/>
                  </a:lnTo>
                  <a:lnTo>
                    <a:pt x="26" y="595"/>
                  </a:lnTo>
                  <a:lnTo>
                    <a:pt x="52" y="672"/>
                  </a:lnTo>
                  <a:lnTo>
                    <a:pt x="104" y="724"/>
                  </a:lnTo>
                  <a:lnTo>
                    <a:pt x="181" y="776"/>
                  </a:lnTo>
                  <a:lnTo>
                    <a:pt x="259" y="802"/>
                  </a:lnTo>
                  <a:lnTo>
                    <a:pt x="336" y="827"/>
                  </a:lnTo>
                  <a:lnTo>
                    <a:pt x="414" y="853"/>
                  </a:lnTo>
                  <a:lnTo>
                    <a:pt x="5429" y="853"/>
                  </a:lnTo>
                  <a:lnTo>
                    <a:pt x="5532" y="827"/>
                  </a:lnTo>
                  <a:lnTo>
                    <a:pt x="5610" y="802"/>
                  </a:lnTo>
                  <a:lnTo>
                    <a:pt x="5662" y="776"/>
                  </a:lnTo>
                  <a:lnTo>
                    <a:pt x="5739" y="724"/>
                  </a:lnTo>
                  <a:lnTo>
                    <a:pt x="5791" y="672"/>
                  </a:lnTo>
                  <a:lnTo>
                    <a:pt x="5817" y="595"/>
                  </a:lnTo>
                  <a:lnTo>
                    <a:pt x="5842" y="517"/>
                  </a:lnTo>
                  <a:lnTo>
                    <a:pt x="5842" y="440"/>
                  </a:lnTo>
                  <a:lnTo>
                    <a:pt x="5842" y="336"/>
                  </a:lnTo>
                  <a:lnTo>
                    <a:pt x="5817" y="259"/>
                  </a:lnTo>
                  <a:lnTo>
                    <a:pt x="5791" y="181"/>
                  </a:lnTo>
                  <a:lnTo>
                    <a:pt x="5739" y="129"/>
                  </a:lnTo>
                  <a:lnTo>
                    <a:pt x="5662" y="78"/>
                  </a:lnTo>
                  <a:lnTo>
                    <a:pt x="5610" y="52"/>
                  </a:lnTo>
                  <a:lnTo>
                    <a:pt x="5532" y="26"/>
                  </a:lnTo>
                  <a:lnTo>
                    <a:pt x="54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9"/>
            <p:cNvSpPr/>
            <p:nvPr/>
          </p:nvSpPr>
          <p:spPr>
            <a:xfrm>
              <a:off x="349925" y="2101350"/>
              <a:ext cx="48475" cy="20700"/>
            </a:xfrm>
            <a:custGeom>
              <a:avLst/>
              <a:gdLst/>
              <a:ahLst/>
              <a:cxnLst/>
              <a:rect l="l" t="t" r="r" b="b"/>
              <a:pathLst>
                <a:path w="1939" h="828" extrusionOk="0">
                  <a:moveTo>
                    <a:pt x="336" y="1"/>
                  </a:moveTo>
                  <a:lnTo>
                    <a:pt x="259" y="27"/>
                  </a:lnTo>
                  <a:lnTo>
                    <a:pt x="181" y="52"/>
                  </a:lnTo>
                  <a:lnTo>
                    <a:pt x="104" y="104"/>
                  </a:lnTo>
                  <a:lnTo>
                    <a:pt x="52" y="182"/>
                  </a:lnTo>
                  <a:lnTo>
                    <a:pt x="26" y="233"/>
                  </a:lnTo>
                  <a:lnTo>
                    <a:pt x="0" y="311"/>
                  </a:lnTo>
                  <a:lnTo>
                    <a:pt x="0" y="414"/>
                  </a:lnTo>
                  <a:lnTo>
                    <a:pt x="0" y="492"/>
                  </a:lnTo>
                  <a:lnTo>
                    <a:pt x="26" y="569"/>
                  </a:lnTo>
                  <a:lnTo>
                    <a:pt x="52" y="647"/>
                  </a:lnTo>
                  <a:lnTo>
                    <a:pt x="104" y="699"/>
                  </a:lnTo>
                  <a:lnTo>
                    <a:pt x="181" y="750"/>
                  </a:lnTo>
                  <a:lnTo>
                    <a:pt x="259" y="802"/>
                  </a:lnTo>
                  <a:lnTo>
                    <a:pt x="336" y="828"/>
                  </a:lnTo>
                  <a:lnTo>
                    <a:pt x="1603" y="828"/>
                  </a:lnTo>
                  <a:lnTo>
                    <a:pt x="1680" y="802"/>
                  </a:lnTo>
                  <a:lnTo>
                    <a:pt x="1758" y="750"/>
                  </a:lnTo>
                  <a:lnTo>
                    <a:pt x="1835" y="699"/>
                  </a:lnTo>
                  <a:lnTo>
                    <a:pt x="1887" y="647"/>
                  </a:lnTo>
                  <a:lnTo>
                    <a:pt x="1913" y="569"/>
                  </a:lnTo>
                  <a:lnTo>
                    <a:pt x="1939" y="492"/>
                  </a:lnTo>
                  <a:lnTo>
                    <a:pt x="1939" y="414"/>
                  </a:lnTo>
                  <a:lnTo>
                    <a:pt x="1939" y="311"/>
                  </a:lnTo>
                  <a:lnTo>
                    <a:pt x="1913" y="233"/>
                  </a:lnTo>
                  <a:lnTo>
                    <a:pt x="1887" y="182"/>
                  </a:lnTo>
                  <a:lnTo>
                    <a:pt x="1835" y="104"/>
                  </a:lnTo>
                  <a:lnTo>
                    <a:pt x="1758" y="52"/>
                  </a:lnTo>
                  <a:lnTo>
                    <a:pt x="1680" y="27"/>
                  </a:lnTo>
                  <a:lnTo>
                    <a:pt x="16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9"/>
            <p:cNvSpPr/>
            <p:nvPr/>
          </p:nvSpPr>
          <p:spPr>
            <a:xfrm>
              <a:off x="238125" y="1961775"/>
              <a:ext cx="357400" cy="357400"/>
            </a:xfrm>
            <a:custGeom>
              <a:avLst/>
              <a:gdLst/>
              <a:ahLst/>
              <a:cxnLst/>
              <a:rect l="l" t="t" r="r" b="b"/>
              <a:pathLst>
                <a:path w="14296" h="14296" extrusionOk="0">
                  <a:moveTo>
                    <a:pt x="13132" y="827"/>
                  </a:moveTo>
                  <a:lnTo>
                    <a:pt x="13210" y="853"/>
                  </a:lnTo>
                  <a:lnTo>
                    <a:pt x="13261" y="905"/>
                  </a:lnTo>
                  <a:lnTo>
                    <a:pt x="13339" y="957"/>
                  </a:lnTo>
                  <a:lnTo>
                    <a:pt x="13390" y="1008"/>
                  </a:lnTo>
                  <a:lnTo>
                    <a:pt x="13416" y="1086"/>
                  </a:lnTo>
                  <a:lnTo>
                    <a:pt x="13442" y="1163"/>
                  </a:lnTo>
                  <a:lnTo>
                    <a:pt x="13442" y="1241"/>
                  </a:lnTo>
                  <a:lnTo>
                    <a:pt x="13442" y="1655"/>
                  </a:lnTo>
                  <a:lnTo>
                    <a:pt x="827" y="1655"/>
                  </a:lnTo>
                  <a:lnTo>
                    <a:pt x="827" y="1241"/>
                  </a:lnTo>
                  <a:lnTo>
                    <a:pt x="853" y="1163"/>
                  </a:lnTo>
                  <a:lnTo>
                    <a:pt x="879" y="1086"/>
                  </a:lnTo>
                  <a:lnTo>
                    <a:pt x="905" y="1008"/>
                  </a:lnTo>
                  <a:lnTo>
                    <a:pt x="956" y="957"/>
                  </a:lnTo>
                  <a:lnTo>
                    <a:pt x="1008" y="905"/>
                  </a:lnTo>
                  <a:lnTo>
                    <a:pt x="1086" y="853"/>
                  </a:lnTo>
                  <a:lnTo>
                    <a:pt x="1163" y="827"/>
                  </a:lnTo>
                  <a:close/>
                  <a:moveTo>
                    <a:pt x="13442" y="2508"/>
                  </a:moveTo>
                  <a:lnTo>
                    <a:pt x="13442" y="3335"/>
                  </a:lnTo>
                  <a:lnTo>
                    <a:pt x="827" y="3335"/>
                  </a:lnTo>
                  <a:lnTo>
                    <a:pt x="827" y="2508"/>
                  </a:lnTo>
                  <a:close/>
                  <a:moveTo>
                    <a:pt x="13442" y="4188"/>
                  </a:moveTo>
                  <a:lnTo>
                    <a:pt x="13442" y="7678"/>
                  </a:lnTo>
                  <a:lnTo>
                    <a:pt x="12848" y="7497"/>
                  </a:lnTo>
                  <a:lnTo>
                    <a:pt x="12253" y="7367"/>
                  </a:lnTo>
                  <a:lnTo>
                    <a:pt x="11659" y="7316"/>
                  </a:lnTo>
                  <a:lnTo>
                    <a:pt x="11064" y="7316"/>
                  </a:lnTo>
                  <a:lnTo>
                    <a:pt x="10469" y="7367"/>
                  </a:lnTo>
                  <a:lnTo>
                    <a:pt x="9875" y="7497"/>
                  </a:lnTo>
                  <a:lnTo>
                    <a:pt x="9280" y="7652"/>
                  </a:lnTo>
                  <a:lnTo>
                    <a:pt x="8686" y="7910"/>
                  </a:lnTo>
                  <a:lnTo>
                    <a:pt x="8582" y="7962"/>
                  </a:lnTo>
                  <a:lnTo>
                    <a:pt x="8505" y="8040"/>
                  </a:lnTo>
                  <a:lnTo>
                    <a:pt x="8453" y="8169"/>
                  </a:lnTo>
                  <a:lnTo>
                    <a:pt x="8427" y="8272"/>
                  </a:lnTo>
                  <a:lnTo>
                    <a:pt x="8427" y="9203"/>
                  </a:lnTo>
                  <a:lnTo>
                    <a:pt x="1163" y="9203"/>
                  </a:lnTo>
                  <a:lnTo>
                    <a:pt x="1086" y="9177"/>
                  </a:lnTo>
                  <a:lnTo>
                    <a:pt x="1008" y="9125"/>
                  </a:lnTo>
                  <a:lnTo>
                    <a:pt x="956" y="9074"/>
                  </a:lnTo>
                  <a:lnTo>
                    <a:pt x="905" y="9022"/>
                  </a:lnTo>
                  <a:lnTo>
                    <a:pt x="879" y="8944"/>
                  </a:lnTo>
                  <a:lnTo>
                    <a:pt x="853" y="8867"/>
                  </a:lnTo>
                  <a:lnTo>
                    <a:pt x="827" y="8789"/>
                  </a:lnTo>
                  <a:lnTo>
                    <a:pt x="827" y="4188"/>
                  </a:lnTo>
                  <a:close/>
                  <a:moveTo>
                    <a:pt x="11348" y="8143"/>
                  </a:moveTo>
                  <a:lnTo>
                    <a:pt x="11891" y="8169"/>
                  </a:lnTo>
                  <a:lnTo>
                    <a:pt x="12408" y="8246"/>
                  </a:lnTo>
                  <a:lnTo>
                    <a:pt x="12925" y="8376"/>
                  </a:lnTo>
                  <a:lnTo>
                    <a:pt x="13442" y="8557"/>
                  </a:lnTo>
                  <a:lnTo>
                    <a:pt x="13442" y="10004"/>
                  </a:lnTo>
                  <a:lnTo>
                    <a:pt x="13442" y="10263"/>
                  </a:lnTo>
                  <a:lnTo>
                    <a:pt x="13416" y="10521"/>
                  </a:lnTo>
                  <a:lnTo>
                    <a:pt x="13365" y="10780"/>
                  </a:lnTo>
                  <a:lnTo>
                    <a:pt x="13313" y="11038"/>
                  </a:lnTo>
                  <a:lnTo>
                    <a:pt x="13235" y="11297"/>
                  </a:lnTo>
                  <a:lnTo>
                    <a:pt x="13132" y="11529"/>
                  </a:lnTo>
                  <a:lnTo>
                    <a:pt x="13003" y="11762"/>
                  </a:lnTo>
                  <a:lnTo>
                    <a:pt x="12873" y="11995"/>
                  </a:lnTo>
                  <a:lnTo>
                    <a:pt x="12744" y="12227"/>
                  </a:lnTo>
                  <a:lnTo>
                    <a:pt x="12589" y="12408"/>
                  </a:lnTo>
                  <a:lnTo>
                    <a:pt x="12408" y="12615"/>
                  </a:lnTo>
                  <a:lnTo>
                    <a:pt x="12227" y="12796"/>
                  </a:lnTo>
                  <a:lnTo>
                    <a:pt x="12020" y="12977"/>
                  </a:lnTo>
                  <a:lnTo>
                    <a:pt x="11814" y="13132"/>
                  </a:lnTo>
                  <a:lnTo>
                    <a:pt x="11607" y="13261"/>
                  </a:lnTo>
                  <a:lnTo>
                    <a:pt x="11348" y="13391"/>
                  </a:lnTo>
                  <a:lnTo>
                    <a:pt x="11116" y="13261"/>
                  </a:lnTo>
                  <a:lnTo>
                    <a:pt x="10909" y="13132"/>
                  </a:lnTo>
                  <a:lnTo>
                    <a:pt x="10702" y="12977"/>
                  </a:lnTo>
                  <a:lnTo>
                    <a:pt x="10495" y="12796"/>
                  </a:lnTo>
                  <a:lnTo>
                    <a:pt x="10314" y="12615"/>
                  </a:lnTo>
                  <a:lnTo>
                    <a:pt x="10133" y="12408"/>
                  </a:lnTo>
                  <a:lnTo>
                    <a:pt x="9978" y="12227"/>
                  </a:lnTo>
                  <a:lnTo>
                    <a:pt x="9823" y="11995"/>
                  </a:lnTo>
                  <a:lnTo>
                    <a:pt x="9694" y="11762"/>
                  </a:lnTo>
                  <a:lnTo>
                    <a:pt x="9590" y="11529"/>
                  </a:lnTo>
                  <a:lnTo>
                    <a:pt x="9487" y="11297"/>
                  </a:lnTo>
                  <a:lnTo>
                    <a:pt x="9410" y="11038"/>
                  </a:lnTo>
                  <a:lnTo>
                    <a:pt x="9358" y="10780"/>
                  </a:lnTo>
                  <a:lnTo>
                    <a:pt x="9306" y="10521"/>
                  </a:lnTo>
                  <a:lnTo>
                    <a:pt x="9280" y="10263"/>
                  </a:lnTo>
                  <a:lnTo>
                    <a:pt x="9254" y="10004"/>
                  </a:lnTo>
                  <a:lnTo>
                    <a:pt x="9254" y="8557"/>
                  </a:lnTo>
                  <a:lnTo>
                    <a:pt x="9797" y="8376"/>
                  </a:lnTo>
                  <a:lnTo>
                    <a:pt x="10314" y="8246"/>
                  </a:lnTo>
                  <a:lnTo>
                    <a:pt x="10831" y="8169"/>
                  </a:lnTo>
                  <a:lnTo>
                    <a:pt x="11348" y="8143"/>
                  </a:lnTo>
                  <a:close/>
                  <a:moveTo>
                    <a:pt x="1241" y="0"/>
                  </a:moveTo>
                  <a:lnTo>
                    <a:pt x="1008" y="26"/>
                  </a:lnTo>
                  <a:lnTo>
                    <a:pt x="776" y="78"/>
                  </a:lnTo>
                  <a:lnTo>
                    <a:pt x="543" y="207"/>
                  </a:lnTo>
                  <a:lnTo>
                    <a:pt x="362" y="362"/>
                  </a:lnTo>
                  <a:lnTo>
                    <a:pt x="207" y="543"/>
                  </a:lnTo>
                  <a:lnTo>
                    <a:pt x="103" y="750"/>
                  </a:lnTo>
                  <a:lnTo>
                    <a:pt x="26" y="982"/>
                  </a:lnTo>
                  <a:lnTo>
                    <a:pt x="0" y="1241"/>
                  </a:lnTo>
                  <a:lnTo>
                    <a:pt x="0" y="8789"/>
                  </a:lnTo>
                  <a:lnTo>
                    <a:pt x="26" y="9048"/>
                  </a:lnTo>
                  <a:lnTo>
                    <a:pt x="103" y="9280"/>
                  </a:lnTo>
                  <a:lnTo>
                    <a:pt x="207" y="9487"/>
                  </a:lnTo>
                  <a:lnTo>
                    <a:pt x="362" y="9668"/>
                  </a:lnTo>
                  <a:lnTo>
                    <a:pt x="543" y="9823"/>
                  </a:lnTo>
                  <a:lnTo>
                    <a:pt x="776" y="9952"/>
                  </a:lnTo>
                  <a:lnTo>
                    <a:pt x="1008" y="10004"/>
                  </a:lnTo>
                  <a:lnTo>
                    <a:pt x="1241" y="10030"/>
                  </a:lnTo>
                  <a:lnTo>
                    <a:pt x="8427" y="10030"/>
                  </a:lnTo>
                  <a:lnTo>
                    <a:pt x="8453" y="10366"/>
                  </a:lnTo>
                  <a:lnTo>
                    <a:pt x="8479" y="10702"/>
                  </a:lnTo>
                  <a:lnTo>
                    <a:pt x="8556" y="11038"/>
                  </a:lnTo>
                  <a:lnTo>
                    <a:pt x="8634" y="11348"/>
                  </a:lnTo>
                  <a:lnTo>
                    <a:pt x="8737" y="11684"/>
                  </a:lnTo>
                  <a:lnTo>
                    <a:pt x="8867" y="11969"/>
                  </a:lnTo>
                  <a:lnTo>
                    <a:pt x="9022" y="12279"/>
                  </a:lnTo>
                  <a:lnTo>
                    <a:pt x="9203" y="12537"/>
                  </a:lnTo>
                  <a:lnTo>
                    <a:pt x="9384" y="12822"/>
                  </a:lnTo>
                  <a:lnTo>
                    <a:pt x="9590" y="13080"/>
                  </a:lnTo>
                  <a:lnTo>
                    <a:pt x="9823" y="13313"/>
                  </a:lnTo>
                  <a:lnTo>
                    <a:pt x="10056" y="13546"/>
                  </a:lnTo>
                  <a:lnTo>
                    <a:pt x="10314" y="13752"/>
                  </a:lnTo>
                  <a:lnTo>
                    <a:pt x="10599" y="13933"/>
                  </a:lnTo>
                  <a:lnTo>
                    <a:pt x="10883" y="14088"/>
                  </a:lnTo>
                  <a:lnTo>
                    <a:pt x="11193" y="14244"/>
                  </a:lnTo>
                  <a:lnTo>
                    <a:pt x="11271" y="14269"/>
                  </a:lnTo>
                  <a:lnTo>
                    <a:pt x="11348" y="14295"/>
                  </a:lnTo>
                  <a:lnTo>
                    <a:pt x="11452" y="14269"/>
                  </a:lnTo>
                  <a:lnTo>
                    <a:pt x="11529" y="14244"/>
                  </a:lnTo>
                  <a:lnTo>
                    <a:pt x="11839" y="14088"/>
                  </a:lnTo>
                  <a:lnTo>
                    <a:pt x="12124" y="13933"/>
                  </a:lnTo>
                  <a:lnTo>
                    <a:pt x="12408" y="13727"/>
                  </a:lnTo>
                  <a:lnTo>
                    <a:pt x="12667" y="13520"/>
                  </a:lnTo>
                  <a:lnTo>
                    <a:pt x="12925" y="13313"/>
                  </a:lnTo>
                  <a:lnTo>
                    <a:pt x="13132" y="13054"/>
                  </a:lnTo>
                  <a:lnTo>
                    <a:pt x="13339" y="12796"/>
                  </a:lnTo>
                  <a:lnTo>
                    <a:pt x="13546" y="12537"/>
                  </a:lnTo>
                  <a:lnTo>
                    <a:pt x="13701" y="12253"/>
                  </a:lnTo>
                  <a:lnTo>
                    <a:pt x="13856" y="11943"/>
                  </a:lnTo>
                  <a:lnTo>
                    <a:pt x="13985" y="11659"/>
                  </a:lnTo>
                  <a:lnTo>
                    <a:pt x="14088" y="11323"/>
                  </a:lnTo>
                  <a:lnTo>
                    <a:pt x="14192" y="11012"/>
                  </a:lnTo>
                  <a:lnTo>
                    <a:pt x="14244" y="10676"/>
                  </a:lnTo>
                  <a:lnTo>
                    <a:pt x="14269" y="10340"/>
                  </a:lnTo>
                  <a:lnTo>
                    <a:pt x="14295" y="10004"/>
                  </a:lnTo>
                  <a:lnTo>
                    <a:pt x="14295" y="1241"/>
                  </a:lnTo>
                  <a:lnTo>
                    <a:pt x="14269" y="982"/>
                  </a:lnTo>
                  <a:lnTo>
                    <a:pt x="14192" y="750"/>
                  </a:lnTo>
                  <a:lnTo>
                    <a:pt x="14088" y="543"/>
                  </a:lnTo>
                  <a:lnTo>
                    <a:pt x="13933" y="362"/>
                  </a:lnTo>
                  <a:lnTo>
                    <a:pt x="13727" y="207"/>
                  </a:lnTo>
                  <a:lnTo>
                    <a:pt x="13520" y="78"/>
                  </a:lnTo>
                  <a:lnTo>
                    <a:pt x="13287" y="26"/>
                  </a:lnTo>
                  <a:lnTo>
                    <a:pt x="130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9"/>
            <p:cNvSpPr/>
            <p:nvPr/>
          </p:nvSpPr>
          <p:spPr>
            <a:xfrm>
              <a:off x="489500" y="2206050"/>
              <a:ext cx="65300" cy="51075"/>
            </a:xfrm>
            <a:custGeom>
              <a:avLst/>
              <a:gdLst/>
              <a:ahLst/>
              <a:cxnLst/>
              <a:rect l="l" t="t" r="r" b="b"/>
              <a:pathLst>
                <a:path w="2612" h="2043" extrusionOk="0">
                  <a:moveTo>
                    <a:pt x="2198" y="1"/>
                  </a:moveTo>
                  <a:lnTo>
                    <a:pt x="2121" y="26"/>
                  </a:lnTo>
                  <a:lnTo>
                    <a:pt x="2043" y="52"/>
                  </a:lnTo>
                  <a:lnTo>
                    <a:pt x="1965" y="78"/>
                  </a:lnTo>
                  <a:lnTo>
                    <a:pt x="1888" y="130"/>
                  </a:lnTo>
                  <a:lnTo>
                    <a:pt x="1009" y="1035"/>
                  </a:lnTo>
                  <a:lnTo>
                    <a:pt x="725" y="724"/>
                  </a:lnTo>
                  <a:lnTo>
                    <a:pt x="647" y="673"/>
                  </a:lnTo>
                  <a:lnTo>
                    <a:pt x="570" y="647"/>
                  </a:lnTo>
                  <a:lnTo>
                    <a:pt x="492" y="621"/>
                  </a:lnTo>
                  <a:lnTo>
                    <a:pt x="414" y="595"/>
                  </a:lnTo>
                  <a:lnTo>
                    <a:pt x="337" y="621"/>
                  </a:lnTo>
                  <a:lnTo>
                    <a:pt x="259" y="647"/>
                  </a:lnTo>
                  <a:lnTo>
                    <a:pt x="182" y="673"/>
                  </a:lnTo>
                  <a:lnTo>
                    <a:pt x="130" y="724"/>
                  </a:lnTo>
                  <a:lnTo>
                    <a:pt x="78" y="802"/>
                  </a:lnTo>
                  <a:lnTo>
                    <a:pt x="27" y="854"/>
                  </a:lnTo>
                  <a:lnTo>
                    <a:pt x="1" y="931"/>
                  </a:lnTo>
                  <a:lnTo>
                    <a:pt x="1" y="1035"/>
                  </a:lnTo>
                  <a:lnTo>
                    <a:pt x="1" y="1112"/>
                  </a:lnTo>
                  <a:lnTo>
                    <a:pt x="27" y="1190"/>
                  </a:lnTo>
                  <a:lnTo>
                    <a:pt x="78" y="1241"/>
                  </a:lnTo>
                  <a:lnTo>
                    <a:pt x="130" y="1319"/>
                  </a:lnTo>
                  <a:lnTo>
                    <a:pt x="725" y="1913"/>
                  </a:lnTo>
                  <a:lnTo>
                    <a:pt x="776" y="1965"/>
                  </a:lnTo>
                  <a:lnTo>
                    <a:pt x="854" y="1991"/>
                  </a:lnTo>
                  <a:lnTo>
                    <a:pt x="931" y="2017"/>
                  </a:lnTo>
                  <a:lnTo>
                    <a:pt x="1009" y="2043"/>
                  </a:lnTo>
                  <a:lnTo>
                    <a:pt x="1087" y="2017"/>
                  </a:lnTo>
                  <a:lnTo>
                    <a:pt x="1164" y="1991"/>
                  </a:lnTo>
                  <a:lnTo>
                    <a:pt x="1242" y="1965"/>
                  </a:lnTo>
                  <a:lnTo>
                    <a:pt x="1293" y="1913"/>
                  </a:lnTo>
                  <a:lnTo>
                    <a:pt x="2482" y="724"/>
                  </a:lnTo>
                  <a:lnTo>
                    <a:pt x="2534" y="673"/>
                  </a:lnTo>
                  <a:lnTo>
                    <a:pt x="2586" y="595"/>
                  </a:lnTo>
                  <a:lnTo>
                    <a:pt x="2612" y="518"/>
                  </a:lnTo>
                  <a:lnTo>
                    <a:pt x="2612" y="440"/>
                  </a:lnTo>
                  <a:lnTo>
                    <a:pt x="2612" y="362"/>
                  </a:lnTo>
                  <a:lnTo>
                    <a:pt x="2586" y="285"/>
                  </a:lnTo>
                  <a:lnTo>
                    <a:pt x="2534" y="207"/>
                  </a:lnTo>
                  <a:lnTo>
                    <a:pt x="2482" y="130"/>
                  </a:lnTo>
                  <a:lnTo>
                    <a:pt x="2431" y="78"/>
                  </a:lnTo>
                  <a:lnTo>
                    <a:pt x="2353" y="52"/>
                  </a:lnTo>
                  <a:lnTo>
                    <a:pt x="2276" y="26"/>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 name="Google Shape;848;p59"/>
          <p:cNvGrpSpPr/>
          <p:nvPr/>
        </p:nvGrpSpPr>
        <p:grpSpPr>
          <a:xfrm>
            <a:off x="1548890" y="2000701"/>
            <a:ext cx="383454" cy="383454"/>
            <a:chOff x="992300" y="1961775"/>
            <a:chExt cx="357400" cy="357400"/>
          </a:xfrm>
        </p:grpSpPr>
        <p:sp>
          <p:nvSpPr>
            <p:cNvPr id="849" name="Google Shape;849;p59"/>
            <p:cNvSpPr/>
            <p:nvPr/>
          </p:nvSpPr>
          <p:spPr>
            <a:xfrm>
              <a:off x="992300" y="1961775"/>
              <a:ext cx="357400" cy="357400"/>
            </a:xfrm>
            <a:custGeom>
              <a:avLst/>
              <a:gdLst/>
              <a:ahLst/>
              <a:cxnLst/>
              <a:rect l="l" t="t" r="r" b="b"/>
              <a:pathLst>
                <a:path w="14296" h="14296" extrusionOk="0">
                  <a:moveTo>
                    <a:pt x="4498" y="1215"/>
                  </a:moveTo>
                  <a:lnTo>
                    <a:pt x="4240" y="1577"/>
                  </a:lnTo>
                  <a:lnTo>
                    <a:pt x="4007" y="2016"/>
                  </a:lnTo>
                  <a:lnTo>
                    <a:pt x="3775" y="2533"/>
                  </a:lnTo>
                  <a:lnTo>
                    <a:pt x="3568" y="3102"/>
                  </a:lnTo>
                  <a:lnTo>
                    <a:pt x="1991" y="3102"/>
                  </a:lnTo>
                  <a:lnTo>
                    <a:pt x="2249" y="2792"/>
                  </a:lnTo>
                  <a:lnTo>
                    <a:pt x="2508" y="2508"/>
                  </a:lnTo>
                  <a:lnTo>
                    <a:pt x="2792" y="2223"/>
                  </a:lnTo>
                  <a:lnTo>
                    <a:pt x="3102" y="1991"/>
                  </a:lnTo>
                  <a:lnTo>
                    <a:pt x="3438" y="1758"/>
                  </a:lnTo>
                  <a:lnTo>
                    <a:pt x="3775" y="1551"/>
                  </a:lnTo>
                  <a:lnTo>
                    <a:pt x="4136" y="1370"/>
                  </a:lnTo>
                  <a:lnTo>
                    <a:pt x="4498" y="1215"/>
                  </a:lnTo>
                  <a:close/>
                  <a:moveTo>
                    <a:pt x="6127" y="905"/>
                  </a:moveTo>
                  <a:lnTo>
                    <a:pt x="6127" y="3102"/>
                  </a:lnTo>
                  <a:lnTo>
                    <a:pt x="4447" y="3102"/>
                  </a:lnTo>
                  <a:lnTo>
                    <a:pt x="4602" y="2740"/>
                  </a:lnTo>
                  <a:lnTo>
                    <a:pt x="4757" y="2404"/>
                  </a:lnTo>
                  <a:lnTo>
                    <a:pt x="4912" y="2120"/>
                  </a:lnTo>
                  <a:lnTo>
                    <a:pt x="5067" y="1861"/>
                  </a:lnTo>
                  <a:lnTo>
                    <a:pt x="5222" y="1629"/>
                  </a:lnTo>
                  <a:lnTo>
                    <a:pt x="5403" y="1422"/>
                  </a:lnTo>
                  <a:lnTo>
                    <a:pt x="5584" y="1241"/>
                  </a:lnTo>
                  <a:lnTo>
                    <a:pt x="5765" y="1112"/>
                  </a:lnTo>
                  <a:lnTo>
                    <a:pt x="5946" y="982"/>
                  </a:lnTo>
                  <a:lnTo>
                    <a:pt x="6127" y="905"/>
                  </a:lnTo>
                  <a:close/>
                  <a:moveTo>
                    <a:pt x="6980" y="905"/>
                  </a:moveTo>
                  <a:lnTo>
                    <a:pt x="7161" y="982"/>
                  </a:lnTo>
                  <a:lnTo>
                    <a:pt x="7342" y="1112"/>
                  </a:lnTo>
                  <a:lnTo>
                    <a:pt x="7523" y="1241"/>
                  </a:lnTo>
                  <a:lnTo>
                    <a:pt x="7704" y="1422"/>
                  </a:lnTo>
                  <a:lnTo>
                    <a:pt x="7885" y="1629"/>
                  </a:lnTo>
                  <a:lnTo>
                    <a:pt x="8040" y="1861"/>
                  </a:lnTo>
                  <a:lnTo>
                    <a:pt x="8195" y="2120"/>
                  </a:lnTo>
                  <a:lnTo>
                    <a:pt x="8350" y="2404"/>
                  </a:lnTo>
                  <a:lnTo>
                    <a:pt x="8505" y="2740"/>
                  </a:lnTo>
                  <a:lnTo>
                    <a:pt x="8660" y="3102"/>
                  </a:lnTo>
                  <a:lnTo>
                    <a:pt x="6980" y="3102"/>
                  </a:lnTo>
                  <a:lnTo>
                    <a:pt x="6980" y="905"/>
                  </a:lnTo>
                  <a:close/>
                  <a:moveTo>
                    <a:pt x="8609" y="1215"/>
                  </a:moveTo>
                  <a:lnTo>
                    <a:pt x="8867" y="1319"/>
                  </a:lnTo>
                  <a:lnTo>
                    <a:pt x="9151" y="1448"/>
                  </a:lnTo>
                  <a:lnTo>
                    <a:pt x="9410" y="1577"/>
                  </a:lnTo>
                  <a:lnTo>
                    <a:pt x="9668" y="1732"/>
                  </a:lnTo>
                  <a:lnTo>
                    <a:pt x="9901" y="1913"/>
                  </a:lnTo>
                  <a:lnTo>
                    <a:pt x="10160" y="2094"/>
                  </a:lnTo>
                  <a:lnTo>
                    <a:pt x="10392" y="2301"/>
                  </a:lnTo>
                  <a:lnTo>
                    <a:pt x="10599" y="2508"/>
                  </a:lnTo>
                  <a:lnTo>
                    <a:pt x="10883" y="2792"/>
                  </a:lnTo>
                  <a:lnTo>
                    <a:pt x="11116" y="3102"/>
                  </a:lnTo>
                  <a:lnTo>
                    <a:pt x="9539" y="3102"/>
                  </a:lnTo>
                  <a:lnTo>
                    <a:pt x="9332" y="2533"/>
                  </a:lnTo>
                  <a:lnTo>
                    <a:pt x="9100" y="2016"/>
                  </a:lnTo>
                  <a:lnTo>
                    <a:pt x="8867" y="1577"/>
                  </a:lnTo>
                  <a:lnTo>
                    <a:pt x="8609" y="1215"/>
                  </a:lnTo>
                  <a:close/>
                  <a:moveTo>
                    <a:pt x="3335" y="3929"/>
                  </a:moveTo>
                  <a:lnTo>
                    <a:pt x="3232" y="4472"/>
                  </a:lnTo>
                  <a:lnTo>
                    <a:pt x="3154" y="5015"/>
                  </a:lnTo>
                  <a:lnTo>
                    <a:pt x="3102" y="5558"/>
                  </a:lnTo>
                  <a:lnTo>
                    <a:pt x="3077" y="6127"/>
                  </a:lnTo>
                  <a:lnTo>
                    <a:pt x="853" y="6127"/>
                  </a:lnTo>
                  <a:lnTo>
                    <a:pt x="905" y="5558"/>
                  </a:lnTo>
                  <a:lnTo>
                    <a:pt x="1034" y="4989"/>
                  </a:lnTo>
                  <a:lnTo>
                    <a:pt x="1241" y="4446"/>
                  </a:lnTo>
                  <a:lnTo>
                    <a:pt x="1474" y="3929"/>
                  </a:lnTo>
                  <a:close/>
                  <a:moveTo>
                    <a:pt x="6127" y="3929"/>
                  </a:moveTo>
                  <a:lnTo>
                    <a:pt x="6127" y="6127"/>
                  </a:lnTo>
                  <a:lnTo>
                    <a:pt x="3904" y="6127"/>
                  </a:lnTo>
                  <a:lnTo>
                    <a:pt x="3930" y="5558"/>
                  </a:lnTo>
                  <a:lnTo>
                    <a:pt x="4007" y="4989"/>
                  </a:lnTo>
                  <a:lnTo>
                    <a:pt x="4085" y="4446"/>
                  </a:lnTo>
                  <a:lnTo>
                    <a:pt x="4214" y="3929"/>
                  </a:lnTo>
                  <a:close/>
                  <a:moveTo>
                    <a:pt x="8893" y="3929"/>
                  </a:moveTo>
                  <a:lnTo>
                    <a:pt x="9022" y="4446"/>
                  </a:lnTo>
                  <a:lnTo>
                    <a:pt x="9100" y="4989"/>
                  </a:lnTo>
                  <a:lnTo>
                    <a:pt x="9177" y="5558"/>
                  </a:lnTo>
                  <a:lnTo>
                    <a:pt x="9203" y="6127"/>
                  </a:lnTo>
                  <a:lnTo>
                    <a:pt x="6980" y="6127"/>
                  </a:lnTo>
                  <a:lnTo>
                    <a:pt x="6980" y="3929"/>
                  </a:lnTo>
                  <a:close/>
                  <a:moveTo>
                    <a:pt x="11659" y="3929"/>
                  </a:moveTo>
                  <a:lnTo>
                    <a:pt x="11892" y="4446"/>
                  </a:lnTo>
                  <a:lnTo>
                    <a:pt x="12073" y="4989"/>
                  </a:lnTo>
                  <a:lnTo>
                    <a:pt x="12202" y="5558"/>
                  </a:lnTo>
                  <a:lnTo>
                    <a:pt x="12253" y="6127"/>
                  </a:lnTo>
                  <a:lnTo>
                    <a:pt x="10030" y="6127"/>
                  </a:lnTo>
                  <a:lnTo>
                    <a:pt x="10004" y="5558"/>
                  </a:lnTo>
                  <a:lnTo>
                    <a:pt x="9953" y="5015"/>
                  </a:lnTo>
                  <a:lnTo>
                    <a:pt x="9875" y="4472"/>
                  </a:lnTo>
                  <a:lnTo>
                    <a:pt x="9772" y="3929"/>
                  </a:lnTo>
                  <a:close/>
                  <a:moveTo>
                    <a:pt x="12253" y="6980"/>
                  </a:moveTo>
                  <a:lnTo>
                    <a:pt x="12228" y="7367"/>
                  </a:lnTo>
                  <a:lnTo>
                    <a:pt x="11659" y="7316"/>
                  </a:lnTo>
                  <a:lnTo>
                    <a:pt x="11116" y="7316"/>
                  </a:lnTo>
                  <a:lnTo>
                    <a:pt x="10573" y="7367"/>
                  </a:lnTo>
                  <a:lnTo>
                    <a:pt x="10004" y="7445"/>
                  </a:lnTo>
                  <a:lnTo>
                    <a:pt x="10030" y="6980"/>
                  </a:lnTo>
                  <a:close/>
                  <a:moveTo>
                    <a:pt x="3077" y="6980"/>
                  </a:moveTo>
                  <a:lnTo>
                    <a:pt x="3102" y="7548"/>
                  </a:lnTo>
                  <a:lnTo>
                    <a:pt x="3154" y="8143"/>
                  </a:lnTo>
                  <a:lnTo>
                    <a:pt x="3258" y="8686"/>
                  </a:lnTo>
                  <a:lnTo>
                    <a:pt x="3361" y="9229"/>
                  </a:lnTo>
                  <a:lnTo>
                    <a:pt x="1500" y="9229"/>
                  </a:lnTo>
                  <a:lnTo>
                    <a:pt x="1370" y="8970"/>
                  </a:lnTo>
                  <a:lnTo>
                    <a:pt x="1241" y="8712"/>
                  </a:lnTo>
                  <a:lnTo>
                    <a:pt x="1138" y="8427"/>
                  </a:lnTo>
                  <a:lnTo>
                    <a:pt x="1060" y="8143"/>
                  </a:lnTo>
                  <a:lnTo>
                    <a:pt x="983" y="7859"/>
                  </a:lnTo>
                  <a:lnTo>
                    <a:pt x="931" y="7574"/>
                  </a:lnTo>
                  <a:lnTo>
                    <a:pt x="879" y="7264"/>
                  </a:lnTo>
                  <a:lnTo>
                    <a:pt x="853" y="6980"/>
                  </a:lnTo>
                  <a:close/>
                  <a:moveTo>
                    <a:pt x="6127" y="6980"/>
                  </a:moveTo>
                  <a:lnTo>
                    <a:pt x="6127" y="9229"/>
                  </a:lnTo>
                  <a:lnTo>
                    <a:pt x="4214" y="9229"/>
                  </a:lnTo>
                  <a:lnTo>
                    <a:pt x="4111" y="8712"/>
                  </a:lnTo>
                  <a:lnTo>
                    <a:pt x="4007" y="8143"/>
                  </a:lnTo>
                  <a:lnTo>
                    <a:pt x="3955" y="7574"/>
                  </a:lnTo>
                  <a:lnTo>
                    <a:pt x="3904" y="6980"/>
                  </a:lnTo>
                  <a:close/>
                  <a:moveTo>
                    <a:pt x="9203" y="6980"/>
                  </a:moveTo>
                  <a:lnTo>
                    <a:pt x="9151" y="7703"/>
                  </a:lnTo>
                  <a:lnTo>
                    <a:pt x="8660" y="7910"/>
                  </a:lnTo>
                  <a:lnTo>
                    <a:pt x="8583" y="7962"/>
                  </a:lnTo>
                  <a:lnTo>
                    <a:pt x="8479" y="8040"/>
                  </a:lnTo>
                  <a:lnTo>
                    <a:pt x="8453" y="8169"/>
                  </a:lnTo>
                  <a:lnTo>
                    <a:pt x="8428" y="8272"/>
                  </a:lnTo>
                  <a:lnTo>
                    <a:pt x="8428" y="9229"/>
                  </a:lnTo>
                  <a:lnTo>
                    <a:pt x="6980" y="9229"/>
                  </a:lnTo>
                  <a:lnTo>
                    <a:pt x="6980" y="6980"/>
                  </a:lnTo>
                  <a:close/>
                  <a:moveTo>
                    <a:pt x="3594" y="10082"/>
                  </a:moveTo>
                  <a:lnTo>
                    <a:pt x="3800" y="10599"/>
                  </a:lnTo>
                  <a:lnTo>
                    <a:pt x="4007" y="11090"/>
                  </a:lnTo>
                  <a:lnTo>
                    <a:pt x="4240" y="11503"/>
                  </a:lnTo>
                  <a:lnTo>
                    <a:pt x="4498" y="11891"/>
                  </a:lnTo>
                  <a:lnTo>
                    <a:pt x="4240" y="11788"/>
                  </a:lnTo>
                  <a:lnTo>
                    <a:pt x="3955" y="11659"/>
                  </a:lnTo>
                  <a:lnTo>
                    <a:pt x="3697" y="11503"/>
                  </a:lnTo>
                  <a:lnTo>
                    <a:pt x="3438" y="11348"/>
                  </a:lnTo>
                  <a:lnTo>
                    <a:pt x="3206" y="11193"/>
                  </a:lnTo>
                  <a:lnTo>
                    <a:pt x="2947" y="11012"/>
                  </a:lnTo>
                  <a:lnTo>
                    <a:pt x="2741" y="10806"/>
                  </a:lnTo>
                  <a:lnTo>
                    <a:pt x="2508" y="10599"/>
                  </a:lnTo>
                  <a:lnTo>
                    <a:pt x="2275" y="10340"/>
                  </a:lnTo>
                  <a:lnTo>
                    <a:pt x="2043" y="10082"/>
                  </a:lnTo>
                  <a:close/>
                  <a:moveTo>
                    <a:pt x="8738" y="11684"/>
                  </a:moveTo>
                  <a:lnTo>
                    <a:pt x="8790" y="11814"/>
                  </a:lnTo>
                  <a:lnTo>
                    <a:pt x="8609" y="11891"/>
                  </a:lnTo>
                  <a:lnTo>
                    <a:pt x="8738" y="11684"/>
                  </a:lnTo>
                  <a:close/>
                  <a:moveTo>
                    <a:pt x="6127" y="10082"/>
                  </a:moveTo>
                  <a:lnTo>
                    <a:pt x="6127" y="12201"/>
                  </a:lnTo>
                  <a:lnTo>
                    <a:pt x="5946" y="12098"/>
                  </a:lnTo>
                  <a:lnTo>
                    <a:pt x="5765" y="11995"/>
                  </a:lnTo>
                  <a:lnTo>
                    <a:pt x="5584" y="11840"/>
                  </a:lnTo>
                  <a:lnTo>
                    <a:pt x="5403" y="11659"/>
                  </a:lnTo>
                  <a:lnTo>
                    <a:pt x="5222" y="11478"/>
                  </a:lnTo>
                  <a:lnTo>
                    <a:pt x="5067" y="11245"/>
                  </a:lnTo>
                  <a:lnTo>
                    <a:pt x="4912" y="10986"/>
                  </a:lnTo>
                  <a:lnTo>
                    <a:pt x="4757" y="10702"/>
                  </a:lnTo>
                  <a:lnTo>
                    <a:pt x="4602" y="10392"/>
                  </a:lnTo>
                  <a:lnTo>
                    <a:pt x="4472" y="10082"/>
                  </a:lnTo>
                  <a:close/>
                  <a:moveTo>
                    <a:pt x="8428" y="10082"/>
                  </a:moveTo>
                  <a:lnTo>
                    <a:pt x="8453" y="10495"/>
                  </a:lnTo>
                  <a:lnTo>
                    <a:pt x="8298" y="10831"/>
                  </a:lnTo>
                  <a:lnTo>
                    <a:pt x="8117" y="11116"/>
                  </a:lnTo>
                  <a:lnTo>
                    <a:pt x="7936" y="11374"/>
                  </a:lnTo>
                  <a:lnTo>
                    <a:pt x="7755" y="11607"/>
                  </a:lnTo>
                  <a:lnTo>
                    <a:pt x="7575" y="11814"/>
                  </a:lnTo>
                  <a:lnTo>
                    <a:pt x="7368" y="11969"/>
                  </a:lnTo>
                  <a:lnTo>
                    <a:pt x="7187" y="12098"/>
                  </a:lnTo>
                  <a:lnTo>
                    <a:pt x="6980" y="12201"/>
                  </a:lnTo>
                  <a:lnTo>
                    <a:pt x="6980" y="10082"/>
                  </a:lnTo>
                  <a:close/>
                  <a:moveTo>
                    <a:pt x="11349" y="8143"/>
                  </a:moveTo>
                  <a:lnTo>
                    <a:pt x="11866" y="8169"/>
                  </a:lnTo>
                  <a:lnTo>
                    <a:pt x="12409" y="8246"/>
                  </a:lnTo>
                  <a:lnTo>
                    <a:pt x="12926" y="8376"/>
                  </a:lnTo>
                  <a:lnTo>
                    <a:pt x="13443" y="8557"/>
                  </a:lnTo>
                  <a:lnTo>
                    <a:pt x="13443" y="10004"/>
                  </a:lnTo>
                  <a:lnTo>
                    <a:pt x="13443" y="10263"/>
                  </a:lnTo>
                  <a:lnTo>
                    <a:pt x="13417" y="10521"/>
                  </a:lnTo>
                  <a:lnTo>
                    <a:pt x="13365" y="10780"/>
                  </a:lnTo>
                  <a:lnTo>
                    <a:pt x="13313" y="11038"/>
                  </a:lnTo>
                  <a:lnTo>
                    <a:pt x="13210" y="11297"/>
                  </a:lnTo>
                  <a:lnTo>
                    <a:pt x="13132" y="11529"/>
                  </a:lnTo>
                  <a:lnTo>
                    <a:pt x="13003" y="11762"/>
                  </a:lnTo>
                  <a:lnTo>
                    <a:pt x="12874" y="11995"/>
                  </a:lnTo>
                  <a:lnTo>
                    <a:pt x="12745" y="12227"/>
                  </a:lnTo>
                  <a:lnTo>
                    <a:pt x="12590" y="12408"/>
                  </a:lnTo>
                  <a:lnTo>
                    <a:pt x="12409" y="12615"/>
                  </a:lnTo>
                  <a:lnTo>
                    <a:pt x="12228" y="12796"/>
                  </a:lnTo>
                  <a:lnTo>
                    <a:pt x="12021" y="12977"/>
                  </a:lnTo>
                  <a:lnTo>
                    <a:pt x="11814" y="13132"/>
                  </a:lnTo>
                  <a:lnTo>
                    <a:pt x="11581" y="13261"/>
                  </a:lnTo>
                  <a:lnTo>
                    <a:pt x="11349" y="13391"/>
                  </a:lnTo>
                  <a:lnTo>
                    <a:pt x="11116" y="13261"/>
                  </a:lnTo>
                  <a:lnTo>
                    <a:pt x="10909" y="13132"/>
                  </a:lnTo>
                  <a:lnTo>
                    <a:pt x="10677" y="12977"/>
                  </a:lnTo>
                  <a:lnTo>
                    <a:pt x="10496" y="12796"/>
                  </a:lnTo>
                  <a:lnTo>
                    <a:pt x="10315" y="12615"/>
                  </a:lnTo>
                  <a:lnTo>
                    <a:pt x="10134" y="12408"/>
                  </a:lnTo>
                  <a:lnTo>
                    <a:pt x="9979" y="12227"/>
                  </a:lnTo>
                  <a:lnTo>
                    <a:pt x="9824" y="11995"/>
                  </a:lnTo>
                  <a:lnTo>
                    <a:pt x="9694" y="11762"/>
                  </a:lnTo>
                  <a:lnTo>
                    <a:pt x="9591" y="11529"/>
                  </a:lnTo>
                  <a:lnTo>
                    <a:pt x="9487" y="11297"/>
                  </a:lnTo>
                  <a:lnTo>
                    <a:pt x="9410" y="11038"/>
                  </a:lnTo>
                  <a:lnTo>
                    <a:pt x="9358" y="10780"/>
                  </a:lnTo>
                  <a:lnTo>
                    <a:pt x="9307" y="10521"/>
                  </a:lnTo>
                  <a:lnTo>
                    <a:pt x="9281" y="10263"/>
                  </a:lnTo>
                  <a:lnTo>
                    <a:pt x="9255" y="10004"/>
                  </a:lnTo>
                  <a:lnTo>
                    <a:pt x="9255" y="8557"/>
                  </a:lnTo>
                  <a:lnTo>
                    <a:pt x="9798" y="8376"/>
                  </a:lnTo>
                  <a:lnTo>
                    <a:pt x="10315" y="8246"/>
                  </a:lnTo>
                  <a:lnTo>
                    <a:pt x="10832" y="8169"/>
                  </a:lnTo>
                  <a:lnTo>
                    <a:pt x="11349" y="8143"/>
                  </a:lnTo>
                  <a:close/>
                  <a:moveTo>
                    <a:pt x="6230" y="0"/>
                  </a:moveTo>
                  <a:lnTo>
                    <a:pt x="5894" y="26"/>
                  </a:lnTo>
                  <a:lnTo>
                    <a:pt x="5584" y="52"/>
                  </a:lnTo>
                  <a:lnTo>
                    <a:pt x="5274" y="104"/>
                  </a:lnTo>
                  <a:lnTo>
                    <a:pt x="4938" y="181"/>
                  </a:lnTo>
                  <a:lnTo>
                    <a:pt x="4653" y="259"/>
                  </a:lnTo>
                  <a:lnTo>
                    <a:pt x="4343" y="362"/>
                  </a:lnTo>
                  <a:lnTo>
                    <a:pt x="4033" y="491"/>
                  </a:lnTo>
                  <a:lnTo>
                    <a:pt x="3749" y="621"/>
                  </a:lnTo>
                  <a:lnTo>
                    <a:pt x="3464" y="750"/>
                  </a:lnTo>
                  <a:lnTo>
                    <a:pt x="3180" y="905"/>
                  </a:lnTo>
                  <a:lnTo>
                    <a:pt x="2921" y="1086"/>
                  </a:lnTo>
                  <a:lnTo>
                    <a:pt x="2663" y="1267"/>
                  </a:lnTo>
                  <a:lnTo>
                    <a:pt x="2404" y="1474"/>
                  </a:lnTo>
                  <a:lnTo>
                    <a:pt x="2146" y="1680"/>
                  </a:lnTo>
                  <a:lnTo>
                    <a:pt x="1913" y="1913"/>
                  </a:lnTo>
                  <a:lnTo>
                    <a:pt x="1681" y="2146"/>
                  </a:lnTo>
                  <a:lnTo>
                    <a:pt x="1474" y="2404"/>
                  </a:lnTo>
                  <a:lnTo>
                    <a:pt x="1267" y="2637"/>
                  </a:lnTo>
                  <a:lnTo>
                    <a:pt x="1086" y="2921"/>
                  </a:lnTo>
                  <a:lnTo>
                    <a:pt x="931" y="3180"/>
                  </a:lnTo>
                  <a:lnTo>
                    <a:pt x="750" y="3464"/>
                  </a:lnTo>
                  <a:lnTo>
                    <a:pt x="621" y="3748"/>
                  </a:lnTo>
                  <a:lnTo>
                    <a:pt x="492" y="4033"/>
                  </a:lnTo>
                  <a:lnTo>
                    <a:pt x="362" y="4343"/>
                  </a:lnTo>
                  <a:lnTo>
                    <a:pt x="285" y="4627"/>
                  </a:lnTo>
                  <a:lnTo>
                    <a:pt x="181" y="4938"/>
                  </a:lnTo>
                  <a:lnTo>
                    <a:pt x="130" y="5248"/>
                  </a:lnTo>
                  <a:lnTo>
                    <a:pt x="52" y="5584"/>
                  </a:lnTo>
                  <a:lnTo>
                    <a:pt x="26" y="5894"/>
                  </a:lnTo>
                  <a:lnTo>
                    <a:pt x="0" y="6230"/>
                  </a:lnTo>
                  <a:lnTo>
                    <a:pt x="0" y="6540"/>
                  </a:lnTo>
                  <a:lnTo>
                    <a:pt x="0" y="6876"/>
                  </a:lnTo>
                  <a:lnTo>
                    <a:pt x="26" y="7212"/>
                  </a:lnTo>
                  <a:lnTo>
                    <a:pt x="52" y="7523"/>
                  </a:lnTo>
                  <a:lnTo>
                    <a:pt x="130" y="7833"/>
                  </a:lnTo>
                  <a:lnTo>
                    <a:pt x="181" y="8143"/>
                  </a:lnTo>
                  <a:lnTo>
                    <a:pt x="285" y="8453"/>
                  </a:lnTo>
                  <a:lnTo>
                    <a:pt x="362" y="8763"/>
                  </a:lnTo>
                  <a:lnTo>
                    <a:pt x="492" y="9074"/>
                  </a:lnTo>
                  <a:lnTo>
                    <a:pt x="621" y="9358"/>
                  </a:lnTo>
                  <a:lnTo>
                    <a:pt x="750" y="9642"/>
                  </a:lnTo>
                  <a:lnTo>
                    <a:pt x="931" y="9927"/>
                  </a:lnTo>
                  <a:lnTo>
                    <a:pt x="1086" y="10185"/>
                  </a:lnTo>
                  <a:lnTo>
                    <a:pt x="1267" y="10444"/>
                  </a:lnTo>
                  <a:lnTo>
                    <a:pt x="1474" y="10702"/>
                  </a:lnTo>
                  <a:lnTo>
                    <a:pt x="1681" y="10961"/>
                  </a:lnTo>
                  <a:lnTo>
                    <a:pt x="1913" y="11193"/>
                  </a:lnTo>
                  <a:lnTo>
                    <a:pt x="2146" y="11426"/>
                  </a:lnTo>
                  <a:lnTo>
                    <a:pt x="2404" y="11633"/>
                  </a:lnTo>
                  <a:lnTo>
                    <a:pt x="2663" y="11814"/>
                  </a:lnTo>
                  <a:lnTo>
                    <a:pt x="2921" y="12020"/>
                  </a:lnTo>
                  <a:lnTo>
                    <a:pt x="3180" y="12176"/>
                  </a:lnTo>
                  <a:lnTo>
                    <a:pt x="3464" y="12331"/>
                  </a:lnTo>
                  <a:lnTo>
                    <a:pt x="3749" y="12486"/>
                  </a:lnTo>
                  <a:lnTo>
                    <a:pt x="4033" y="12615"/>
                  </a:lnTo>
                  <a:lnTo>
                    <a:pt x="4343" y="12718"/>
                  </a:lnTo>
                  <a:lnTo>
                    <a:pt x="4653" y="12822"/>
                  </a:lnTo>
                  <a:lnTo>
                    <a:pt x="4964" y="12925"/>
                  </a:lnTo>
                  <a:lnTo>
                    <a:pt x="5274" y="12977"/>
                  </a:lnTo>
                  <a:lnTo>
                    <a:pt x="5584" y="13029"/>
                  </a:lnTo>
                  <a:lnTo>
                    <a:pt x="5894" y="13080"/>
                  </a:lnTo>
                  <a:lnTo>
                    <a:pt x="6230" y="13106"/>
                  </a:lnTo>
                  <a:lnTo>
                    <a:pt x="6902" y="13106"/>
                  </a:lnTo>
                  <a:lnTo>
                    <a:pt x="7238" y="13080"/>
                  </a:lnTo>
                  <a:lnTo>
                    <a:pt x="7575" y="13029"/>
                  </a:lnTo>
                  <a:lnTo>
                    <a:pt x="7911" y="12977"/>
                  </a:lnTo>
                  <a:lnTo>
                    <a:pt x="8247" y="12899"/>
                  </a:lnTo>
                  <a:lnTo>
                    <a:pt x="8557" y="12796"/>
                  </a:lnTo>
                  <a:lnTo>
                    <a:pt x="8867" y="12693"/>
                  </a:lnTo>
                  <a:lnTo>
                    <a:pt x="9203" y="12563"/>
                  </a:lnTo>
                  <a:lnTo>
                    <a:pt x="9384" y="12822"/>
                  </a:lnTo>
                  <a:lnTo>
                    <a:pt x="9591" y="13080"/>
                  </a:lnTo>
                  <a:lnTo>
                    <a:pt x="9824" y="13313"/>
                  </a:lnTo>
                  <a:lnTo>
                    <a:pt x="10056" y="13546"/>
                  </a:lnTo>
                  <a:lnTo>
                    <a:pt x="10315" y="13752"/>
                  </a:lnTo>
                  <a:lnTo>
                    <a:pt x="10599" y="13933"/>
                  </a:lnTo>
                  <a:lnTo>
                    <a:pt x="10883" y="14088"/>
                  </a:lnTo>
                  <a:lnTo>
                    <a:pt x="11194" y="14244"/>
                  </a:lnTo>
                  <a:lnTo>
                    <a:pt x="11271" y="14269"/>
                  </a:lnTo>
                  <a:lnTo>
                    <a:pt x="11349" y="14295"/>
                  </a:lnTo>
                  <a:lnTo>
                    <a:pt x="11452" y="14269"/>
                  </a:lnTo>
                  <a:lnTo>
                    <a:pt x="11530" y="14244"/>
                  </a:lnTo>
                  <a:lnTo>
                    <a:pt x="11840" y="14088"/>
                  </a:lnTo>
                  <a:lnTo>
                    <a:pt x="12124" y="13933"/>
                  </a:lnTo>
                  <a:lnTo>
                    <a:pt x="12409" y="13727"/>
                  </a:lnTo>
                  <a:lnTo>
                    <a:pt x="12667" y="13520"/>
                  </a:lnTo>
                  <a:lnTo>
                    <a:pt x="12900" y="13313"/>
                  </a:lnTo>
                  <a:lnTo>
                    <a:pt x="13132" y="13054"/>
                  </a:lnTo>
                  <a:lnTo>
                    <a:pt x="13339" y="12796"/>
                  </a:lnTo>
                  <a:lnTo>
                    <a:pt x="13546" y="12537"/>
                  </a:lnTo>
                  <a:lnTo>
                    <a:pt x="13701" y="12253"/>
                  </a:lnTo>
                  <a:lnTo>
                    <a:pt x="13856" y="11943"/>
                  </a:lnTo>
                  <a:lnTo>
                    <a:pt x="13985" y="11659"/>
                  </a:lnTo>
                  <a:lnTo>
                    <a:pt x="14089" y="11323"/>
                  </a:lnTo>
                  <a:lnTo>
                    <a:pt x="14166" y="11012"/>
                  </a:lnTo>
                  <a:lnTo>
                    <a:pt x="14244" y="10676"/>
                  </a:lnTo>
                  <a:lnTo>
                    <a:pt x="14270" y="10340"/>
                  </a:lnTo>
                  <a:lnTo>
                    <a:pt x="14296" y="10004"/>
                  </a:lnTo>
                  <a:lnTo>
                    <a:pt x="14296" y="8272"/>
                  </a:lnTo>
                  <a:lnTo>
                    <a:pt x="14270" y="8169"/>
                  </a:lnTo>
                  <a:lnTo>
                    <a:pt x="14218" y="8040"/>
                  </a:lnTo>
                  <a:lnTo>
                    <a:pt x="14141" y="7962"/>
                  </a:lnTo>
                  <a:lnTo>
                    <a:pt x="14037" y="7910"/>
                  </a:lnTo>
                  <a:lnTo>
                    <a:pt x="13546" y="7703"/>
                  </a:lnTo>
                  <a:lnTo>
                    <a:pt x="13029" y="7548"/>
                  </a:lnTo>
                  <a:lnTo>
                    <a:pt x="13107" y="7057"/>
                  </a:lnTo>
                  <a:lnTo>
                    <a:pt x="13107" y="6540"/>
                  </a:lnTo>
                  <a:lnTo>
                    <a:pt x="13107" y="6230"/>
                  </a:lnTo>
                  <a:lnTo>
                    <a:pt x="13081" y="5894"/>
                  </a:lnTo>
                  <a:lnTo>
                    <a:pt x="13055" y="5584"/>
                  </a:lnTo>
                  <a:lnTo>
                    <a:pt x="12977" y="5248"/>
                  </a:lnTo>
                  <a:lnTo>
                    <a:pt x="12926" y="4938"/>
                  </a:lnTo>
                  <a:lnTo>
                    <a:pt x="12822" y="4627"/>
                  </a:lnTo>
                  <a:lnTo>
                    <a:pt x="12745" y="4343"/>
                  </a:lnTo>
                  <a:lnTo>
                    <a:pt x="12615" y="4033"/>
                  </a:lnTo>
                  <a:lnTo>
                    <a:pt x="12486" y="3748"/>
                  </a:lnTo>
                  <a:lnTo>
                    <a:pt x="12357" y="3464"/>
                  </a:lnTo>
                  <a:lnTo>
                    <a:pt x="12176" y="3180"/>
                  </a:lnTo>
                  <a:lnTo>
                    <a:pt x="12021" y="2921"/>
                  </a:lnTo>
                  <a:lnTo>
                    <a:pt x="11840" y="2637"/>
                  </a:lnTo>
                  <a:lnTo>
                    <a:pt x="11633" y="2404"/>
                  </a:lnTo>
                  <a:lnTo>
                    <a:pt x="11426" y="2146"/>
                  </a:lnTo>
                  <a:lnTo>
                    <a:pt x="11194" y="1913"/>
                  </a:lnTo>
                  <a:lnTo>
                    <a:pt x="10961" y="1680"/>
                  </a:lnTo>
                  <a:lnTo>
                    <a:pt x="10702" y="1474"/>
                  </a:lnTo>
                  <a:lnTo>
                    <a:pt x="10444" y="1267"/>
                  </a:lnTo>
                  <a:lnTo>
                    <a:pt x="10185" y="1086"/>
                  </a:lnTo>
                  <a:lnTo>
                    <a:pt x="9927" y="905"/>
                  </a:lnTo>
                  <a:lnTo>
                    <a:pt x="9643" y="750"/>
                  </a:lnTo>
                  <a:lnTo>
                    <a:pt x="9358" y="621"/>
                  </a:lnTo>
                  <a:lnTo>
                    <a:pt x="9074" y="491"/>
                  </a:lnTo>
                  <a:lnTo>
                    <a:pt x="8764" y="362"/>
                  </a:lnTo>
                  <a:lnTo>
                    <a:pt x="8453" y="259"/>
                  </a:lnTo>
                  <a:lnTo>
                    <a:pt x="8169" y="181"/>
                  </a:lnTo>
                  <a:lnTo>
                    <a:pt x="7833" y="104"/>
                  </a:lnTo>
                  <a:lnTo>
                    <a:pt x="7523" y="52"/>
                  </a:lnTo>
                  <a:lnTo>
                    <a:pt x="7213" y="26"/>
                  </a:lnTo>
                  <a:lnTo>
                    <a:pt x="68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9"/>
            <p:cNvSpPr/>
            <p:nvPr/>
          </p:nvSpPr>
          <p:spPr>
            <a:xfrm>
              <a:off x="1243700" y="2206050"/>
              <a:ext cx="65300" cy="51075"/>
            </a:xfrm>
            <a:custGeom>
              <a:avLst/>
              <a:gdLst/>
              <a:ahLst/>
              <a:cxnLst/>
              <a:rect l="l" t="t" r="r" b="b"/>
              <a:pathLst>
                <a:path w="2612" h="2043" extrusionOk="0">
                  <a:moveTo>
                    <a:pt x="2197" y="1"/>
                  </a:moveTo>
                  <a:lnTo>
                    <a:pt x="2120" y="26"/>
                  </a:lnTo>
                  <a:lnTo>
                    <a:pt x="2042" y="52"/>
                  </a:lnTo>
                  <a:lnTo>
                    <a:pt x="1965" y="78"/>
                  </a:lnTo>
                  <a:lnTo>
                    <a:pt x="1887" y="130"/>
                  </a:lnTo>
                  <a:lnTo>
                    <a:pt x="1008" y="1035"/>
                  </a:lnTo>
                  <a:lnTo>
                    <a:pt x="698" y="724"/>
                  </a:lnTo>
                  <a:lnTo>
                    <a:pt x="646" y="673"/>
                  </a:lnTo>
                  <a:lnTo>
                    <a:pt x="569" y="647"/>
                  </a:lnTo>
                  <a:lnTo>
                    <a:pt x="491" y="621"/>
                  </a:lnTo>
                  <a:lnTo>
                    <a:pt x="414" y="595"/>
                  </a:lnTo>
                  <a:lnTo>
                    <a:pt x="336" y="621"/>
                  </a:lnTo>
                  <a:lnTo>
                    <a:pt x="259" y="647"/>
                  </a:lnTo>
                  <a:lnTo>
                    <a:pt x="181" y="673"/>
                  </a:lnTo>
                  <a:lnTo>
                    <a:pt x="104" y="724"/>
                  </a:lnTo>
                  <a:lnTo>
                    <a:pt x="52" y="802"/>
                  </a:lnTo>
                  <a:lnTo>
                    <a:pt x="26" y="854"/>
                  </a:lnTo>
                  <a:lnTo>
                    <a:pt x="0" y="931"/>
                  </a:lnTo>
                  <a:lnTo>
                    <a:pt x="0" y="1035"/>
                  </a:lnTo>
                  <a:lnTo>
                    <a:pt x="0" y="1112"/>
                  </a:lnTo>
                  <a:lnTo>
                    <a:pt x="26" y="1190"/>
                  </a:lnTo>
                  <a:lnTo>
                    <a:pt x="52" y="1241"/>
                  </a:lnTo>
                  <a:lnTo>
                    <a:pt x="104" y="1319"/>
                  </a:lnTo>
                  <a:lnTo>
                    <a:pt x="698" y="1913"/>
                  </a:lnTo>
                  <a:lnTo>
                    <a:pt x="776" y="1965"/>
                  </a:lnTo>
                  <a:lnTo>
                    <a:pt x="853" y="1991"/>
                  </a:lnTo>
                  <a:lnTo>
                    <a:pt x="931" y="2017"/>
                  </a:lnTo>
                  <a:lnTo>
                    <a:pt x="1008" y="2043"/>
                  </a:lnTo>
                  <a:lnTo>
                    <a:pt x="1086" y="2017"/>
                  </a:lnTo>
                  <a:lnTo>
                    <a:pt x="1163" y="1991"/>
                  </a:lnTo>
                  <a:lnTo>
                    <a:pt x="1241" y="1965"/>
                  </a:lnTo>
                  <a:lnTo>
                    <a:pt x="1293" y="1913"/>
                  </a:lnTo>
                  <a:lnTo>
                    <a:pt x="2482" y="724"/>
                  </a:lnTo>
                  <a:lnTo>
                    <a:pt x="2534" y="673"/>
                  </a:lnTo>
                  <a:lnTo>
                    <a:pt x="2585" y="595"/>
                  </a:lnTo>
                  <a:lnTo>
                    <a:pt x="2611" y="518"/>
                  </a:lnTo>
                  <a:lnTo>
                    <a:pt x="2611" y="440"/>
                  </a:lnTo>
                  <a:lnTo>
                    <a:pt x="2611" y="362"/>
                  </a:lnTo>
                  <a:lnTo>
                    <a:pt x="2585" y="285"/>
                  </a:lnTo>
                  <a:lnTo>
                    <a:pt x="2534" y="207"/>
                  </a:lnTo>
                  <a:lnTo>
                    <a:pt x="2482" y="130"/>
                  </a:lnTo>
                  <a:lnTo>
                    <a:pt x="2430" y="78"/>
                  </a:lnTo>
                  <a:lnTo>
                    <a:pt x="2353" y="52"/>
                  </a:lnTo>
                  <a:lnTo>
                    <a:pt x="2275" y="26"/>
                  </a:lnTo>
                  <a:lnTo>
                    <a:pt x="219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 name="Google Shape;851;p59"/>
          <p:cNvSpPr/>
          <p:nvPr/>
        </p:nvSpPr>
        <p:spPr>
          <a:xfrm>
            <a:off x="2403107" y="2000673"/>
            <a:ext cx="292607" cy="383454"/>
          </a:xfrm>
          <a:custGeom>
            <a:avLst/>
            <a:gdLst/>
            <a:ahLst/>
            <a:cxnLst/>
            <a:rect l="l" t="t" r="r" b="b"/>
            <a:pathLst>
              <a:path w="10909" h="14296" extrusionOk="0">
                <a:moveTo>
                  <a:pt x="5454" y="827"/>
                </a:moveTo>
                <a:lnTo>
                  <a:pt x="5920" y="853"/>
                </a:lnTo>
                <a:lnTo>
                  <a:pt x="6152" y="879"/>
                </a:lnTo>
                <a:lnTo>
                  <a:pt x="6385" y="931"/>
                </a:lnTo>
                <a:lnTo>
                  <a:pt x="6592" y="1008"/>
                </a:lnTo>
                <a:lnTo>
                  <a:pt x="6825" y="1086"/>
                </a:lnTo>
                <a:lnTo>
                  <a:pt x="7031" y="1189"/>
                </a:lnTo>
                <a:lnTo>
                  <a:pt x="7238" y="1319"/>
                </a:lnTo>
                <a:lnTo>
                  <a:pt x="7419" y="1448"/>
                </a:lnTo>
                <a:lnTo>
                  <a:pt x="7600" y="1603"/>
                </a:lnTo>
                <a:lnTo>
                  <a:pt x="7755" y="1784"/>
                </a:lnTo>
                <a:lnTo>
                  <a:pt x="7910" y="1991"/>
                </a:lnTo>
                <a:lnTo>
                  <a:pt x="8040" y="2197"/>
                </a:lnTo>
                <a:lnTo>
                  <a:pt x="8143" y="2456"/>
                </a:lnTo>
                <a:lnTo>
                  <a:pt x="8246" y="2714"/>
                </a:lnTo>
                <a:lnTo>
                  <a:pt x="8324" y="2999"/>
                </a:lnTo>
                <a:lnTo>
                  <a:pt x="8324" y="2999"/>
                </a:lnTo>
                <a:lnTo>
                  <a:pt x="7859" y="2766"/>
                </a:lnTo>
                <a:lnTo>
                  <a:pt x="7419" y="2585"/>
                </a:lnTo>
                <a:lnTo>
                  <a:pt x="7005" y="2456"/>
                </a:lnTo>
                <a:lnTo>
                  <a:pt x="6644" y="2353"/>
                </a:lnTo>
                <a:lnTo>
                  <a:pt x="6308" y="2301"/>
                </a:lnTo>
                <a:lnTo>
                  <a:pt x="5997" y="2249"/>
                </a:lnTo>
                <a:lnTo>
                  <a:pt x="5454" y="2223"/>
                </a:lnTo>
                <a:lnTo>
                  <a:pt x="4912" y="2249"/>
                </a:lnTo>
                <a:lnTo>
                  <a:pt x="4601" y="2301"/>
                </a:lnTo>
                <a:lnTo>
                  <a:pt x="4265" y="2353"/>
                </a:lnTo>
                <a:lnTo>
                  <a:pt x="3903" y="2456"/>
                </a:lnTo>
                <a:lnTo>
                  <a:pt x="3490" y="2585"/>
                </a:lnTo>
                <a:lnTo>
                  <a:pt x="3050" y="2766"/>
                </a:lnTo>
                <a:lnTo>
                  <a:pt x="2585" y="2999"/>
                </a:lnTo>
                <a:lnTo>
                  <a:pt x="2585" y="2999"/>
                </a:lnTo>
                <a:lnTo>
                  <a:pt x="2663" y="2714"/>
                </a:lnTo>
                <a:lnTo>
                  <a:pt x="2766" y="2456"/>
                </a:lnTo>
                <a:lnTo>
                  <a:pt x="2869" y="2197"/>
                </a:lnTo>
                <a:lnTo>
                  <a:pt x="2999" y="1991"/>
                </a:lnTo>
                <a:lnTo>
                  <a:pt x="3154" y="1784"/>
                </a:lnTo>
                <a:lnTo>
                  <a:pt x="3309" y="1603"/>
                </a:lnTo>
                <a:lnTo>
                  <a:pt x="3490" y="1448"/>
                </a:lnTo>
                <a:lnTo>
                  <a:pt x="3671" y="1319"/>
                </a:lnTo>
                <a:lnTo>
                  <a:pt x="3878" y="1189"/>
                </a:lnTo>
                <a:lnTo>
                  <a:pt x="4084" y="1086"/>
                </a:lnTo>
                <a:lnTo>
                  <a:pt x="4317" y="1008"/>
                </a:lnTo>
                <a:lnTo>
                  <a:pt x="4524" y="931"/>
                </a:lnTo>
                <a:lnTo>
                  <a:pt x="4757" y="879"/>
                </a:lnTo>
                <a:lnTo>
                  <a:pt x="4989" y="853"/>
                </a:lnTo>
                <a:lnTo>
                  <a:pt x="5454" y="827"/>
                </a:lnTo>
                <a:close/>
                <a:moveTo>
                  <a:pt x="5454" y="3050"/>
                </a:moveTo>
                <a:lnTo>
                  <a:pt x="5713" y="3076"/>
                </a:lnTo>
                <a:lnTo>
                  <a:pt x="6023" y="3102"/>
                </a:lnTo>
                <a:lnTo>
                  <a:pt x="6333" y="3154"/>
                </a:lnTo>
                <a:lnTo>
                  <a:pt x="6721" y="3231"/>
                </a:lnTo>
                <a:lnTo>
                  <a:pt x="6721" y="4886"/>
                </a:lnTo>
                <a:lnTo>
                  <a:pt x="6695" y="5118"/>
                </a:lnTo>
                <a:lnTo>
                  <a:pt x="6618" y="5351"/>
                </a:lnTo>
                <a:lnTo>
                  <a:pt x="6488" y="5584"/>
                </a:lnTo>
                <a:lnTo>
                  <a:pt x="6333" y="5765"/>
                </a:lnTo>
                <a:lnTo>
                  <a:pt x="6152" y="5920"/>
                </a:lnTo>
                <a:lnTo>
                  <a:pt x="5946" y="6023"/>
                </a:lnTo>
                <a:lnTo>
                  <a:pt x="5713" y="6101"/>
                </a:lnTo>
                <a:lnTo>
                  <a:pt x="5454" y="6127"/>
                </a:lnTo>
                <a:lnTo>
                  <a:pt x="5196" y="6101"/>
                </a:lnTo>
                <a:lnTo>
                  <a:pt x="4963" y="6023"/>
                </a:lnTo>
                <a:lnTo>
                  <a:pt x="4757" y="5920"/>
                </a:lnTo>
                <a:lnTo>
                  <a:pt x="4576" y="5765"/>
                </a:lnTo>
                <a:lnTo>
                  <a:pt x="4420" y="5584"/>
                </a:lnTo>
                <a:lnTo>
                  <a:pt x="4291" y="5351"/>
                </a:lnTo>
                <a:lnTo>
                  <a:pt x="4214" y="5118"/>
                </a:lnTo>
                <a:lnTo>
                  <a:pt x="4188" y="4886"/>
                </a:lnTo>
                <a:lnTo>
                  <a:pt x="4188" y="3231"/>
                </a:lnTo>
                <a:lnTo>
                  <a:pt x="4576" y="3154"/>
                </a:lnTo>
                <a:lnTo>
                  <a:pt x="4886" y="3102"/>
                </a:lnTo>
                <a:lnTo>
                  <a:pt x="5196" y="3076"/>
                </a:lnTo>
                <a:lnTo>
                  <a:pt x="5454" y="3050"/>
                </a:lnTo>
                <a:close/>
                <a:moveTo>
                  <a:pt x="7548" y="3542"/>
                </a:moveTo>
                <a:lnTo>
                  <a:pt x="7962" y="3748"/>
                </a:lnTo>
                <a:lnTo>
                  <a:pt x="8376" y="3981"/>
                </a:lnTo>
                <a:lnTo>
                  <a:pt x="8350" y="4421"/>
                </a:lnTo>
                <a:lnTo>
                  <a:pt x="8298" y="4834"/>
                </a:lnTo>
                <a:lnTo>
                  <a:pt x="8195" y="5248"/>
                </a:lnTo>
                <a:lnTo>
                  <a:pt x="8091" y="5635"/>
                </a:lnTo>
                <a:lnTo>
                  <a:pt x="7962" y="6023"/>
                </a:lnTo>
                <a:lnTo>
                  <a:pt x="7807" y="6385"/>
                </a:lnTo>
                <a:lnTo>
                  <a:pt x="7626" y="6721"/>
                </a:lnTo>
                <a:lnTo>
                  <a:pt x="7419" y="7031"/>
                </a:lnTo>
                <a:lnTo>
                  <a:pt x="7212" y="7316"/>
                </a:lnTo>
                <a:lnTo>
                  <a:pt x="7005" y="7574"/>
                </a:lnTo>
                <a:lnTo>
                  <a:pt x="6773" y="7807"/>
                </a:lnTo>
                <a:lnTo>
                  <a:pt x="6514" y="8014"/>
                </a:lnTo>
                <a:lnTo>
                  <a:pt x="6256" y="8143"/>
                </a:lnTo>
                <a:lnTo>
                  <a:pt x="5997" y="8272"/>
                </a:lnTo>
                <a:lnTo>
                  <a:pt x="5739" y="8350"/>
                </a:lnTo>
                <a:lnTo>
                  <a:pt x="5454" y="8376"/>
                </a:lnTo>
                <a:lnTo>
                  <a:pt x="5196" y="8350"/>
                </a:lnTo>
                <a:lnTo>
                  <a:pt x="4912" y="8272"/>
                </a:lnTo>
                <a:lnTo>
                  <a:pt x="4653" y="8143"/>
                </a:lnTo>
                <a:lnTo>
                  <a:pt x="4395" y="8014"/>
                </a:lnTo>
                <a:lnTo>
                  <a:pt x="4136" y="7807"/>
                </a:lnTo>
                <a:lnTo>
                  <a:pt x="3903" y="7574"/>
                </a:lnTo>
                <a:lnTo>
                  <a:pt x="3697" y="7316"/>
                </a:lnTo>
                <a:lnTo>
                  <a:pt x="3490" y="7031"/>
                </a:lnTo>
                <a:lnTo>
                  <a:pt x="3283" y="6721"/>
                </a:lnTo>
                <a:lnTo>
                  <a:pt x="3102" y="6385"/>
                </a:lnTo>
                <a:lnTo>
                  <a:pt x="2947" y="6023"/>
                </a:lnTo>
                <a:lnTo>
                  <a:pt x="2818" y="5635"/>
                </a:lnTo>
                <a:lnTo>
                  <a:pt x="2714" y="5248"/>
                </a:lnTo>
                <a:lnTo>
                  <a:pt x="2611" y="4834"/>
                </a:lnTo>
                <a:lnTo>
                  <a:pt x="2559" y="4421"/>
                </a:lnTo>
                <a:lnTo>
                  <a:pt x="2533" y="3981"/>
                </a:lnTo>
                <a:lnTo>
                  <a:pt x="2973" y="3748"/>
                </a:lnTo>
                <a:lnTo>
                  <a:pt x="3361" y="3542"/>
                </a:lnTo>
                <a:lnTo>
                  <a:pt x="3361" y="4886"/>
                </a:lnTo>
                <a:lnTo>
                  <a:pt x="3361" y="5093"/>
                </a:lnTo>
                <a:lnTo>
                  <a:pt x="3412" y="5299"/>
                </a:lnTo>
                <a:lnTo>
                  <a:pt x="3464" y="5506"/>
                </a:lnTo>
                <a:lnTo>
                  <a:pt x="3516" y="5687"/>
                </a:lnTo>
                <a:lnTo>
                  <a:pt x="3619" y="5868"/>
                </a:lnTo>
                <a:lnTo>
                  <a:pt x="3722" y="6049"/>
                </a:lnTo>
                <a:lnTo>
                  <a:pt x="3852" y="6204"/>
                </a:lnTo>
                <a:lnTo>
                  <a:pt x="3981" y="6359"/>
                </a:lnTo>
                <a:lnTo>
                  <a:pt x="4136" y="6489"/>
                </a:lnTo>
                <a:lnTo>
                  <a:pt x="4291" y="6618"/>
                </a:lnTo>
                <a:lnTo>
                  <a:pt x="4446" y="6721"/>
                </a:lnTo>
                <a:lnTo>
                  <a:pt x="4653" y="6799"/>
                </a:lnTo>
                <a:lnTo>
                  <a:pt x="4834" y="6876"/>
                </a:lnTo>
                <a:lnTo>
                  <a:pt x="5041" y="6928"/>
                </a:lnTo>
                <a:lnTo>
                  <a:pt x="5248" y="6954"/>
                </a:lnTo>
                <a:lnTo>
                  <a:pt x="5454" y="6980"/>
                </a:lnTo>
                <a:lnTo>
                  <a:pt x="5661" y="6954"/>
                </a:lnTo>
                <a:lnTo>
                  <a:pt x="5868" y="6928"/>
                </a:lnTo>
                <a:lnTo>
                  <a:pt x="6075" y="6876"/>
                </a:lnTo>
                <a:lnTo>
                  <a:pt x="6282" y="6799"/>
                </a:lnTo>
                <a:lnTo>
                  <a:pt x="6463" y="6721"/>
                </a:lnTo>
                <a:lnTo>
                  <a:pt x="6618" y="6618"/>
                </a:lnTo>
                <a:lnTo>
                  <a:pt x="6799" y="6489"/>
                </a:lnTo>
                <a:lnTo>
                  <a:pt x="6928" y="6359"/>
                </a:lnTo>
                <a:lnTo>
                  <a:pt x="7083" y="6204"/>
                </a:lnTo>
                <a:lnTo>
                  <a:pt x="7186" y="6049"/>
                </a:lnTo>
                <a:lnTo>
                  <a:pt x="7290" y="5868"/>
                </a:lnTo>
                <a:lnTo>
                  <a:pt x="7393" y="5687"/>
                </a:lnTo>
                <a:lnTo>
                  <a:pt x="7445" y="5506"/>
                </a:lnTo>
                <a:lnTo>
                  <a:pt x="7497" y="5299"/>
                </a:lnTo>
                <a:lnTo>
                  <a:pt x="7548" y="5093"/>
                </a:lnTo>
                <a:lnTo>
                  <a:pt x="7548" y="4886"/>
                </a:lnTo>
                <a:lnTo>
                  <a:pt x="7548" y="3542"/>
                </a:lnTo>
                <a:close/>
                <a:moveTo>
                  <a:pt x="8195" y="8091"/>
                </a:moveTo>
                <a:lnTo>
                  <a:pt x="8401" y="8117"/>
                </a:lnTo>
                <a:lnTo>
                  <a:pt x="8582" y="8169"/>
                </a:lnTo>
                <a:lnTo>
                  <a:pt x="8789" y="8246"/>
                </a:lnTo>
                <a:lnTo>
                  <a:pt x="8970" y="8350"/>
                </a:lnTo>
                <a:lnTo>
                  <a:pt x="9125" y="8453"/>
                </a:lnTo>
                <a:lnTo>
                  <a:pt x="9306" y="8557"/>
                </a:lnTo>
                <a:lnTo>
                  <a:pt x="9435" y="8712"/>
                </a:lnTo>
                <a:lnTo>
                  <a:pt x="9591" y="8841"/>
                </a:lnTo>
                <a:lnTo>
                  <a:pt x="9694" y="9022"/>
                </a:lnTo>
                <a:lnTo>
                  <a:pt x="9797" y="9177"/>
                </a:lnTo>
                <a:lnTo>
                  <a:pt x="9901" y="9358"/>
                </a:lnTo>
                <a:lnTo>
                  <a:pt x="9978" y="9565"/>
                </a:lnTo>
                <a:lnTo>
                  <a:pt x="10030" y="9746"/>
                </a:lnTo>
                <a:lnTo>
                  <a:pt x="10056" y="9952"/>
                </a:lnTo>
                <a:lnTo>
                  <a:pt x="10056" y="10185"/>
                </a:lnTo>
                <a:lnTo>
                  <a:pt x="10056" y="12408"/>
                </a:lnTo>
                <a:lnTo>
                  <a:pt x="10056" y="12486"/>
                </a:lnTo>
                <a:lnTo>
                  <a:pt x="10030" y="12563"/>
                </a:lnTo>
                <a:lnTo>
                  <a:pt x="9978" y="12641"/>
                </a:lnTo>
                <a:lnTo>
                  <a:pt x="9927" y="12718"/>
                </a:lnTo>
                <a:lnTo>
                  <a:pt x="9875" y="12770"/>
                </a:lnTo>
                <a:lnTo>
                  <a:pt x="9797" y="12796"/>
                </a:lnTo>
                <a:lnTo>
                  <a:pt x="9720" y="12822"/>
                </a:lnTo>
                <a:lnTo>
                  <a:pt x="8737" y="12822"/>
                </a:lnTo>
                <a:lnTo>
                  <a:pt x="8944" y="10263"/>
                </a:lnTo>
                <a:lnTo>
                  <a:pt x="8944" y="10185"/>
                </a:lnTo>
                <a:lnTo>
                  <a:pt x="8918" y="10108"/>
                </a:lnTo>
                <a:lnTo>
                  <a:pt x="8893" y="10030"/>
                </a:lnTo>
                <a:lnTo>
                  <a:pt x="8841" y="9952"/>
                </a:lnTo>
                <a:lnTo>
                  <a:pt x="8763" y="9901"/>
                </a:lnTo>
                <a:lnTo>
                  <a:pt x="8686" y="9849"/>
                </a:lnTo>
                <a:lnTo>
                  <a:pt x="8608" y="9823"/>
                </a:lnTo>
                <a:lnTo>
                  <a:pt x="2301" y="9823"/>
                </a:lnTo>
                <a:lnTo>
                  <a:pt x="2223" y="9849"/>
                </a:lnTo>
                <a:lnTo>
                  <a:pt x="2146" y="9901"/>
                </a:lnTo>
                <a:lnTo>
                  <a:pt x="2068" y="9952"/>
                </a:lnTo>
                <a:lnTo>
                  <a:pt x="2016" y="10030"/>
                </a:lnTo>
                <a:lnTo>
                  <a:pt x="1991" y="10108"/>
                </a:lnTo>
                <a:lnTo>
                  <a:pt x="1965" y="10185"/>
                </a:lnTo>
                <a:lnTo>
                  <a:pt x="1965" y="10263"/>
                </a:lnTo>
                <a:lnTo>
                  <a:pt x="2171" y="12822"/>
                </a:lnTo>
                <a:lnTo>
                  <a:pt x="1189" y="12822"/>
                </a:lnTo>
                <a:lnTo>
                  <a:pt x="1112" y="12796"/>
                </a:lnTo>
                <a:lnTo>
                  <a:pt x="1034" y="12770"/>
                </a:lnTo>
                <a:lnTo>
                  <a:pt x="982" y="12718"/>
                </a:lnTo>
                <a:lnTo>
                  <a:pt x="931" y="12641"/>
                </a:lnTo>
                <a:lnTo>
                  <a:pt x="879" y="12563"/>
                </a:lnTo>
                <a:lnTo>
                  <a:pt x="853" y="12486"/>
                </a:lnTo>
                <a:lnTo>
                  <a:pt x="853" y="12408"/>
                </a:lnTo>
                <a:lnTo>
                  <a:pt x="853" y="10185"/>
                </a:lnTo>
                <a:lnTo>
                  <a:pt x="853" y="9952"/>
                </a:lnTo>
                <a:lnTo>
                  <a:pt x="879" y="9746"/>
                </a:lnTo>
                <a:lnTo>
                  <a:pt x="931" y="9565"/>
                </a:lnTo>
                <a:lnTo>
                  <a:pt x="1008" y="9358"/>
                </a:lnTo>
                <a:lnTo>
                  <a:pt x="1112" y="9177"/>
                </a:lnTo>
                <a:lnTo>
                  <a:pt x="1215" y="9022"/>
                </a:lnTo>
                <a:lnTo>
                  <a:pt x="1318" y="8841"/>
                </a:lnTo>
                <a:lnTo>
                  <a:pt x="1474" y="8712"/>
                </a:lnTo>
                <a:lnTo>
                  <a:pt x="1603" y="8557"/>
                </a:lnTo>
                <a:lnTo>
                  <a:pt x="1784" y="8453"/>
                </a:lnTo>
                <a:lnTo>
                  <a:pt x="1939" y="8350"/>
                </a:lnTo>
                <a:lnTo>
                  <a:pt x="2120" y="8246"/>
                </a:lnTo>
                <a:lnTo>
                  <a:pt x="2327" y="8169"/>
                </a:lnTo>
                <a:lnTo>
                  <a:pt x="2533" y="8117"/>
                </a:lnTo>
                <a:lnTo>
                  <a:pt x="2740" y="8091"/>
                </a:lnTo>
                <a:lnTo>
                  <a:pt x="3231" y="8091"/>
                </a:lnTo>
                <a:lnTo>
                  <a:pt x="3490" y="8350"/>
                </a:lnTo>
                <a:lnTo>
                  <a:pt x="3748" y="8557"/>
                </a:lnTo>
                <a:lnTo>
                  <a:pt x="4007" y="8763"/>
                </a:lnTo>
                <a:lnTo>
                  <a:pt x="4291" y="8918"/>
                </a:lnTo>
                <a:lnTo>
                  <a:pt x="4576" y="9048"/>
                </a:lnTo>
                <a:lnTo>
                  <a:pt x="4860" y="9125"/>
                </a:lnTo>
                <a:lnTo>
                  <a:pt x="5144" y="9177"/>
                </a:lnTo>
                <a:lnTo>
                  <a:pt x="5454" y="9203"/>
                </a:lnTo>
                <a:lnTo>
                  <a:pt x="5765" y="9177"/>
                </a:lnTo>
                <a:lnTo>
                  <a:pt x="6049" y="9125"/>
                </a:lnTo>
                <a:lnTo>
                  <a:pt x="6333" y="9048"/>
                </a:lnTo>
                <a:lnTo>
                  <a:pt x="6618" y="8918"/>
                </a:lnTo>
                <a:lnTo>
                  <a:pt x="6902" y="8763"/>
                </a:lnTo>
                <a:lnTo>
                  <a:pt x="7161" y="8557"/>
                </a:lnTo>
                <a:lnTo>
                  <a:pt x="7419" y="8350"/>
                </a:lnTo>
                <a:lnTo>
                  <a:pt x="7678" y="8091"/>
                </a:lnTo>
                <a:close/>
                <a:moveTo>
                  <a:pt x="8065" y="10650"/>
                </a:moveTo>
                <a:lnTo>
                  <a:pt x="7859" y="13442"/>
                </a:lnTo>
                <a:lnTo>
                  <a:pt x="3050" y="13442"/>
                </a:lnTo>
                <a:lnTo>
                  <a:pt x="2844" y="10650"/>
                </a:lnTo>
                <a:close/>
                <a:moveTo>
                  <a:pt x="5067" y="0"/>
                </a:moveTo>
                <a:lnTo>
                  <a:pt x="4679" y="52"/>
                </a:lnTo>
                <a:lnTo>
                  <a:pt x="4317" y="129"/>
                </a:lnTo>
                <a:lnTo>
                  <a:pt x="3981" y="233"/>
                </a:lnTo>
                <a:lnTo>
                  <a:pt x="3645" y="362"/>
                </a:lnTo>
                <a:lnTo>
                  <a:pt x="3361" y="517"/>
                </a:lnTo>
                <a:lnTo>
                  <a:pt x="3076" y="724"/>
                </a:lnTo>
                <a:lnTo>
                  <a:pt x="2792" y="931"/>
                </a:lnTo>
                <a:lnTo>
                  <a:pt x="2533" y="1215"/>
                </a:lnTo>
                <a:lnTo>
                  <a:pt x="2327" y="1499"/>
                </a:lnTo>
                <a:lnTo>
                  <a:pt x="2120" y="1810"/>
                </a:lnTo>
                <a:lnTo>
                  <a:pt x="1965" y="2172"/>
                </a:lnTo>
                <a:lnTo>
                  <a:pt x="1835" y="2533"/>
                </a:lnTo>
                <a:lnTo>
                  <a:pt x="1758" y="2921"/>
                </a:lnTo>
                <a:lnTo>
                  <a:pt x="1706" y="3335"/>
                </a:lnTo>
                <a:lnTo>
                  <a:pt x="1680" y="3748"/>
                </a:lnTo>
                <a:lnTo>
                  <a:pt x="1706" y="4214"/>
                </a:lnTo>
                <a:lnTo>
                  <a:pt x="1758" y="4679"/>
                </a:lnTo>
                <a:lnTo>
                  <a:pt x="1835" y="5144"/>
                </a:lnTo>
                <a:lnTo>
                  <a:pt x="1939" y="5584"/>
                </a:lnTo>
                <a:lnTo>
                  <a:pt x="2068" y="6023"/>
                </a:lnTo>
                <a:lnTo>
                  <a:pt x="2223" y="6463"/>
                </a:lnTo>
                <a:lnTo>
                  <a:pt x="2430" y="6876"/>
                </a:lnTo>
                <a:lnTo>
                  <a:pt x="2637" y="7264"/>
                </a:lnTo>
                <a:lnTo>
                  <a:pt x="2352" y="7316"/>
                </a:lnTo>
                <a:lnTo>
                  <a:pt x="2094" y="7367"/>
                </a:lnTo>
                <a:lnTo>
                  <a:pt x="1835" y="7471"/>
                </a:lnTo>
                <a:lnTo>
                  <a:pt x="1603" y="7574"/>
                </a:lnTo>
                <a:lnTo>
                  <a:pt x="1370" y="7703"/>
                </a:lnTo>
                <a:lnTo>
                  <a:pt x="1163" y="7859"/>
                </a:lnTo>
                <a:lnTo>
                  <a:pt x="957" y="8014"/>
                </a:lnTo>
                <a:lnTo>
                  <a:pt x="776" y="8221"/>
                </a:lnTo>
                <a:lnTo>
                  <a:pt x="595" y="8401"/>
                </a:lnTo>
                <a:lnTo>
                  <a:pt x="465" y="8634"/>
                </a:lnTo>
                <a:lnTo>
                  <a:pt x="310" y="8867"/>
                </a:lnTo>
                <a:lnTo>
                  <a:pt x="207" y="9099"/>
                </a:lnTo>
                <a:lnTo>
                  <a:pt x="129" y="9358"/>
                </a:lnTo>
                <a:lnTo>
                  <a:pt x="52" y="9616"/>
                </a:lnTo>
                <a:lnTo>
                  <a:pt x="26" y="9901"/>
                </a:lnTo>
                <a:lnTo>
                  <a:pt x="0" y="10185"/>
                </a:lnTo>
                <a:lnTo>
                  <a:pt x="0" y="12408"/>
                </a:lnTo>
                <a:lnTo>
                  <a:pt x="26" y="12667"/>
                </a:lnTo>
                <a:lnTo>
                  <a:pt x="103" y="12899"/>
                </a:lnTo>
                <a:lnTo>
                  <a:pt x="233" y="13106"/>
                </a:lnTo>
                <a:lnTo>
                  <a:pt x="388" y="13313"/>
                </a:lnTo>
                <a:lnTo>
                  <a:pt x="569" y="13442"/>
                </a:lnTo>
                <a:lnTo>
                  <a:pt x="776" y="13571"/>
                </a:lnTo>
                <a:lnTo>
                  <a:pt x="1008" y="13649"/>
                </a:lnTo>
                <a:lnTo>
                  <a:pt x="1267" y="13675"/>
                </a:lnTo>
                <a:lnTo>
                  <a:pt x="2223" y="13675"/>
                </a:lnTo>
                <a:lnTo>
                  <a:pt x="2249" y="13908"/>
                </a:lnTo>
                <a:lnTo>
                  <a:pt x="2275" y="14037"/>
                </a:lnTo>
                <a:lnTo>
                  <a:pt x="2378" y="14166"/>
                </a:lnTo>
                <a:lnTo>
                  <a:pt x="2508" y="14244"/>
                </a:lnTo>
                <a:lnTo>
                  <a:pt x="2663" y="14295"/>
                </a:lnTo>
                <a:lnTo>
                  <a:pt x="8246" y="14295"/>
                </a:lnTo>
                <a:lnTo>
                  <a:pt x="8401" y="14244"/>
                </a:lnTo>
                <a:lnTo>
                  <a:pt x="8531" y="14166"/>
                </a:lnTo>
                <a:lnTo>
                  <a:pt x="8634" y="14037"/>
                </a:lnTo>
                <a:lnTo>
                  <a:pt x="8660" y="13908"/>
                </a:lnTo>
                <a:lnTo>
                  <a:pt x="8686" y="13675"/>
                </a:lnTo>
                <a:lnTo>
                  <a:pt x="9642" y="13675"/>
                </a:lnTo>
                <a:lnTo>
                  <a:pt x="9901" y="13649"/>
                </a:lnTo>
                <a:lnTo>
                  <a:pt x="10133" y="13571"/>
                </a:lnTo>
                <a:lnTo>
                  <a:pt x="10340" y="13442"/>
                </a:lnTo>
                <a:lnTo>
                  <a:pt x="10521" y="13313"/>
                </a:lnTo>
                <a:lnTo>
                  <a:pt x="10676" y="13106"/>
                </a:lnTo>
                <a:lnTo>
                  <a:pt x="10805" y="12899"/>
                </a:lnTo>
                <a:lnTo>
                  <a:pt x="10883" y="12667"/>
                </a:lnTo>
                <a:lnTo>
                  <a:pt x="10909" y="12408"/>
                </a:lnTo>
                <a:lnTo>
                  <a:pt x="10909" y="10185"/>
                </a:lnTo>
                <a:lnTo>
                  <a:pt x="10883" y="9901"/>
                </a:lnTo>
                <a:lnTo>
                  <a:pt x="10857" y="9616"/>
                </a:lnTo>
                <a:lnTo>
                  <a:pt x="10780" y="9358"/>
                </a:lnTo>
                <a:lnTo>
                  <a:pt x="10702" y="9099"/>
                </a:lnTo>
                <a:lnTo>
                  <a:pt x="10599" y="8867"/>
                </a:lnTo>
                <a:lnTo>
                  <a:pt x="10469" y="8634"/>
                </a:lnTo>
                <a:lnTo>
                  <a:pt x="10314" y="8401"/>
                </a:lnTo>
                <a:lnTo>
                  <a:pt x="10133" y="8221"/>
                </a:lnTo>
                <a:lnTo>
                  <a:pt x="9952" y="8014"/>
                </a:lnTo>
                <a:lnTo>
                  <a:pt x="9746" y="7859"/>
                </a:lnTo>
                <a:lnTo>
                  <a:pt x="9539" y="7703"/>
                </a:lnTo>
                <a:lnTo>
                  <a:pt x="9306" y="7574"/>
                </a:lnTo>
                <a:lnTo>
                  <a:pt x="9074" y="7471"/>
                </a:lnTo>
                <a:lnTo>
                  <a:pt x="8815" y="7367"/>
                </a:lnTo>
                <a:lnTo>
                  <a:pt x="8557" y="7316"/>
                </a:lnTo>
                <a:lnTo>
                  <a:pt x="8272" y="7264"/>
                </a:lnTo>
                <a:lnTo>
                  <a:pt x="8479" y="6876"/>
                </a:lnTo>
                <a:lnTo>
                  <a:pt x="8686" y="6463"/>
                </a:lnTo>
                <a:lnTo>
                  <a:pt x="8841" y="6023"/>
                </a:lnTo>
                <a:lnTo>
                  <a:pt x="8970" y="5584"/>
                </a:lnTo>
                <a:lnTo>
                  <a:pt x="9074" y="5144"/>
                </a:lnTo>
                <a:lnTo>
                  <a:pt x="9151" y="4679"/>
                </a:lnTo>
                <a:lnTo>
                  <a:pt x="9203" y="4214"/>
                </a:lnTo>
                <a:lnTo>
                  <a:pt x="9229" y="3748"/>
                </a:lnTo>
                <a:lnTo>
                  <a:pt x="9203" y="3335"/>
                </a:lnTo>
                <a:lnTo>
                  <a:pt x="9151" y="2921"/>
                </a:lnTo>
                <a:lnTo>
                  <a:pt x="9074" y="2533"/>
                </a:lnTo>
                <a:lnTo>
                  <a:pt x="8944" y="2172"/>
                </a:lnTo>
                <a:lnTo>
                  <a:pt x="8789" y="1810"/>
                </a:lnTo>
                <a:lnTo>
                  <a:pt x="8582" y="1499"/>
                </a:lnTo>
                <a:lnTo>
                  <a:pt x="8376" y="1215"/>
                </a:lnTo>
                <a:lnTo>
                  <a:pt x="8117" y="931"/>
                </a:lnTo>
                <a:lnTo>
                  <a:pt x="7833" y="724"/>
                </a:lnTo>
                <a:lnTo>
                  <a:pt x="7548" y="517"/>
                </a:lnTo>
                <a:lnTo>
                  <a:pt x="7264" y="362"/>
                </a:lnTo>
                <a:lnTo>
                  <a:pt x="6928" y="233"/>
                </a:lnTo>
                <a:lnTo>
                  <a:pt x="6592" y="129"/>
                </a:lnTo>
                <a:lnTo>
                  <a:pt x="6230" y="52"/>
                </a:lnTo>
                <a:lnTo>
                  <a:pt x="58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 name="Google Shape;852;p59"/>
          <p:cNvGrpSpPr/>
          <p:nvPr/>
        </p:nvGrpSpPr>
        <p:grpSpPr>
          <a:xfrm>
            <a:off x="3166528" y="2023581"/>
            <a:ext cx="383454" cy="336998"/>
            <a:chOff x="2500025" y="1983100"/>
            <a:chExt cx="357400" cy="314100"/>
          </a:xfrm>
        </p:grpSpPr>
        <p:sp>
          <p:nvSpPr>
            <p:cNvPr id="853" name="Google Shape;853;p59"/>
            <p:cNvSpPr/>
            <p:nvPr/>
          </p:nvSpPr>
          <p:spPr>
            <a:xfrm>
              <a:off x="2500025" y="1983100"/>
              <a:ext cx="357400" cy="314100"/>
            </a:xfrm>
            <a:custGeom>
              <a:avLst/>
              <a:gdLst/>
              <a:ahLst/>
              <a:cxnLst/>
              <a:rect l="l" t="t" r="r" b="b"/>
              <a:pathLst>
                <a:path w="14296" h="12564" extrusionOk="0">
                  <a:moveTo>
                    <a:pt x="12486" y="827"/>
                  </a:moveTo>
                  <a:lnTo>
                    <a:pt x="12564" y="853"/>
                  </a:lnTo>
                  <a:lnTo>
                    <a:pt x="12641" y="879"/>
                  </a:lnTo>
                  <a:lnTo>
                    <a:pt x="12719" y="905"/>
                  </a:lnTo>
                  <a:lnTo>
                    <a:pt x="12796" y="957"/>
                  </a:lnTo>
                  <a:lnTo>
                    <a:pt x="12848" y="1034"/>
                  </a:lnTo>
                  <a:lnTo>
                    <a:pt x="12874" y="1086"/>
                  </a:lnTo>
                  <a:lnTo>
                    <a:pt x="12900" y="1163"/>
                  </a:lnTo>
                  <a:lnTo>
                    <a:pt x="12900" y="1267"/>
                  </a:lnTo>
                  <a:lnTo>
                    <a:pt x="12900" y="9487"/>
                  </a:lnTo>
                  <a:lnTo>
                    <a:pt x="9384" y="9487"/>
                  </a:lnTo>
                  <a:lnTo>
                    <a:pt x="9306" y="9513"/>
                  </a:lnTo>
                  <a:lnTo>
                    <a:pt x="9229" y="9513"/>
                  </a:lnTo>
                  <a:lnTo>
                    <a:pt x="9151" y="9565"/>
                  </a:lnTo>
                  <a:lnTo>
                    <a:pt x="9100" y="9616"/>
                  </a:lnTo>
                  <a:lnTo>
                    <a:pt x="8660" y="10056"/>
                  </a:lnTo>
                  <a:lnTo>
                    <a:pt x="5662" y="10056"/>
                  </a:lnTo>
                  <a:lnTo>
                    <a:pt x="5222" y="9616"/>
                  </a:lnTo>
                  <a:lnTo>
                    <a:pt x="5145" y="9565"/>
                  </a:lnTo>
                  <a:lnTo>
                    <a:pt x="5093" y="9513"/>
                  </a:lnTo>
                  <a:lnTo>
                    <a:pt x="5015" y="9513"/>
                  </a:lnTo>
                  <a:lnTo>
                    <a:pt x="4912" y="9487"/>
                  </a:lnTo>
                  <a:lnTo>
                    <a:pt x="1396" y="9487"/>
                  </a:lnTo>
                  <a:lnTo>
                    <a:pt x="1396" y="1267"/>
                  </a:lnTo>
                  <a:lnTo>
                    <a:pt x="1422" y="1163"/>
                  </a:lnTo>
                  <a:lnTo>
                    <a:pt x="1448" y="1086"/>
                  </a:lnTo>
                  <a:lnTo>
                    <a:pt x="1474" y="1034"/>
                  </a:lnTo>
                  <a:lnTo>
                    <a:pt x="1525" y="957"/>
                  </a:lnTo>
                  <a:lnTo>
                    <a:pt x="1603" y="905"/>
                  </a:lnTo>
                  <a:lnTo>
                    <a:pt x="1655" y="879"/>
                  </a:lnTo>
                  <a:lnTo>
                    <a:pt x="1732" y="853"/>
                  </a:lnTo>
                  <a:lnTo>
                    <a:pt x="1836" y="827"/>
                  </a:lnTo>
                  <a:close/>
                  <a:moveTo>
                    <a:pt x="13468" y="10340"/>
                  </a:moveTo>
                  <a:lnTo>
                    <a:pt x="13468" y="10470"/>
                  </a:lnTo>
                  <a:lnTo>
                    <a:pt x="13442" y="10728"/>
                  </a:lnTo>
                  <a:lnTo>
                    <a:pt x="13365" y="10961"/>
                  </a:lnTo>
                  <a:lnTo>
                    <a:pt x="13262" y="11167"/>
                  </a:lnTo>
                  <a:lnTo>
                    <a:pt x="13106" y="11348"/>
                  </a:lnTo>
                  <a:lnTo>
                    <a:pt x="12925" y="11504"/>
                  </a:lnTo>
                  <a:lnTo>
                    <a:pt x="12693" y="11633"/>
                  </a:lnTo>
                  <a:lnTo>
                    <a:pt x="12460" y="11710"/>
                  </a:lnTo>
                  <a:lnTo>
                    <a:pt x="12202" y="11736"/>
                  </a:lnTo>
                  <a:lnTo>
                    <a:pt x="2094" y="11736"/>
                  </a:lnTo>
                  <a:lnTo>
                    <a:pt x="1862" y="11710"/>
                  </a:lnTo>
                  <a:lnTo>
                    <a:pt x="1603" y="11633"/>
                  </a:lnTo>
                  <a:lnTo>
                    <a:pt x="1396" y="11504"/>
                  </a:lnTo>
                  <a:lnTo>
                    <a:pt x="1215" y="11348"/>
                  </a:lnTo>
                  <a:lnTo>
                    <a:pt x="1060" y="11167"/>
                  </a:lnTo>
                  <a:lnTo>
                    <a:pt x="957" y="10961"/>
                  </a:lnTo>
                  <a:lnTo>
                    <a:pt x="879" y="10728"/>
                  </a:lnTo>
                  <a:lnTo>
                    <a:pt x="853" y="10470"/>
                  </a:lnTo>
                  <a:lnTo>
                    <a:pt x="853" y="10340"/>
                  </a:lnTo>
                  <a:lnTo>
                    <a:pt x="4757" y="10340"/>
                  </a:lnTo>
                  <a:lnTo>
                    <a:pt x="5196" y="10754"/>
                  </a:lnTo>
                  <a:lnTo>
                    <a:pt x="5248" y="10831"/>
                  </a:lnTo>
                  <a:lnTo>
                    <a:pt x="5325" y="10857"/>
                  </a:lnTo>
                  <a:lnTo>
                    <a:pt x="5403" y="10883"/>
                  </a:lnTo>
                  <a:lnTo>
                    <a:pt x="8919" y="10883"/>
                  </a:lnTo>
                  <a:lnTo>
                    <a:pt x="8996" y="10857"/>
                  </a:lnTo>
                  <a:lnTo>
                    <a:pt x="9074" y="10831"/>
                  </a:lnTo>
                  <a:lnTo>
                    <a:pt x="9125" y="10754"/>
                  </a:lnTo>
                  <a:lnTo>
                    <a:pt x="9565" y="10340"/>
                  </a:lnTo>
                  <a:close/>
                  <a:moveTo>
                    <a:pt x="1836" y="0"/>
                  </a:moveTo>
                  <a:lnTo>
                    <a:pt x="1577" y="26"/>
                  </a:lnTo>
                  <a:lnTo>
                    <a:pt x="1345" y="104"/>
                  </a:lnTo>
                  <a:lnTo>
                    <a:pt x="1112" y="207"/>
                  </a:lnTo>
                  <a:lnTo>
                    <a:pt x="931" y="362"/>
                  </a:lnTo>
                  <a:lnTo>
                    <a:pt x="776" y="543"/>
                  </a:lnTo>
                  <a:lnTo>
                    <a:pt x="672" y="776"/>
                  </a:lnTo>
                  <a:lnTo>
                    <a:pt x="595" y="1008"/>
                  </a:lnTo>
                  <a:lnTo>
                    <a:pt x="569" y="1267"/>
                  </a:lnTo>
                  <a:lnTo>
                    <a:pt x="569" y="9487"/>
                  </a:lnTo>
                  <a:lnTo>
                    <a:pt x="440" y="9487"/>
                  </a:lnTo>
                  <a:lnTo>
                    <a:pt x="336" y="9513"/>
                  </a:lnTo>
                  <a:lnTo>
                    <a:pt x="259" y="9539"/>
                  </a:lnTo>
                  <a:lnTo>
                    <a:pt x="207" y="9565"/>
                  </a:lnTo>
                  <a:lnTo>
                    <a:pt x="130" y="9616"/>
                  </a:lnTo>
                  <a:lnTo>
                    <a:pt x="78" y="9668"/>
                  </a:lnTo>
                  <a:lnTo>
                    <a:pt x="52" y="9746"/>
                  </a:lnTo>
                  <a:lnTo>
                    <a:pt x="26" y="9823"/>
                  </a:lnTo>
                  <a:lnTo>
                    <a:pt x="0" y="9901"/>
                  </a:lnTo>
                  <a:lnTo>
                    <a:pt x="0" y="10470"/>
                  </a:lnTo>
                  <a:lnTo>
                    <a:pt x="26" y="10676"/>
                  </a:lnTo>
                  <a:lnTo>
                    <a:pt x="52" y="10883"/>
                  </a:lnTo>
                  <a:lnTo>
                    <a:pt x="104" y="11090"/>
                  </a:lnTo>
                  <a:lnTo>
                    <a:pt x="181" y="11297"/>
                  </a:lnTo>
                  <a:lnTo>
                    <a:pt x="259" y="11478"/>
                  </a:lnTo>
                  <a:lnTo>
                    <a:pt x="362" y="11633"/>
                  </a:lnTo>
                  <a:lnTo>
                    <a:pt x="491" y="11814"/>
                  </a:lnTo>
                  <a:lnTo>
                    <a:pt x="621" y="11943"/>
                  </a:lnTo>
                  <a:lnTo>
                    <a:pt x="776" y="12098"/>
                  </a:lnTo>
                  <a:lnTo>
                    <a:pt x="931" y="12201"/>
                  </a:lnTo>
                  <a:lnTo>
                    <a:pt x="1112" y="12305"/>
                  </a:lnTo>
                  <a:lnTo>
                    <a:pt x="1293" y="12408"/>
                  </a:lnTo>
                  <a:lnTo>
                    <a:pt x="1474" y="12460"/>
                  </a:lnTo>
                  <a:lnTo>
                    <a:pt x="1681" y="12512"/>
                  </a:lnTo>
                  <a:lnTo>
                    <a:pt x="1887" y="12563"/>
                  </a:lnTo>
                  <a:lnTo>
                    <a:pt x="12434" y="12563"/>
                  </a:lnTo>
                  <a:lnTo>
                    <a:pt x="12641" y="12512"/>
                  </a:lnTo>
                  <a:lnTo>
                    <a:pt x="12822" y="12460"/>
                  </a:lnTo>
                  <a:lnTo>
                    <a:pt x="13029" y="12408"/>
                  </a:lnTo>
                  <a:lnTo>
                    <a:pt x="13210" y="12305"/>
                  </a:lnTo>
                  <a:lnTo>
                    <a:pt x="13391" y="12201"/>
                  </a:lnTo>
                  <a:lnTo>
                    <a:pt x="13546" y="12098"/>
                  </a:lnTo>
                  <a:lnTo>
                    <a:pt x="13701" y="11943"/>
                  </a:lnTo>
                  <a:lnTo>
                    <a:pt x="13830" y="11814"/>
                  </a:lnTo>
                  <a:lnTo>
                    <a:pt x="13960" y="11633"/>
                  </a:lnTo>
                  <a:lnTo>
                    <a:pt x="14063" y="11478"/>
                  </a:lnTo>
                  <a:lnTo>
                    <a:pt x="14140" y="11297"/>
                  </a:lnTo>
                  <a:lnTo>
                    <a:pt x="14218" y="11090"/>
                  </a:lnTo>
                  <a:lnTo>
                    <a:pt x="14270" y="10883"/>
                  </a:lnTo>
                  <a:lnTo>
                    <a:pt x="14296" y="10676"/>
                  </a:lnTo>
                  <a:lnTo>
                    <a:pt x="14296" y="10470"/>
                  </a:lnTo>
                  <a:lnTo>
                    <a:pt x="14296" y="9901"/>
                  </a:lnTo>
                  <a:lnTo>
                    <a:pt x="14296" y="9823"/>
                  </a:lnTo>
                  <a:lnTo>
                    <a:pt x="14270" y="9746"/>
                  </a:lnTo>
                  <a:lnTo>
                    <a:pt x="14244" y="9668"/>
                  </a:lnTo>
                  <a:lnTo>
                    <a:pt x="14192" y="9616"/>
                  </a:lnTo>
                  <a:lnTo>
                    <a:pt x="14115" y="9565"/>
                  </a:lnTo>
                  <a:lnTo>
                    <a:pt x="14037" y="9539"/>
                  </a:lnTo>
                  <a:lnTo>
                    <a:pt x="13960" y="9513"/>
                  </a:lnTo>
                  <a:lnTo>
                    <a:pt x="13882" y="9487"/>
                  </a:lnTo>
                  <a:lnTo>
                    <a:pt x="13753" y="9487"/>
                  </a:lnTo>
                  <a:lnTo>
                    <a:pt x="13753" y="1267"/>
                  </a:lnTo>
                  <a:lnTo>
                    <a:pt x="13727" y="1008"/>
                  </a:lnTo>
                  <a:lnTo>
                    <a:pt x="13649" y="776"/>
                  </a:lnTo>
                  <a:lnTo>
                    <a:pt x="13520" y="543"/>
                  </a:lnTo>
                  <a:lnTo>
                    <a:pt x="13391" y="362"/>
                  </a:lnTo>
                  <a:lnTo>
                    <a:pt x="13184" y="207"/>
                  </a:lnTo>
                  <a:lnTo>
                    <a:pt x="12977" y="104"/>
                  </a:lnTo>
                  <a:lnTo>
                    <a:pt x="12745" y="26"/>
                  </a:lnTo>
                  <a:lnTo>
                    <a:pt x="124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9"/>
            <p:cNvSpPr/>
            <p:nvPr/>
          </p:nvSpPr>
          <p:spPr>
            <a:xfrm>
              <a:off x="2612475" y="2018000"/>
              <a:ext cx="132500" cy="188725"/>
            </a:xfrm>
            <a:custGeom>
              <a:avLst/>
              <a:gdLst/>
              <a:ahLst/>
              <a:cxnLst/>
              <a:rect l="l" t="t" r="r" b="b"/>
              <a:pathLst>
                <a:path w="5300" h="7549" extrusionOk="0">
                  <a:moveTo>
                    <a:pt x="2663" y="827"/>
                  </a:moveTo>
                  <a:lnTo>
                    <a:pt x="2921" y="853"/>
                  </a:lnTo>
                  <a:lnTo>
                    <a:pt x="3154" y="931"/>
                  </a:lnTo>
                  <a:lnTo>
                    <a:pt x="3361" y="1060"/>
                  </a:lnTo>
                  <a:lnTo>
                    <a:pt x="3542" y="1215"/>
                  </a:lnTo>
                  <a:lnTo>
                    <a:pt x="3697" y="1396"/>
                  </a:lnTo>
                  <a:lnTo>
                    <a:pt x="3826" y="1603"/>
                  </a:lnTo>
                  <a:lnTo>
                    <a:pt x="3878" y="1835"/>
                  </a:lnTo>
                  <a:lnTo>
                    <a:pt x="3904" y="2094"/>
                  </a:lnTo>
                  <a:lnTo>
                    <a:pt x="3904" y="2792"/>
                  </a:lnTo>
                  <a:lnTo>
                    <a:pt x="1396" y="2792"/>
                  </a:lnTo>
                  <a:lnTo>
                    <a:pt x="1396" y="2094"/>
                  </a:lnTo>
                  <a:lnTo>
                    <a:pt x="1422" y="1835"/>
                  </a:lnTo>
                  <a:lnTo>
                    <a:pt x="1500" y="1603"/>
                  </a:lnTo>
                  <a:lnTo>
                    <a:pt x="1629" y="1396"/>
                  </a:lnTo>
                  <a:lnTo>
                    <a:pt x="1784" y="1215"/>
                  </a:lnTo>
                  <a:lnTo>
                    <a:pt x="1965" y="1060"/>
                  </a:lnTo>
                  <a:lnTo>
                    <a:pt x="2172" y="931"/>
                  </a:lnTo>
                  <a:lnTo>
                    <a:pt x="2404" y="853"/>
                  </a:lnTo>
                  <a:lnTo>
                    <a:pt x="2663" y="827"/>
                  </a:lnTo>
                  <a:close/>
                  <a:moveTo>
                    <a:pt x="4343" y="3619"/>
                  </a:moveTo>
                  <a:lnTo>
                    <a:pt x="4395" y="3645"/>
                  </a:lnTo>
                  <a:lnTo>
                    <a:pt x="4421" y="3671"/>
                  </a:lnTo>
                  <a:lnTo>
                    <a:pt x="4472" y="3723"/>
                  </a:lnTo>
                  <a:lnTo>
                    <a:pt x="4472" y="3774"/>
                  </a:lnTo>
                  <a:lnTo>
                    <a:pt x="4472" y="6566"/>
                  </a:lnTo>
                  <a:lnTo>
                    <a:pt x="4472" y="6618"/>
                  </a:lnTo>
                  <a:lnTo>
                    <a:pt x="4421" y="6669"/>
                  </a:lnTo>
                  <a:lnTo>
                    <a:pt x="4395" y="6695"/>
                  </a:lnTo>
                  <a:lnTo>
                    <a:pt x="931" y="6695"/>
                  </a:lnTo>
                  <a:lnTo>
                    <a:pt x="879" y="6669"/>
                  </a:lnTo>
                  <a:lnTo>
                    <a:pt x="853" y="6618"/>
                  </a:lnTo>
                  <a:lnTo>
                    <a:pt x="853" y="6566"/>
                  </a:lnTo>
                  <a:lnTo>
                    <a:pt x="853" y="3774"/>
                  </a:lnTo>
                  <a:lnTo>
                    <a:pt x="853" y="3723"/>
                  </a:lnTo>
                  <a:lnTo>
                    <a:pt x="879" y="3671"/>
                  </a:lnTo>
                  <a:lnTo>
                    <a:pt x="931" y="3645"/>
                  </a:lnTo>
                  <a:lnTo>
                    <a:pt x="983" y="3619"/>
                  </a:lnTo>
                  <a:close/>
                  <a:moveTo>
                    <a:pt x="2456" y="0"/>
                  </a:moveTo>
                  <a:lnTo>
                    <a:pt x="2249" y="52"/>
                  </a:lnTo>
                  <a:lnTo>
                    <a:pt x="2042" y="104"/>
                  </a:lnTo>
                  <a:lnTo>
                    <a:pt x="1836" y="155"/>
                  </a:lnTo>
                  <a:lnTo>
                    <a:pt x="1655" y="259"/>
                  </a:lnTo>
                  <a:lnTo>
                    <a:pt x="1500" y="362"/>
                  </a:lnTo>
                  <a:lnTo>
                    <a:pt x="1319" y="491"/>
                  </a:lnTo>
                  <a:lnTo>
                    <a:pt x="1189" y="621"/>
                  </a:lnTo>
                  <a:lnTo>
                    <a:pt x="1034" y="776"/>
                  </a:lnTo>
                  <a:lnTo>
                    <a:pt x="931" y="931"/>
                  </a:lnTo>
                  <a:lnTo>
                    <a:pt x="827" y="1086"/>
                  </a:lnTo>
                  <a:lnTo>
                    <a:pt x="724" y="1293"/>
                  </a:lnTo>
                  <a:lnTo>
                    <a:pt x="672" y="1474"/>
                  </a:lnTo>
                  <a:lnTo>
                    <a:pt x="621" y="1680"/>
                  </a:lnTo>
                  <a:lnTo>
                    <a:pt x="569" y="1887"/>
                  </a:lnTo>
                  <a:lnTo>
                    <a:pt x="569" y="2094"/>
                  </a:lnTo>
                  <a:lnTo>
                    <a:pt x="569" y="2895"/>
                  </a:lnTo>
                  <a:lnTo>
                    <a:pt x="440" y="2947"/>
                  </a:lnTo>
                  <a:lnTo>
                    <a:pt x="336" y="3025"/>
                  </a:lnTo>
                  <a:lnTo>
                    <a:pt x="233" y="3128"/>
                  </a:lnTo>
                  <a:lnTo>
                    <a:pt x="155" y="3231"/>
                  </a:lnTo>
                  <a:lnTo>
                    <a:pt x="104" y="3361"/>
                  </a:lnTo>
                  <a:lnTo>
                    <a:pt x="52" y="3490"/>
                  </a:lnTo>
                  <a:lnTo>
                    <a:pt x="26" y="3619"/>
                  </a:lnTo>
                  <a:lnTo>
                    <a:pt x="0" y="3774"/>
                  </a:lnTo>
                  <a:lnTo>
                    <a:pt x="0" y="6566"/>
                  </a:lnTo>
                  <a:lnTo>
                    <a:pt x="26" y="6747"/>
                  </a:lnTo>
                  <a:lnTo>
                    <a:pt x="78" y="6954"/>
                  </a:lnTo>
                  <a:lnTo>
                    <a:pt x="181" y="7109"/>
                  </a:lnTo>
                  <a:lnTo>
                    <a:pt x="285" y="7264"/>
                  </a:lnTo>
                  <a:lnTo>
                    <a:pt x="440" y="7367"/>
                  </a:lnTo>
                  <a:lnTo>
                    <a:pt x="595" y="7471"/>
                  </a:lnTo>
                  <a:lnTo>
                    <a:pt x="776" y="7523"/>
                  </a:lnTo>
                  <a:lnTo>
                    <a:pt x="983" y="7548"/>
                  </a:lnTo>
                  <a:lnTo>
                    <a:pt x="4343" y="7548"/>
                  </a:lnTo>
                  <a:lnTo>
                    <a:pt x="4524" y="7523"/>
                  </a:lnTo>
                  <a:lnTo>
                    <a:pt x="4705" y="7471"/>
                  </a:lnTo>
                  <a:lnTo>
                    <a:pt x="4886" y="7367"/>
                  </a:lnTo>
                  <a:lnTo>
                    <a:pt x="5015" y="7264"/>
                  </a:lnTo>
                  <a:lnTo>
                    <a:pt x="5144" y="7109"/>
                  </a:lnTo>
                  <a:lnTo>
                    <a:pt x="5222" y="6954"/>
                  </a:lnTo>
                  <a:lnTo>
                    <a:pt x="5300" y="6747"/>
                  </a:lnTo>
                  <a:lnTo>
                    <a:pt x="5300" y="6566"/>
                  </a:lnTo>
                  <a:lnTo>
                    <a:pt x="5300" y="3774"/>
                  </a:lnTo>
                  <a:lnTo>
                    <a:pt x="5300" y="3619"/>
                  </a:lnTo>
                  <a:lnTo>
                    <a:pt x="5274" y="3490"/>
                  </a:lnTo>
                  <a:lnTo>
                    <a:pt x="5222" y="3361"/>
                  </a:lnTo>
                  <a:lnTo>
                    <a:pt x="5144" y="3231"/>
                  </a:lnTo>
                  <a:lnTo>
                    <a:pt x="5067" y="3128"/>
                  </a:lnTo>
                  <a:lnTo>
                    <a:pt x="4989" y="3025"/>
                  </a:lnTo>
                  <a:lnTo>
                    <a:pt x="4860" y="2947"/>
                  </a:lnTo>
                  <a:lnTo>
                    <a:pt x="4757" y="2895"/>
                  </a:lnTo>
                  <a:lnTo>
                    <a:pt x="4757" y="2094"/>
                  </a:lnTo>
                  <a:lnTo>
                    <a:pt x="4731" y="1887"/>
                  </a:lnTo>
                  <a:lnTo>
                    <a:pt x="4705" y="1680"/>
                  </a:lnTo>
                  <a:lnTo>
                    <a:pt x="4653" y="1474"/>
                  </a:lnTo>
                  <a:lnTo>
                    <a:pt x="4576" y="1293"/>
                  </a:lnTo>
                  <a:lnTo>
                    <a:pt x="4498" y="1086"/>
                  </a:lnTo>
                  <a:lnTo>
                    <a:pt x="4395" y="931"/>
                  </a:lnTo>
                  <a:lnTo>
                    <a:pt x="4266" y="776"/>
                  </a:lnTo>
                  <a:lnTo>
                    <a:pt x="4136" y="621"/>
                  </a:lnTo>
                  <a:lnTo>
                    <a:pt x="3981" y="491"/>
                  </a:lnTo>
                  <a:lnTo>
                    <a:pt x="3826" y="362"/>
                  </a:lnTo>
                  <a:lnTo>
                    <a:pt x="3645" y="259"/>
                  </a:lnTo>
                  <a:lnTo>
                    <a:pt x="3464" y="155"/>
                  </a:lnTo>
                  <a:lnTo>
                    <a:pt x="3283" y="104"/>
                  </a:lnTo>
                  <a:lnTo>
                    <a:pt x="3076" y="52"/>
                  </a:lnTo>
                  <a:lnTo>
                    <a:pt x="28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9"/>
            <p:cNvSpPr/>
            <p:nvPr/>
          </p:nvSpPr>
          <p:spPr>
            <a:xfrm>
              <a:off x="2646075" y="2122025"/>
              <a:ext cx="65300" cy="50450"/>
            </a:xfrm>
            <a:custGeom>
              <a:avLst/>
              <a:gdLst/>
              <a:ahLst/>
              <a:cxnLst/>
              <a:rect l="l" t="t" r="r" b="b"/>
              <a:pathLst>
                <a:path w="2612" h="2018" extrusionOk="0">
                  <a:moveTo>
                    <a:pt x="2120" y="1"/>
                  </a:moveTo>
                  <a:lnTo>
                    <a:pt x="2043" y="27"/>
                  </a:lnTo>
                  <a:lnTo>
                    <a:pt x="1965" y="53"/>
                  </a:lnTo>
                  <a:lnTo>
                    <a:pt x="1913" y="104"/>
                  </a:lnTo>
                  <a:lnTo>
                    <a:pt x="1009" y="1009"/>
                  </a:lnTo>
                  <a:lnTo>
                    <a:pt x="724" y="699"/>
                  </a:lnTo>
                  <a:lnTo>
                    <a:pt x="647" y="647"/>
                  </a:lnTo>
                  <a:lnTo>
                    <a:pt x="595" y="621"/>
                  </a:lnTo>
                  <a:lnTo>
                    <a:pt x="517" y="596"/>
                  </a:lnTo>
                  <a:lnTo>
                    <a:pt x="337" y="596"/>
                  </a:lnTo>
                  <a:lnTo>
                    <a:pt x="259" y="621"/>
                  </a:lnTo>
                  <a:lnTo>
                    <a:pt x="207" y="647"/>
                  </a:lnTo>
                  <a:lnTo>
                    <a:pt x="130" y="699"/>
                  </a:lnTo>
                  <a:lnTo>
                    <a:pt x="78" y="776"/>
                  </a:lnTo>
                  <a:lnTo>
                    <a:pt x="26" y="854"/>
                  </a:lnTo>
                  <a:lnTo>
                    <a:pt x="26" y="932"/>
                  </a:lnTo>
                  <a:lnTo>
                    <a:pt x="0" y="1009"/>
                  </a:lnTo>
                  <a:lnTo>
                    <a:pt x="26" y="1087"/>
                  </a:lnTo>
                  <a:lnTo>
                    <a:pt x="26" y="1164"/>
                  </a:lnTo>
                  <a:lnTo>
                    <a:pt x="78" y="1242"/>
                  </a:lnTo>
                  <a:lnTo>
                    <a:pt x="130" y="1293"/>
                  </a:lnTo>
                  <a:lnTo>
                    <a:pt x="724" y="1888"/>
                  </a:lnTo>
                  <a:lnTo>
                    <a:pt x="776" y="1940"/>
                  </a:lnTo>
                  <a:lnTo>
                    <a:pt x="854" y="1991"/>
                  </a:lnTo>
                  <a:lnTo>
                    <a:pt x="931" y="2017"/>
                  </a:lnTo>
                  <a:lnTo>
                    <a:pt x="1112" y="2017"/>
                  </a:lnTo>
                  <a:lnTo>
                    <a:pt x="1190" y="1991"/>
                  </a:lnTo>
                  <a:lnTo>
                    <a:pt x="1241" y="1940"/>
                  </a:lnTo>
                  <a:lnTo>
                    <a:pt x="1319" y="1888"/>
                  </a:lnTo>
                  <a:lnTo>
                    <a:pt x="2508" y="699"/>
                  </a:lnTo>
                  <a:lnTo>
                    <a:pt x="2560" y="647"/>
                  </a:lnTo>
                  <a:lnTo>
                    <a:pt x="2586" y="570"/>
                  </a:lnTo>
                  <a:lnTo>
                    <a:pt x="2611" y="492"/>
                  </a:lnTo>
                  <a:lnTo>
                    <a:pt x="2611" y="415"/>
                  </a:lnTo>
                  <a:lnTo>
                    <a:pt x="2611" y="337"/>
                  </a:lnTo>
                  <a:lnTo>
                    <a:pt x="2586" y="259"/>
                  </a:lnTo>
                  <a:lnTo>
                    <a:pt x="2560" y="182"/>
                  </a:lnTo>
                  <a:lnTo>
                    <a:pt x="2508" y="104"/>
                  </a:lnTo>
                  <a:lnTo>
                    <a:pt x="2430" y="53"/>
                  </a:lnTo>
                  <a:lnTo>
                    <a:pt x="2353" y="27"/>
                  </a:lnTo>
                  <a:lnTo>
                    <a:pt x="22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 name="Google Shape;856;p59"/>
          <p:cNvGrpSpPr/>
          <p:nvPr/>
        </p:nvGrpSpPr>
        <p:grpSpPr>
          <a:xfrm>
            <a:off x="3975682" y="2000701"/>
            <a:ext cx="383454" cy="383454"/>
            <a:chOff x="3254200" y="1961775"/>
            <a:chExt cx="357400" cy="357400"/>
          </a:xfrm>
        </p:grpSpPr>
        <p:sp>
          <p:nvSpPr>
            <p:cNvPr id="857" name="Google Shape;857;p59"/>
            <p:cNvSpPr/>
            <p:nvPr/>
          </p:nvSpPr>
          <p:spPr>
            <a:xfrm>
              <a:off x="3254200" y="1961775"/>
              <a:ext cx="357400" cy="357400"/>
            </a:xfrm>
            <a:custGeom>
              <a:avLst/>
              <a:gdLst/>
              <a:ahLst/>
              <a:cxnLst/>
              <a:rect l="l" t="t" r="r" b="b"/>
              <a:pathLst>
                <a:path w="14296" h="14296" extrusionOk="0">
                  <a:moveTo>
                    <a:pt x="13133" y="827"/>
                  </a:moveTo>
                  <a:lnTo>
                    <a:pt x="13210" y="853"/>
                  </a:lnTo>
                  <a:lnTo>
                    <a:pt x="13288" y="905"/>
                  </a:lnTo>
                  <a:lnTo>
                    <a:pt x="13339" y="957"/>
                  </a:lnTo>
                  <a:lnTo>
                    <a:pt x="13391" y="1008"/>
                  </a:lnTo>
                  <a:lnTo>
                    <a:pt x="13443" y="1086"/>
                  </a:lnTo>
                  <a:lnTo>
                    <a:pt x="13443" y="1163"/>
                  </a:lnTo>
                  <a:lnTo>
                    <a:pt x="13469" y="1241"/>
                  </a:lnTo>
                  <a:lnTo>
                    <a:pt x="13469" y="9487"/>
                  </a:lnTo>
                  <a:lnTo>
                    <a:pt x="854" y="9487"/>
                  </a:lnTo>
                  <a:lnTo>
                    <a:pt x="854" y="1241"/>
                  </a:lnTo>
                  <a:lnTo>
                    <a:pt x="854" y="1163"/>
                  </a:lnTo>
                  <a:lnTo>
                    <a:pt x="880" y="1086"/>
                  </a:lnTo>
                  <a:lnTo>
                    <a:pt x="905" y="1008"/>
                  </a:lnTo>
                  <a:lnTo>
                    <a:pt x="957" y="957"/>
                  </a:lnTo>
                  <a:lnTo>
                    <a:pt x="1035" y="905"/>
                  </a:lnTo>
                  <a:lnTo>
                    <a:pt x="1112" y="853"/>
                  </a:lnTo>
                  <a:lnTo>
                    <a:pt x="1190" y="827"/>
                  </a:lnTo>
                  <a:close/>
                  <a:moveTo>
                    <a:pt x="13469" y="10314"/>
                  </a:moveTo>
                  <a:lnTo>
                    <a:pt x="13469" y="10728"/>
                  </a:lnTo>
                  <a:lnTo>
                    <a:pt x="13443" y="10831"/>
                  </a:lnTo>
                  <a:lnTo>
                    <a:pt x="13443" y="10909"/>
                  </a:lnTo>
                  <a:lnTo>
                    <a:pt x="13391" y="10961"/>
                  </a:lnTo>
                  <a:lnTo>
                    <a:pt x="13339" y="11038"/>
                  </a:lnTo>
                  <a:lnTo>
                    <a:pt x="13288" y="11090"/>
                  </a:lnTo>
                  <a:lnTo>
                    <a:pt x="13210" y="11116"/>
                  </a:lnTo>
                  <a:lnTo>
                    <a:pt x="13133" y="11142"/>
                  </a:lnTo>
                  <a:lnTo>
                    <a:pt x="13055" y="11167"/>
                  </a:lnTo>
                  <a:lnTo>
                    <a:pt x="1267" y="11167"/>
                  </a:lnTo>
                  <a:lnTo>
                    <a:pt x="1190" y="11142"/>
                  </a:lnTo>
                  <a:lnTo>
                    <a:pt x="1112" y="11116"/>
                  </a:lnTo>
                  <a:lnTo>
                    <a:pt x="1035" y="11090"/>
                  </a:lnTo>
                  <a:lnTo>
                    <a:pt x="957" y="11038"/>
                  </a:lnTo>
                  <a:lnTo>
                    <a:pt x="905" y="10961"/>
                  </a:lnTo>
                  <a:lnTo>
                    <a:pt x="880" y="10909"/>
                  </a:lnTo>
                  <a:lnTo>
                    <a:pt x="854" y="10831"/>
                  </a:lnTo>
                  <a:lnTo>
                    <a:pt x="854" y="10728"/>
                  </a:lnTo>
                  <a:lnTo>
                    <a:pt x="854" y="10314"/>
                  </a:lnTo>
                  <a:close/>
                  <a:moveTo>
                    <a:pt x="8402" y="11995"/>
                  </a:moveTo>
                  <a:lnTo>
                    <a:pt x="8402" y="13442"/>
                  </a:lnTo>
                  <a:lnTo>
                    <a:pt x="5895" y="13442"/>
                  </a:lnTo>
                  <a:lnTo>
                    <a:pt x="5895" y="11995"/>
                  </a:lnTo>
                  <a:close/>
                  <a:moveTo>
                    <a:pt x="1267" y="0"/>
                  </a:moveTo>
                  <a:lnTo>
                    <a:pt x="1009" y="26"/>
                  </a:lnTo>
                  <a:lnTo>
                    <a:pt x="776" y="78"/>
                  </a:lnTo>
                  <a:lnTo>
                    <a:pt x="569" y="207"/>
                  </a:lnTo>
                  <a:lnTo>
                    <a:pt x="363" y="362"/>
                  </a:lnTo>
                  <a:lnTo>
                    <a:pt x="233" y="543"/>
                  </a:lnTo>
                  <a:lnTo>
                    <a:pt x="104" y="750"/>
                  </a:lnTo>
                  <a:lnTo>
                    <a:pt x="27" y="982"/>
                  </a:lnTo>
                  <a:lnTo>
                    <a:pt x="1" y="1241"/>
                  </a:lnTo>
                  <a:lnTo>
                    <a:pt x="1" y="10728"/>
                  </a:lnTo>
                  <a:lnTo>
                    <a:pt x="27" y="10986"/>
                  </a:lnTo>
                  <a:lnTo>
                    <a:pt x="104" y="11219"/>
                  </a:lnTo>
                  <a:lnTo>
                    <a:pt x="233" y="11452"/>
                  </a:lnTo>
                  <a:lnTo>
                    <a:pt x="363" y="11633"/>
                  </a:lnTo>
                  <a:lnTo>
                    <a:pt x="569" y="11788"/>
                  </a:lnTo>
                  <a:lnTo>
                    <a:pt x="776" y="11891"/>
                  </a:lnTo>
                  <a:lnTo>
                    <a:pt x="1009" y="11969"/>
                  </a:lnTo>
                  <a:lnTo>
                    <a:pt x="1267" y="11995"/>
                  </a:lnTo>
                  <a:lnTo>
                    <a:pt x="5067" y="11995"/>
                  </a:lnTo>
                  <a:lnTo>
                    <a:pt x="5067" y="13442"/>
                  </a:lnTo>
                  <a:lnTo>
                    <a:pt x="4266" y="13442"/>
                  </a:lnTo>
                  <a:lnTo>
                    <a:pt x="4188" y="13468"/>
                  </a:lnTo>
                  <a:lnTo>
                    <a:pt x="4137" y="13520"/>
                  </a:lnTo>
                  <a:lnTo>
                    <a:pt x="4059" y="13571"/>
                  </a:lnTo>
                  <a:lnTo>
                    <a:pt x="4007" y="13623"/>
                  </a:lnTo>
                  <a:lnTo>
                    <a:pt x="3982" y="13701"/>
                  </a:lnTo>
                  <a:lnTo>
                    <a:pt x="3956" y="13778"/>
                  </a:lnTo>
                  <a:lnTo>
                    <a:pt x="3930" y="13856"/>
                  </a:lnTo>
                  <a:lnTo>
                    <a:pt x="3956" y="13959"/>
                  </a:lnTo>
                  <a:lnTo>
                    <a:pt x="3982" y="14037"/>
                  </a:lnTo>
                  <a:lnTo>
                    <a:pt x="4007" y="14088"/>
                  </a:lnTo>
                  <a:lnTo>
                    <a:pt x="4059" y="14166"/>
                  </a:lnTo>
                  <a:lnTo>
                    <a:pt x="4137" y="14218"/>
                  </a:lnTo>
                  <a:lnTo>
                    <a:pt x="4188" y="14244"/>
                  </a:lnTo>
                  <a:lnTo>
                    <a:pt x="4266" y="14269"/>
                  </a:lnTo>
                  <a:lnTo>
                    <a:pt x="4369" y="14295"/>
                  </a:lnTo>
                  <a:lnTo>
                    <a:pt x="9953" y="14295"/>
                  </a:lnTo>
                  <a:lnTo>
                    <a:pt x="10031" y="14269"/>
                  </a:lnTo>
                  <a:lnTo>
                    <a:pt x="10108" y="14244"/>
                  </a:lnTo>
                  <a:lnTo>
                    <a:pt x="10186" y="14218"/>
                  </a:lnTo>
                  <a:lnTo>
                    <a:pt x="10237" y="14166"/>
                  </a:lnTo>
                  <a:lnTo>
                    <a:pt x="10289" y="14088"/>
                  </a:lnTo>
                  <a:lnTo>
                    <a:pt x="10341" y="14037"/>
                  </a:lnTo>
                  <a:lnTo>
                    <a:pt x="10367" y="13959"/>
                  </a:lnTo>
                  <a:lnTo>
                    <a:pt x="10367" y="13856"/>
                  </a:lnTo>
                  <a:lnTo>
                    <a:pt x="10367" y="13778"/>
                  </a:lnTo>
                  <a:lnTo>
                    <a:pt x="10341" y="13701"/>
                  </a:lnTo>
                  <a:lnTo>
                    <a:pt x="10289" y="13623"/>
                  </a:lnTo>
                  <a:lnTo>
                    <a:pt x="10237" y="13571"/>
                  </a:lnTo>
                  <a:lnTo>
                    <a:pt x="10186" y="13520"/>
                  </a:lnTo>
                  <a:lnTo>
                    <a:pt x="10108" y="13468"/>
                  </a:lnTo>
                  <a:lnTo>
                    <a:pt x="10031" y="13442"/>
                  </a:lnTo>
                  <a:lnTo>
                    <a:pt x="9255" y="13442"/>
                  </a:lnTo>
                  <a:lnTo>
                    <a:pt x="9255" y="11995"/>
                  </a:lnTo>
                  <a:lnTo>
                    <a:pt x="13055" y="11995"/>
                  </a:lnTo>
                  <a:lnTo>
                    <a:pt x="13288" y="11969"/>
                  </a:lnTo>
                  <a:lnTo>
                    <a:pt x="13520" y="11891"/>
                  </a:lnTo>
                  <a:lnTo>
                    <a:pt x="13753" y="11788"/>
                  </a:lnTo>
                  <a:lnTo>
                    <a:pt x="13934" y="11633"/>
                  </a:lnTo>
                  <a:lnTo>
                    <a:pt x="14089" y="11452"/>
                  </a:lnTo>
                  <a:lnTo>
                    <a:pt x="14193" y="11219"/>
                  </a:lnTo>
                  <a:lnTo>
                    <a:pt x="14270" y="10986"/>
                  </a:lnTo>
                  <a:lnTo>
                    <a:pt x="14296" y="10728"/>
                  </a:lnTo>
                  <a:lnTo>
                    <a:pt x="14296" y="1241"/>
                  </a:lnTo>
                  <a:lnTo>
                    <a:pt x="14270" y="982"/>
                  </a:lnTo>
                  <a:lnTo>
                    <a:pt x="14193" y="750"/>
                  </a:lnTo>
                  <a:lnTo>
                    <a:pt x="14089" y="543"/>
                  </a:lnTo>
                  <a:lnTo>
                    <a:pt x="13934" y="362"/>
                  </a:lnTo>
                  <a:lnTo>
                    <a:pt x="13753" y="207"/>
                  </a:lnTo>
                  <a:lnTo>
                    <a:pt x="13520" y="78"/>
                  </a:lnTo>
                  <a:lnTo>
                    <a:pt x="13288" y="26"/>
                  </a:lnTo>
                  <a:lnTo>
                    <a:pt x="130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9"/>
            <p:cNvSpPr/>
            <p:nvPr/>
          </p:nvSpPr>
          <p:spPr>
            <a:xfrm>
              <a:off x="3338875" y="1996675"/>
              <a:ext cx="188075" cy="188075"/>
            </a:xfrm>
            <a:custGeom>
              <a:avLst/>
              <a:gdLst/>
              <a:ahLst/>
              <a:cxnLst/>
              <a:rect l="l" t="t" r="r" b="b"/>
              <a:pathLst>
                <a:path w="7523" h="7523" extrusionOk="0">
                  <a:moveTo>
                    <a:pt x="3774" y="827"/>
                  </a:moveTo>
                  <a:lnTo>
                    <a:pt x="3955" y="853"/>
                  </a:lnTo>
                  <a:lnTo>
                    <a:pt x="4110" y="879"/>
                  </a:lnTo>
                  <a:lnTo>
                    <a:pt x="4265" y="957"/>
                  </a:lnTo>
                  <a:lnTo>
                    <a:pt x="4421" y="1060"/>
                  </a:lnTo>
                  <a:lnTo>
                    <a:pt x="4524" y="1189"/>
                  </a:lnTo>
                  <a:lnTo>
                    <a:pt x="4627" y="1344"/>
                  </a:lnTo>
                  <a:lnTo>
                    <a:pt x="4705" y="1499"/>
                  </a:lnTo>
                  <a:lnTo>
                    <a:pt x="4731" y="1654"/>
                  </a:lnTo>
                  <a:lnTo>
                    <a:pt x="2792" y="1654"/>
                  </a:lnTo>
                  <a:lnTo>
                    <a:pt x="2844" y="1499"/>
                  </a:lnTo>
                  <a:lnTo>
                    <a:pt x="2921" y="1344"/>
                  </a:lnTo>
                  <a:lnTo>
                    <a:pt x="2999" y="1189"/>
                  </a:lnTo>
                  <a:lnTo>
                    <a:pt x="3128" y="1060"/>
                  </a:lnTo>
                  <a:lnTo>
                    <a:pt x="3257" y="957"/>
                  </a:lnTo>
                  <a:lnTo>
                    <a:pt x="3412" y="879"/>
                  </a:lnTo>
                  <a:lnTo>
                    <a:pt x="3593" y="853"/>
                  </a:lnTo>
                  <a:lnTo>
                    <a:pt x="3774" y="827"/>
                  </a:lnTo>
                  <a:close/>
                  <a:moveTo>
                    <a:pt x="5222" y="2508"/>
                  </a:moveTo>
                  <a:lnTo>
                    <a:pt x="5274" y="2533"/>
                  </a:lnTo>
                  <a:lnTo>
                    <a:pt x="5299" y="2585"/>
                  </a:lnTo>
                  <a:lnTo>
                    <a:pt x="5299" y="2637"/>
                  </a:lnTo>
                  <a:lnTo>
                    <a:pt x="5299" y="5144"/>
                  </a:lnTo>
                  <a:lnTo>
                    <a:pt x="5299" y="5299"/>
                  </a:lnTo>
                  <a:lnTo>
                    <a:pt x="5274" y="5454"/>
                  </a:lnTo>
                  <a:lnTo>
                    <a:pt x="5170" y="5739"/>
                  </a:lnTo>
                  <a:lnTo>
                    <a:pt x="5041" y="6023"/>
                  </a:lnTo>
                  <a:lnTo>
                    <a:pt x="4860" y="6230"/>
                  </a:lnTo>
                  <a:lnTo>
                    <a:pt x="4627" y="6437"/>
                  </a:lnTo>
                  <a:lnTo>
                    <a:pt x="4369" y="6566"/>
                  </a:lnTo>
                  <a:lnTo>
                    <a:pt x="4084" y="6669"/>
                  </a:lnTo>
                  <a:lnTo>
                    <a:pt x="3929" y="6669"/>
                  </a:lnTo>
                  <a:lnTo>
                    <a:pt x="3774" y="6695"/>
                  </a:lnTo>
                  <a:lnTo>
                    <a:pt x="3619" y="6669"/>
                  </a:lnTo>
                  <a:lnTo>
                    <a:pt x="3464" y="6669"/>
                  </a:lnTo>
                  <a:lnTo>
                    <a:pt x="3180" y="6566"/>
                  </a:lnTo>
                  <a:lnTo>
                    <a:pt x="2921" y="6437"/>
                  </a:lnTo>
                  <a:lnTo>
                    <a:pt x="2689" y="6230"/>
                  </a:lnTo>
                  <a:lnTo>
                    <a:pt x="2482" y="6023"/>
                  </a:lnTo>
                  <a:lnTo>
                    <a:pt x="2352" y="5739"/>
                  </a:lnTo>
                  <a:lnTo>
                    <a:pt x="2275" y="5454"/>
                  </a:lnTo>
                  <a:lnTo>
                    <a:pt x="2249" y="5299"/>
                  </a:lnTo>
                  <a:lnTo>
                    <a:pt x="2223" y="5144"/>
                  </a:lnTo>
                  <a:lnTo>
                    <a:pt x="2223" y="2637"/>
                  </a:lnTo>
                  <a:lnTo>
                    <a:pt x="2249" y="2585"/>
                  </a:lnTo>
                  <a:lnTo>
                    <a:pt x="2275" y="2533"/>
                  </a:lnTo>
                  <a:lnTo>
                    <a:pt x="2327" y="2508"/>
                  </a:lnTo>
                  <a:close/>
                  <a:moveTo>
                    <a:pt x="3593" y="0"/>
                  </a:moveTo>
                  <a:lnTo>
                    <a:pt x="3412" y="26"/>
                  </a:lnTo>
                  <a:lnTo>
                    <a:pt x="3231" y="78"/>
                  </a:lnTo>
                  <a:lnTo>
                    <a:pt x="3076" y="129"/>
                  </a:lnTo>
                  <a:lnTo>
                    <a:pt x="2921" y="207"/>
                  </a:lnTo>
                  <a:lnTo>
                    <a:pt x="2766" y="284"/>
                  </a:lnTo>
                  <a:lnTo>
                    <a:pt x="2637" y="388"/>
                  </a:lnTo>
                  <a:lnTo>
                    <a:pt x="2508" y="517"/>
                  </a:lnTo>
                  <a:lnTo>
                    <a:pt x="2378" y="620"/>
                  </a:lnTo>
                  <a:lnTo>
                    <a:pt x="2275" y="776"/>
                  </a:lnTo>
                  <a:lnTo>
                    <a:pt x="2197" y="905"/>
                  </a:lnTo>
                  <a:lnTo>
                    <a:pt x="2120" y="1060"/>
                  </a:lnTo>
                  <a:lnTo>
                    <a:pt x="2042" y="1241"/>
                  </a:lnTo>
                  <a:lnTo>
                    <a:pt x="1991" y="1396"/>
                  </a:lnTo>
                  <a:lnTo>
                    <a:pt x="1965" y="1577"/>
                  </a:lnTo>
                  <a:lnTo>
                    <a:pt x="1965" y="1758"/>
                  </a:lnTo>
                  <a:lnTo>
                    <a:pt x="1810" y="1835"/>
                  </a:lnTo>
                  <a:lnTo>
                    <a:pt x="1680" y="1939"/>
                  </a:lnTo>
                  <a:lnTo>
                    <a:pt x="1577" y="2068"/>
                  </a:lnTo>
                  <a:lnTo>
                    <a:pt x="1499" y="2223"/>
                  </a:lnTo>
                  <a:lnTo>
                    <a:pt x="1008" y="2223"/>
                  </a:lnTo>
                  <a:lnTo>
                    <a:pt x="801" y="1680"/>
                  </a:lnTo>
                  <a:lnTo>
                    <a:pt x="776" y="1603"/>
                  </a:lnTo>
                  <a:lnTo>
                    <a:pt x="724" y="1525"/>
                  </a:lnTo>
                  <a:lnTo>
                    <a:pt x="672" y="1474"/>
                  </a:lnTo>
                  <a:lnTo>
                    <a:pt x="595" y="1422"/>
                  </a:lnTo>
                  <a:lnTo>
                    <a:pt x="517" y="1396"/>
                  </a:lnTo>
                  <a:lnTo>
                    <a:pt x="284" y="1396"/>
                  </a:lnTo>
                  <a:lnTo>
                    <a:pt x="207" y="1448"/>
                  </a:lnTo>
                  <a:lnTo>
                    <a:pt x="129" y="1499"/>
                  </a:lnTo>
                  <a:lnTo>
                    <a:pt x="78" y="1551"/>
                  </a:lnTo>
                  <a:lnTo>
                    <a:pt x="52" y="1603"/>
                  </a:lnTo>
                  <a:lnTo>
                    <a:pt x="0" y="1680"/>
                  </a:lnTo>
                  <a:lnTo>
                    <a:pt x="0" y="1758"/>
                  </a:lnTo>
                  <a:lnTo>
                    <a:pt x="0" y="1861"/>
                  </a:lnTo>
                  <a:lnTo>
                    <a:pt x="26" y="1939"/>
                  </a:lnTo>
                  <a:lnTo>
                    <a:pt x="310" y="2766"/>
                  </a:lnTo>
                  <a:lnTo>
                    <a:pt x="362" y="2895"/>
                  </a:lnTo>
                  <a:lnTo>
                    <a:pt x="440" y="2973"/>
                  </a:lnTo>
                  <a:lnTo>
                    <a:pt x="569" y="3050"/>
                  </a:lnTo>
                  <a:lnTo>
                    <a:pt x="1396" y="3050"/>
                  </a:lnTo>
                  <a:lnTo>
                    <a:pt x="1396" y="3903"/>
                  </a:lnTo>
                  <a:lnTo>
                    <a:pt x="620" y="3903"/>
                  </a:lnTo>
                  <a:lnTo>
                    <a:pt x="543" y="3929"/>
                  </a:lnTo>
                  <a:lnTo>
                    <a:pt x="465" y="3981"/>
                  </a:lnTo>
                  <a:lnTo>
                    <a:pt x="388" y="4007"/>
                  </a:lnTo>
                  <a:lnTo>
                    <a:pt x="336" y="4084"/>
                  </a:lnTo>
                  <a:lnTo>
                    <a:pt x="310" y="4162"/>
                  </a:lnTo>
                  <a:lnTo>
                    <a:pt x="284" y="4239"/>
                  </a:lnTo>
                  <a:lnTo>
                    <a:pt x="284" y="4317"/>
                  </a:lnTo>
                  <a:lnTo>
                    <a:pt x="284" y="4395"/>
                  </a:lnTo>
                  <a:lnTo>
                    <a:pt x="310" y="4472"/>
                  </a:lnTo>
                  <a:lnTo>
                    <a:pt x="336" y="4550"/>
                  </a:lnTo>
                  <a:lnTo>
                    <a:pt x="388" y="4601"/>
                  </a:lnTo>
                  <a:lnTo>
                    <a:pt x="465" y="4653"/>
                  </a:lnTo>
                  <a:lnTo>
                    <a:pt x="543" y="4705"/>
                  </a:lnTo>
                  <a:lnTo>
                    <a:pt x="620" y="4731"/>
                  </a:lnTo>
                  <a:lnTo>
                    <a:pt x="1396" y="4731"/>
                  </a:lnTo>
                  <a:lnTo>
                    <a:pt x="1396" y="5144"/>
                  </a:lnTo>
                  <a:lnTo>
                    <a:pt x="1396" y="5377"/>
                  </a:lnTo>
                  <a:lnTo>
                    <a:pt x="1422" y="5584"/>
                  </a:lnTo>
                  <a:lnTo>
                    <a:pt x="569" y="5584"/>
                  </a:lnTo>
                  <a:lnTo>
                    <a:pt x="440" y="5661"/>
                  </a:lnTo>
                  <a:lnTo>
                    <a:pt x="362" y="5739"/>
                  </a:lnTo>
                  <a:lnTo>
                    <a:pt x="310" y="5868"/>
                  </a:lnTo>
                  <a:lnTo>
                    <a:pt x="26" y="6695"/>
                  </a:lnTo>
                  <a:lnTo>
                    <a:pt x="0" y="6773"/>
                  </a:lnTo>
                  <a:lnTo>
                    <a:pt x="0" y="6850"/>
                  </a:lnTo>
                  <a:lnTo>
                    <a:pt x="0" y="6928"/>
                  </a:lnTo>
                  <a:lnTo>
                    <a:pt x="52" y="7005"/>
                  </a:lnTo>
                  <a:lnTo>
                    <a:pt x="78" y="7083"/>
                  </a:lnTo>
                  <a:lnTo>
                    <a:pt x="129" y="7135"/>
                  </a:lnTo>
                  <a:lnTo>
                    <a:pt x="207" y="7186"/>
                  </a:lnTo>
                  <a:lnTo>
                    <a:pt x="284" y="7238"/>
                  </a:lnTo>
                  <a:lnTo>
                    <a:pt x="517" y="7238"/>
                  </a:lnTo>
                  <a:lnTo>
                    <a:pt x="595" y="7212"/>
                  </a:lnTo>
                  <a:lnTo>
                    <a:pt x="672" y="7161"/>
                  </a:lnTo>
                  <a:lnTo>
                    <a:pt x="724" y="7109"/>
                  </a:lnTo>
                  <a:lnTo>
                    <a:pt x="776" y="7031"/>
                  </a:lnTo>
                  <a:lnTo>
                    <a:pt x="801" y="6954"/>
                  </a:lnTo>
                  <a:lnTo>
                    <a:pt x="1008" y="6411"/>
                  </a:lnTo>
                  <a:lnTo>
                    <a:pt x="1758" y="6411"/>
                  </a:lnTo>
                  <a:lnTo>
                    <a:pt x="1939" y="6644"/>
                  </a:lnTo>
                  <a:lnTo>
                    <a:pt x="2120" y="6876"/>
                  </a:lnTo>
                  <a:lnTo>
                    <a:pt x="2352" y="7057"/>
                  </a:lnTo>
                  <a:lnTo>
                    <a:pt x="2611" y="7212"/>
                  </a:lnTo>
                  <a:lnTo>
                    <a:pt x="2869" y="7342"/>
                  </a:lnTo>
                  <a:lnTo>
                    <a:pt x="3154" y="7445"/>
                  </a:lnTo>
                  <a:lnTo>
                    <a:pt x="3464" y="7497"/>
                  </a:lnTo>
                  <a:lnTo>
                    <a:pt x="3774" y="7522"/>
                  </a:lnTo>
                  <a:lnTo>
                    <a:pt x="4084" y="7497"/>
                  </a:lnTo>
                  <a:lnTo>
                    <a:pt x="4369" y="7445"/>
                  </a:lnTo>
                  <a:lnTo>
                    <a:pt x="4653" y="7342"/>
                  </a:lnTo>
                  <a:lnTo>
                    <a:pt x="4938" y="7212"/>
                  </a:lnTo>
                  <a:lnTo>
                    <a:pt x="5170" y="7057"/>
                  </a:lnTo>
                  <a:lnTo>
                    <a:pt x="5403" y="6876"/>
                  </a:lnTo>
                  <a:lnTo>
                    <a:pt x="5610" y="6644"/>
                  </a:lnTo>
                  <a:lnTo>
                    <a:pt x="5791" y="6411"/>
                  </a:lnTo>
                  <a:lnTo>
                    <a:pt x="6540" y="6411"/>
                  </a:lnTo>
                  <a:lnTo>
                    <a:pt x="6721" y="6954"/>
                  </a:lnTo>
                  <a:lnTo>
                    <a:pt x="6747" y="7031"/>
                  </a:lnTo>
                  <a:lnTo>
                    <a:pt x="6799" y="7109"/>
                  </a:lnTo>
                  <a:lnTo>
                    <a:pt x="6850" y="7161"/>
                  </a:lnTo>
                  <a:lnTo>
                    <a:pt x="6928" y="7212"/>
                  </a:lnTo>
                  <a:lnTo>
                    <a:pt x="7006" y="7238"/>
                  </a:lnTo>
                  <a:lnTo>
                    <a:pt x="7238" y="7238"/>
                  </a:lnTo>
                  <a:lnTo>
                    <a:pt x="7316" y="7186"/>
                  </a:lnTo>
                  <a:lnTo>
                    <a:pt x="7393" y="7135"/>
                  </a:lnTo>
                  <a:lnTo>
                    <a:pt x="7445" y="7083"/>
                  </a:lnTo>
                  <a:lnTo>
                    <a:pt x="7497" y="7005"/>
                  </a:lnTo>
                  <a:lnTo>
                    <a:pt x="7523" y="6928"/>
                  </a:lnTo>
                  <a:lnTo>
                    <a:pt x="7523" y="6850"/>
                  </a:lnTo>
                  <a:lnTo>
                    <a:pt x="7523" y="6773"/>
                  </a:lnTo>
                  <a:lnTo>
                    <a:pt x="7523" y="6695"/>
                  </a:lnTo>
                  <a:lnTo>
                    <a:pt x="7238" y="5868"/>
                  </a:lnTo>
                  <a:lnTo>
                    <a:pt x="7186" y="5739"/>
                  </a:lnTo>
                  <a:lnTo>
                    <a:pt x="7083" y="5661"/>
                  </a:lnTo>
                  <a:lnTo>
                    <a:pt x="6980" y="5584"/>
                  </a:lnTo>
                  <a:lnTo>
                    <a:pt x="6101" y="5584"/>
                  </a:lnTo>
                  <a:lnTo>
                    <a:pt x="6127" y="5377"/>
                  </a:lnTo>
                  <a:lnTo>
                    <a:pt x="6152" y="5144"/>
                  </a:lnTo>
                  <a:lnTo>
                    <a:pt x="6152" y="4731"/>
                  </a:lnTo>
                  <a:lnTo>
                    <a:pt x="6928" y="4731"/>
                  </a:lnTo>
                  <a:lnTo>
                    <a:pt x="7006" y="4705"/>
                  </a:lnTo>
                  <a:lnTo>
                    <a:pt x="7083" y="4653"/>
                  </a:lnTo>
                  <a:lnTo>
                    <a:pt x="7135" y="4601"/>
                  </a:lnTo>
                  <a:lnTo>
                    <a:pt x="7186" y="4550"/>
                  </a:lnTo>
                  <a:lnTo>
                    <a:pt x="7212" y="4472"/>
                  </a:lnTo>
                  <a:lnTo>
                    <a:pt x="7238" y="4395"/>
                  </a:lnTo>
                  <a:lnTo>
                    <a:pt x="7264" y="4317"/>
                  </a:lnTo>
                  <a:lnTo>
                    <a:pt x="7238" y="4239"/>
                  </a:lnTo>
                  <a:lnTo>
                    <a:pt x="7212" y="4162"/>
                  </a:lnTo>
                  <a:lnTo>
                    <a:pt x="7186" y="4084"/>
                  </a:lnTo>
                  <a:lnTo>
                    <a:pt x="7135" y="4007"/>
                  </a:lnTo>
                  <a:lnTo>
                    <a:pt x="7083" y="3981"/>
                  </a:lnTo>
                  <a:lnTo>
                    <a:pt x="7006" y="3929"/>
                  </a:lnTo>
                  <a:lnTo>
                    <a:pt x="6928" y="3903"/>
                  </a:lnTo>
                  <a:lnTo>
                    <a:pt x="6152" y="3903"/>
                  </a:lnTo>
                  <a:lnTo>
                    <a:pt x="6152" y="3050"/>
                  </a:lnTo>
                  <a:lnTo>
                    <a:pt x="6980" y="3050"/>
                  </a:lnTo>
                  <a:lnTo>
                    <a:pt x="7083" y="2973"/>
                  </a:lnTo>
                  <a:lnTo>
                    <a:pt x="7186" y="2895"/>
                  </a:lnTo>
                  <a:lnTo>
                    <a:pt x="7238" y="2766"/>
                  </a:lnTo>
                  <a:lnTo>
                    <a:pt x="7523" y="1939"/>
                  </a:lnTo>
                  <a:lnTo>
                    <a:pt x="7523" y="1861"/>
                  </a:lnTo>
                  <a:lnTo>
                    <a:pt x="7523" y="1758"/>
                  </a:lnTo>
                  <a:lnTo>
                    <a:pt x="7523" y="1680"/>
                  </a:lnTo>
                  <a:lnTo>
                    <a:pt x="7497" y="1603"/>
                  </a:lnTo>
                  <a:lnTo>
                    <a:pt x="7445" y="1551"/>
                  </a:lnTo>
                  <a:lnTo>
                    <a:pt x="7393" y="1499"/>
                  </a:lnTo>
                  <a:lnTo>
                    <a:pt x="7316" y="1448"/>
                  </a:lnTo>
                  <a:lnTo>
                    <a:pt x="7238" y="1396"/>
                  </a:lnTo>
                  <a:lnTo>
                    <a:pt x="7006" y="1396"/>
                  </a:lnTo>
                  <a:lnTo>
                    <a:pt x="6928" y="1422"/>
                  </a:lnTo>
                  <a:lnTo>
                    <a:pt x="6850" y="1474"/>
                  </a:lnTo>
                  <a:lnTo>
                    <a:pt x="6799" y="1525"/>
                  </a:lnTo>
                  <a:lnTo>
                    <a:pt x="6747" y="1603"/>
                  </a:lnTo>
                  <a:lnTo>
                    <a:pt x="6721" y="1680"/>
                  </a:lnTo>
                  <a:lnTo>
                    <a:pt x="6540" y="2223"/>
                  </a:lnTo>
                  <a:lnTo>
                    <a:pt x="6049" y="2223"/>
                  </a:lnTo>
                  <a:lnTo>
                    <a:pt x="5972" y="2068"/>
                  </a:lnTo>
                  <a:lnTo>
                    <a:pt x="5842" y="1939"/>
                  </a:lnTo>
                  <a:lnTo>
                    <a:pt x="5713" y="1835"/>
                  </a:lnTo>
                  <a:lnTo>
                    <a:pt x="5584" y="1758"/>
                  </a:lnTo>
                  <a:lnTo>
                    <a:pt x="5558" y="1577"/>
                  </a:lnTo>
                  <a:lnTo>
                    <a:pt x="5532" y="1396"/>
                  </a:lnTo>
                  <a:lnTo>
                    <a:pt x="5480" y="1241"/>
                  </a:lnTo>
                  <a:lnTo>
                    <a:pt x="5429" y="1060"/>
                  </a:lnTo>
                  <a:lnTo>
                    <a:pt x="5351" y="905"/>
                  </a:lnTo>
                  <a:lnTo>
                    <a:pt x="5248" y="776"/>
                  </a:lnTo>
                  <a:lnTo>
                    <a:pt x="5144" y="620"/>
                  </a:lnTo>
                  <a:lnTo>
                    <a:pt x="5041" y="517"/>
                  </a:lnTo>
                  <a:lnTo>
                    <a:pt x="4912" y="388"/>
                  </a:lnTo>
                  <a:lnTo>
                    <a:pt x="4757" y="284"/>
                  </a:lnTo>
                  <a:lnTo>
                    <a:pt x="4627" y="207"/>
                  </a:lnTo>
                  <a:lnTo>
                    <a:pt x="4472" y="129"/>
                  </a:lnTo>
                  <a:lnTo>
                    <a:pt x="4291" y="78"/>
                  </a:lnTo>
                  <a:lnTo>
                    <a:pt x="4136" y="26"/>
                  </a:lnTo>
                  <a:lnTo>
                    <a:pt x="39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 name="Google Shape;859;p59"/>
          <p:cNvGrpSpPr/>
          <p:nvPr/>
        </p:nvGrpSpPr>
        <p:grpSpPr>
          <a:xfrm>
            <a:off x="4784863" y="2000701"/>
            <a:ext cx="383454" cy="383454"/>
            <a:chOff x="4008400" y="1961775"/>
            <a:chExt cx="357400" cy="357400"/>
          </a:xfrm>
        </p:grpSpPr>
        <p:sp>
          <p:nvSpPr>
            <p:cNvPr id="860" name="Google Shape;860;p59"/>
            <p:cNvSpPr/>
            <p:nvPr/>
          </p:nvSpPr>
          <p:spPr>
            <a:xfrm>
              <a:off x="4050400" y="2129150"/>
              <a:ext cx="106000" cy="62700"/>
            </a:xfrm>
            <a:custGeom>
              <a:avLst/>
              <a:gdLst/>
              <a:ahLst/>
              <a:cxnLst/>
              <a:rect l="l" t="t" r="r" b="b"/>
              <a:pathLst>
                <a:path w="4240" h="2508" extrusionOk="0">
                  <a:moveTo>
                    <a:pt x="3413" y="828"/>
                  </a:moveTo>
                  <a:lnTo>
                    <a:pt x="3413" y="1681"/>
                  </a:lnTo>
                  <a:lnTo>
                    <a:pt x="828" y="1681"/>
                  </a:lnTo>
                  <a:lnTo>
                    <a:pt x="828" y="828"/>
                  </a:lnTo>
                  <a:close/>
                  <a:moveTo>
                    <a:pt x="336" y="0"/>
                  </a:moveTo>
                  <a:lnTo>
                    <a:pt x="259" y="26"/>
                  </a:lnTo>
                  <a:lnTo>
                    <a:pt x="181" y="78"/>
                  </a:lnTo>
                  <a:lnTo>
                    <a:pt x="130" y="104"/>
                  </a:lnTo>
                  <a:lnTo>
                    <a:pt x="78" y="181"/>
                  </a:lnTo>
                  <a:lnTo>
                    <a:pt x="26" y="259"/>
                  </a:lnTo>
                  <a:lnTo>
                    <a:pt x="0" y="336"/>
                  </a:lnTo>
                  <a:lnTo>
                    <a:pt x="0" y="414"/>
                  </a:lnTo>
                  <a:lnTo>
                    <a:pt x="0" y="2094"/>
                  </a:lnTo>
                  <a:lnTo>
                    <a:pt x="0" y="2172"/>
                  </a:lnTo>
                  <a:lnTo>
                    <a:pt x="26" y="2249"/>
                  </a:lnTo>
                  <a:lnTo>
                    <a:pt x="78" y="2327"/>
                  </a:lnTo>
                  <a:lnTo>
                    <a:pt x="130" y="2379"/>
                  </a:lnTo>
                  <a:lnTo>
                    <a:pt x="181" y="2430"/>
                  </a:lnTo>
                  <a:lnTo>
                    <a:pt x="259" y="2482"/>
                  </a:lnTo>
                  <a:lnTo>
                    <a:pt x="336" y="2508"/>
                  </a:lnTo>
                  <a:lnTo>
                    <a:pt x="3904" y="2508"/>
                  </a:lnTo>
                  <a:lnTo>
                    <a:pt x="3981" y="2482"/>
                  </a:lnTo>
                  <a:lnTo>
                    <a:pt x="4059" y="2430"/>
                  </a:lnTo>
                  <a:lnTo>
                    <a:pt x="4111" y="2379"/>
                  </a:lnTo>
                  <a:lnTo>
                    <a:pt x="4162" y="2327"/>
                  </a:lnTo>
                  <a:lnTo>
                    <a:pt x="4214" y="2249"/>
                  </a:lnTo>
                  <a:lnTo>
                    <a:pt x="4240" y="2172"/>
                  </a:lnTo>
                  <a:lnTo>
                    <a:pt x="4240" y="2094"/>
                  </a:lnTo>
                  <a:lnTo>
                    <a:pt x="4240" y="414"/>
                  </a:lnTo>
                  <a:lnTo>
                    <a:pt x="4240" y="336"/>
                  </a:lnTo>
                  <a:lnTo>
                    <a:pt x="4214" y="259"/>
                  </a:lnTo>
                  <a:lnTo>
                    <a:pt x="4162" y="181"/>
                  </a:lnTo>
                  <a:lnTo>
                    <a:pt x="4111" y="104"/>
                  </a:lnTo>
                  <a:lnTo>
                    <a:pt x="4059" y="78"/>
                  </a:lnTo>
                  <a:lnTo>
                    <a:pt x="3981" y="26"/>
                  </a:lnTo>
                  <a:lnTo>
                    <a:pt x="39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9"/>
            <p:cNvSpPr/>
            <p:nvPr/>
          </p:nvSpPr>
          <p:spPr>
            <a:xfrm>
              <a:off x="4008400" y="1961775"/>
              <a:ext cx="357400" cy="357400"/>
            </a:xfrm>
            <a:custGeom>
              <a:avLst/>
              <a:gdLst/>
              <a:ahLst/>
              <a:cxnLst/>
              <a:rect l="l" t="t" r="r" b="b"/>
              <a:pathLst>
                <a:path w="14296" h="14296" extrusionOk="0">
                  <a:moveTo>
                    <a:pt x="13132" y="827"/>
                  </a:moveTo>
                  <a:lnTo>
                    <a:pt x="13210" y="853"/>
                  </a:lnTo>
                  <a:lnTo>
                    <a:pt x="13261" y="905"/>
                  </a:lnTo>
                  <a:lnTo>
                    <a:pt x="13339" y="957"/>
                  </a:lnTo>
                  <a:lnTo>
                    <a:pt x="13391" y="1008"/>
                  </a:lnTo>
                  <a:lnTo>
                    <a:pt x="13416" y="1086"/>
                  </a:lnTo>
                  <a:lnTo>
                    <a:pt x="13442" y="1163"/>
                  </a:lnTo>
                  <a:lnTo>
                    <a:pt x="13468" y="1241"/>
                  </a:lnTo>
                  <a:lnTo>
                    <a:pt x="13468" y="4601"/>
                  </a:lnTo>
                  <a:lnTo>
                    <a:pt x="13442" y="4679"/>
                  </a:lnTo>
                  <a:lnTo>
                    <a:pt x="13416" y="4757"/>
                  </a:lnTo>
                  <a:lnTo>
                    <a:pt x="13391" y="4834"/>
                  </a:lnTo>
                  <a:lnTo>
                    <a:pt x="13339" y="4886"/>
                  </a:lnTo>
                  <a:lnTo>
                    <a:pt x="13261" y="4938"/>
                  </a:lnTo>
                  <a:lnTo>
                    <a:pt x="13210" y="4989"/>
                  </a:lnTo>
                  <a:lnTo>
                    <a:pt x="13132" y="5015"/>
                  </a:lnTo>
                  <a:lnTo>
                    <a:pt x="1163" y="5015"/>
                  </a:lnTo>
                  <a:lnTo>
                    <a:pt x="1086" y="4989"/>
                  </a:lnTo>
                  <a:lnTo>
                    <a:pt x="1034" y="4938"/>
                  </a:lnTo>
                  <a:lnTo>
                    <a:pt x="957" y="4886"/>
                  </a:lnTo>
                  <a:lnTo>
                    <a:pt x="905" y="4834"/>
                  </a:lnTo>
                  <a:lnTo>
                    <a:pt x="879" y="4757"/>
                  </a:lnTo>
                  <a:lnTo>
                    <a:pt x="853" y="4679"/>
                  </a:lnTo>
                  <a:lnTo>
                    <a:pt x="827" y="4601"/>
                  </a:lnTo>
                  <a:lnTo>
                    <a:pt x="827" y="1241"/>
                  </a:lnTo>
                  <a:lnTo>
                    <a:pt x="853" y="1163"/>
                  </a:lnTo>
                  <a:lnTo>
                    <a:pt x="879" y="1086"/>
                  </a:lnTo>
                  <a:lnTo>
                    <a:pt x="905" y="1008"/>
                  </a:lnTo>
                  <a:lnTo>
                    <a:pt x="957" y="957"/>
                  </a:lnTo>
                  <a:lnTo>
                    <a:pt x="1034" y="905"/>
                  </a:lnTo>
                  <a:lnTo>
                    <a:pt x="1086" y="853"/>
                  </a:lnTo>
                  <a:lnTo>
                    <a:pt x="1163" y="827"/>
                  </a:lnTo>
                  <a:close/>
                  <a:moveTo>
                    <a:pt x="13029" y="5842"/>
                  </a:moveTo>
                  <a:lnTo>
                    <a:pt x="13132" y="5868"/>
                  </a:lnTo>
                  <a:lnTo>
                    <a:pt x="13210" y="5894"/>
                  </a:lnTo>
                  <a:lnTo>
                    <a:pt x="13261" y="5920"/>
                  </a:lnTo>
                  <a:lnTo>
                    <a:pt x="13339" y="5972"/>
                  </a:lnTo>
                  <a:lnTo>
                    <a:pt x="13391" y="6023"/>
                  </a:lnTo>
                  <a:lnTo>
                    <a:pt x="13416" y="6101"/>
                  </a:lnTo>
                  <a:lnTo>
                    <a:pt x="13442" y="6178"/>
                  </a:lnTo>
                  <a:lnTo>
                    <a:pt x="13468" y="6282"/>
                  </a:lnTo>
                  <a:lnTo>
                    <a:pt x="13468" y="7678"/>
                  </a:lnTo>
                  <a:lnTo>
                    <a:pt x="12874" y="7497"/>
                  </a:lnTo>
                  <a:lnTo>
                    <a:pt x="12253" y="7367"/>
                  </a:lnTo>
                  <a:lnTo>
                    <a:pt x="11659" y="7316"/>
                  </a:lnTo>
                  <a:lnTo>
                    <a:pt x="11064" y="7316"/>
                  </a:lnTo>
                  <a:lnTo>
                    <a:pt x="10469" y="7367"/>
                  </a:lnTo>
                  <a:lnTo>
                    <a:pt x="9875" y="7497"/>
                  </a:lnTo>
                  <a:lnTo>
                    <a:pt x="9280" y="7652"/>
                  </a:lnTo>
                  <a:lnTo>
                    <a:pt x="8686" y="7910"/>
                  </a:lnTo>
                  <a:lnTo>
                    <a:pt x="8582" y="7962"/>
                  </a:lnTo>
                  <a:lnTo>
                    <a:pt x="8505" y="8040"/>
                  </a:lnTo>
                  <a:lnTo>
                    <a:pt x="8453" y="8169"/>
                  </a:lnTo>
                  <a:lnTo>
                    <a:pt x="8427" y="8272"/>
                  </a:lnTo>
                  <a:lnTo>
                    <a:pt x="8427" y="10004"/>
                  </a:lnTo>
                  <a:lnTo>
                    <a:pt x="8427" y="10030"/>
                  </a:lnTo>
                  <a:lnTo>
                    <a:pt x="1163" y="10030"/>
                  </a:lnTo>
                  <a:lnTo>
                    <a:pt x="1086" y="10004"/>
                  </a:lnTo>
                  <a:lnTo>
                    <a:pt x="1034" y="9978"/>
                  </a:lnTo>
                  <a:lnTo>
                    <a:pt x="957" y="9927"/>
                  </a:lnTo>
                  <a:lnTo>
                    <a:pt x="905" y="9849"/>
                  </a:lnTo>
                  <a:lnTo>
                    <a:pt x="879" y="9772"/>
                  </a:lnTo>
                  <a:lnTo>
                    <a:pt x="853" y="9694"/>
                  </a:lnTo>
                  <a:lnTo>
                    <a:pt x="827" y="9616"/>
                  </a:lnTo>
                  <a:lnTo>
                    <a:pt x="827" y="6282"/>
                  </a:lnTo>
                  <a:lnTo>
                    <a:pt x="853" y="6178"/>
                  </a:lnTo>
                  <a:lnTo>
                    <a:pt x="879" y="6101"/>
                  </a:lnTo>
                  <a:lnTo>
                    <a:pt x="905" y="6023"/>
                  </a:lnTo>
                  <a:lnTo>
                    <a:pt x="957" y="5972"/>
                  </a:lnTo>
                  <a:lnTo>
                    <a:pt x="1034" y="5920"/>
                  </a:lnTo>
                  <a:lnTo>
                    <a:pt x="1086" y="5894"/>
                  </a:lnTo>
                  <a:lnTo>
                    <a:pt x="1163" y="5868"/>
                  </a:lnTo>
                  <a:lnTo>
                    <a:pt x="1267" y="5842"/>
                  </a:lnTo>
                  <a:close/>
                  <a:moveTo>
                    <a:pt x="11374" y="8143"/>
                  </a:moveTo>
                  <a:lnTo>
                    <a:pt x="11891" y="8169"/>
                  </a:lnTo>
                  <a:lnTo>
                    <a:pt x="12408" y="8246"/>
                  </a:lnTo>
                  <a:lnTo>
                    <a:pt x="12925" y="8376"/>
                  </a:lnTo>
                  <a:lnTo>
                    <a:pt x="13468" y="8557"/>
                  </a:lnTo>
                  <a:lnTo>
                    <a:pt x="13468" y="10004"/>
                  </a:lnTo>
                  <a:lnTo>
                    <a:pt x="13442" y="10263"/>
                  </a:lnTo>
                  <a:lnTo>
                    <a:pt x="13416" y="10521"/>
                  </a:lnTo>
                  <a:lnTo>
                    <a:pt x="13365" y="10780"/>
                  </a:lnTo>
                  <a:lnTo>
                    <a:pt x="13313" y="11038"/>
                  </a:lnTo>
                  <a:lnTo>
                    <a:pt x="13235" y="11297"/>
                  </a:lnTo>
                  <a:lnTo>
                    <a:pt x="13132" y="11529"/>
                  </a:lnTo>
                  <a:lnTo>
                    <a:pt x="13029" y="11762"/>
                  </a:lnTo>
                  <a:lnTo>
                    <a:pt x="12899" y="11995"/>
                  </a:lnTo>
                  <a:lnTo>
                    <a:pt x="12744" y="12227"/>
                  </a:lnTo>
                  <a:lnTo>
                    <a:pt x="12589" y="12408"/>
                  </a:lnTo>
                  <a:lnTo>
                    <a:pt x="12408" y="12615"/>
                  </a:lnTo>
                  <a:lnTo>
                    <a:pt x="12227" y="12796"/>
                  </a:lnTo>
                  <a:lnTo>
                    <a:pt x="12020" y="12977"/>
                  </a:lnTo>
                  <a:lnTo>
                    <a:pt x="11814" y="13132"/>
                  </a:lnTo>
                  <a:lnTo>
                    <a:pt x="11607" y="13261"/>
                  </a:lnTo>
                  <a:lnTo>
                    <a:pt x="11374" y="13391"/>
                  </a:lnTo>
                  <a:lnTo>
                    <a:pt x="11142" y="13261"/>
                  </a:lnTo>
                  <a:lnTo>
                    <a:pt x="10909" y="13132"/>
                  </a:lnTo>
                  <a:lnTo>
                    <a:pt x="10702" y="12977"/>
                  </a:lnTo>
                  <a:lnTo>
                    <a:pt x="10495" y="12796"/>
                  </a:lnTo>
                  <a:lnTo>
                    <a:pt x="10314" y="12615"/>
                  </a:lnTo>
                  <a:lnTo>
                    <a:pt x="10133" y="12408"/>
                  </a:lnTo>
                  <a:lnTo>
                    <a:pt x="9978" y="12227"/>
                  </a:lnTo>
                  <a:lnTo>
                    <a:pt x="9849" y="11995"/>
                  </a:lnTo>
                  <a:lnTo>
                    <a:pt x="9720" y="11762"/>
                  </a:lnTo>
                  <a:lnTo>
                    <a:pt x="9591" y="11529"/>
                  </a:lnTo>
                  <a:lnTo>
                    <a:pt x="9487" y="11297"/>
                  </a:lnTo>
                  <a:lnTo>
                    <a:pt x="9410" y="11038"/>
                  </a:lnTo>
                  <a:lnTo>
                    <a:pt x="9358" y="10780"/>
                  </a:lnTo>
                  <a:lnTo>
                    <a:pt x="9306" y="10521"/>
                  </a:lnTo>
                  <a:lnTo>
                    <a:pt x="9280" y="10263"/>
                  </a:lnTo>
                  <a:lnTo>
                    <a:pt x="9280" y="10004"/>
                  </a:lnTo>
                  <a:lnTo>
                    <a:pt x="9280" y="8557"/>
                  </a:lnTo>
                  <a:lnTo>
                    <a:pt x="9797" y="8376"/>
                  </a:lnTo>
                  <a:lnTo>
                    <a:pt x="10314" y="8246"/>
                  </a:lnTo>
                  <a:lnTo>
                    <a:pt x="10831" y="8169"/>
                  </a:lnTo>
                  <a:lnTo>
                    <a:pt x="11374" y="8143"/>
                  </a:lnTo>
                  <a:close/>
                  <a:moveTo>
                    <a:pt x="1267" y="0"/>
                  </a:moveTo>
                  <a:lnTo>
                    <a:pt x="1008" y="26"/>
                  </a:lnTo>
                  <a:lnTo>
                    <a:pt x="776" y="78"/>
                  </a:lnTo>
                  <a:lnTo>
                    <a:pt x="543" y="207"/>
                  </a:lnTo>
                  <a:lnTo>
                    <a:pt x="362" y="362"/>
                  </a:lnTo>
                  <a:lnTo>
                    <a:pt x="207" y="543"/>
                  </a:lnTo>
                  <a:lnTo>
                    <a:pt x="103" y="750"/>
                  </a:lnTo>
                  <a:lnTo>
                    <a:pt x="26" y="982"/>
                  </a:lnTo>
                  <a:lnTo>
                    <a:pt x="0" y="1241"/>
                  </a:lnTo>
                  <a:lnTo>
                    <a:pt x="0" y="4601"/>
                  </a:lnTo>
                  <a:lnTo>
                    <a:pt x="26" y="4834"/>
                  </a:lnTo>
                  <a:lnTo>
                    <a:pt x="78" y="5041"/>
                  </a:lnTo>
                  <a:lnTo>
                    <a:pt x="181" y="5248"/>
                  </a:lnTo>
                  <a:lnTo>
                    <a:pt x="310" y="5429"/>
                  </a:lnTo>
                  <a:lnTo>
                    <a:pt x="181" y="5610"/>
                  </a:lnTo>
                  <a:lnTo>
                    <a:pt x="78" y="5816"/>
                  </a:lnTo>
                  <a:lnTo>
                    <a:pt x="26" y="6023"/>
                  </a:lnTo>
                  <a:lnTo>
                    <a:pt x="0" y="6282"/>
                  </a:lnTo>
                  <a:lnTo>
                    <a:pt x="0" y="9616"/>
                  </a:lnTo>
                  <a:lnTo>
                    <a:pt x="26" y="9875"/>
                  </a:lnTo>
                  <a:lnTo>
                    <a:pt x="103" y="10108"/>
                  </a:lnTo>
                  <a:lnTo>
                    <a:pt x="207" y="10314"/>
                  </a:lnTo>
                  <a:lnTo>
                    <a:pt x="362" y="10521"/>
                  </a:lnTo>
                  <a:lnTo>
                    <a:pt x="543" y="10650"/>
                  </a:lnTo>
                  <a:lnTo>
                    <a:pt x="776" y="10780"/>
                  </a:lnTo>
                  <a:lnTo>
                    <a:pt x="1008" y="10857"/>
                  </a:lnTo>
                  <a:lnTo>
                    <a:pt x="1267" y="10883"/>
                  </a:lnTo>
                  <a:lnTo>
                    <a:pt x="8505" y="10883"/>
                  </a:lnTo>
                  <a:lnTo>
                    <a:pt x="8582" y="11142"/>
                  </a:lnTo>
                  <a:lnTo>
                    <a:pt x="8660" y="11426"/>
                  </a:lnTo>
                  <a:lnTo>
                    <a:pt x="8737" y="11684"/>
                  </a:lnTo>
                  <a:lnTo>
                    <a:pt x="8867" y="11943"/>
                  </a:lnTo>
                  <a:lnTo>
                    <a:pt x="8970" y="12176"/>
                  </a:lnTo>
                  <a:lnTo>
                    <a:pt x="9125" y="12434"/>
                  </a:lnTo>
                  <a:lnTo>
                    <a:pt x="9280" y="12667"/>
                  </a:lnTo>
                  <a:lnTo>
                    <a:pt x="9435" y="12874"/>
                  </a:lnTo>
                  <a:lnTo>
                    <a:pt x="9616" y="13106"/>
                  </a:lnTo>
                  <a:lnTo>
                    <a:pt x="9797" y="13287"/>
                  </a:lnTo>
                  <a:lnTo>
                    <a:pt x="10004" y="13494"/>
                  </a:lnTo>
                  <a:lnTo>
                    <a:pt x="10211" y="13675"/>
                  </a:lnTo>
                  <a:lnTo>
                    <a:pt x="10444" y="13830"/>
                  </a:lnTo>
                  <a:lnTo>
                    <a:pt x="10676" y="13985"/>
                  </a:lnTo>
                  <a:lnTo>
                    <a:pt x="10935" y="14114"/>
                  </a:lnTo>
                  <a:lnTo>
                    <a:pt x="11193" y="14244"/>
                  </a:lnTo>
                  <a:lnTo>
                    <a:pt x="11271" y="14269"/>
                  </a:lnTo>
                  <a:lnTo>
                    <a:pt x="11374" y="14295"/>
                  </a:lnTo>
                  <a:lnTo>
                    <a:pt x="11452" y="14269"/>
                  </a:lnTo>
                  <a:lnTo>
                    <a:pt x="11529" y="14244"/>
                  </a:lnTo>
                  <a:lnTo>
                    <a:pt x="11840" y="14088"/>
                  </a:lnTo>
                  <a:lnTo>
                    <a:pt x="12124" y="13933"/>
                  </a:lnTo>
                  <a:lnTo>
                    <a:pt x="12408" y="13727"/>
                  </a:lnTo>
                  <a:lnTo>
                    <a:pt x="12667" y="13520"/>
                  </a:lnTo>
                  <a:lnTo>
                    <a:pt x="12925" y="13313"/>
                  </a:lnTo>
                  <a:lnTo>
                    <a:pt x="13158" y="13054"/>
                  </a:lnTo>
                  <a:lnTo>
                    <a:pt x="13365" y="12796"/>
                  </a:lnTo>
                  <a:lnTo>
                    <a:pt x="13546" y="12537"/>
                  </a:lnTo>
                  <a:lnTo>
                    <a:pt x="13727" y="12253"/>
                  </a:lnTo>
                  <a:lnTo>
                    <a:pt x="13856" y="11943"/>
                  </a:lnTo>
                  <a:lnTo>
                    <a:pt x="13985" y="11659"/>
                  </a:lnTo>
                  <a:lnTo>
                    <a:pt x="14089" y="11323"/>
                  </a:lnTo>
                  <a:lnTo>
                    <a:pt x="14192" y="11012"/>
                  </a:lnTo>
                  <a:lnTo>
                    <a:pt x="14244" y="10676"/>
                  </a:lnTo>
                  <a:lnTo>
                    <a:pt x="14295" y="10340"/>
                  </a:lnTo>
                  <a:lnTo>
                    <a:pt x="14295" y="10004"/>
                  </a:lnTo>
                  <a:lnTo>
                    <a:pt x="14295" y="6282"/>
                  </a:lnTo>
                  <a:lnTo>
                    <a:pt x="14269" y="6023"/>
                  </a:lnTo>
                  <a:lnTo>
                    <a:pt x="14218" y="5816"/>
                  </a:lnTo>
                  <a:lnTo>
                    <a:pt x="14114" y="5610"/>
                  </a:lnTo>
                  <a:lnTo>
                    <a:pt x="13985" y="5429"/>
                  </a:lnTo>
                  <a:lnTo>
                    <a:pt x="14114" y="5248"/>
                  </a:lnTo>
                  <a:lnTo>
                    <a:pt x="14218" y="5041"/>
                  </a:lnTo>
                  <a:lnTo>
                    <a:pt x="14269" y="4834"/>
                  </a:lnTo>
                  <a:lnTo>
                    <a:pt x="14295" y="4601"/>
                  </a:lnTo>
                  <a:lnTo>
                    <a:pt x="14295" y="1241"/>
                  </a:lnTo>
                  <a:lnTo>
                    <a:pt x="14269" y="982"/>
                  </a:lnTo>
                  <a:lnTo>
                    <a:pt x="14192" y="750"/>
                  </a:lnTo>
                  <a:lnTo>
                    <a:pt x="14089" y="543"/>
                  </a:lnTo>
                  <a:lnTo>
                    <a:pt x="13933" y="362"/>
                  </a:lnTo>
                  <a:lnTo>
                    <a:pt x="13752" y="207"/>
                  </a:lnTo>
                  <a:lnTo>
                    <a:pt x="13520" y="78"/>
                  </a:lnTo>
                  <a:lnTo>
                    <a:pt x="13287" y="26"/>
                  </a:lnTo>
                  <a:lnTo>
                    <a:pt x="130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9"/>
            <p:cNvSpPr/>
            <p:nvPr/>
          </p:nvSpPr>
          <p:spPr>
            <a:xfrm>
              <a:off x="4050400" y="2003125"/>
              <a:ext cx="106000" cy="63350"/>
            </a:xfrm>
            <a:custGeom>
              <a:avLst/>
              <a:gdLst/>
              <a:ahLst/>
              <a:cxnLst/>
              <a:rect l="l" t="t" r="r" b="b"/>
              <a:pathLst>
                <a:path w="4240" h="2534" extrusionOk="0">
                  <a:moveTo>
                    <a:pt x="3413" y="854"/>
                  </a:moveTo>
                  <a:lnTo>
                    <a:pt x="3413" y="1681"/>
                  </a:lnTo>
                  <a:lnTo>
                    <a:pt x="828" y="1681"/>
                  </a:lnTo>
                  <a:lnTo>
                    <a:pt x="828" y="854"/>
                  </a:lnTo>
                  <a:close/>
                  <a:moveTo>
                    <a:pt x="414" y="1"/>
                  </a:moveTo>
                  <a:lnTo>
                    <a:pt x="336" y="26"/>
                  </a:lnTo>
                  <a:lnTo>
                    <a:pt x="259" y="52"/>
                  </a:lnTo>
                  <a:lnTo>
                    <a:pt x="181" y="78"/>
                  </a:lnTo>
                  <a:lnTo>
                    <a:pt x="130" y="130"/>
                  </a:lnTo>
                  <a:lnTo>
                    <a:pt x="78" y="182"/>
                  </a:lnTo>
                  <a:lnTo>
                    <a:pt x="26" y="259"/>
                  </a:lnTo>
                  <a:lnTo>
                    <a:pt x="0" y="337"/>
                  </a:lnTo>
                  <a:lnTo>
                    <a:pt x="0" y="440"/>
                  </a:lnTo>
                  <a:lnTo>
                    <a:pt x="0" y="2094"/>
                  </a:lnTo>
                  <a:lnTo>
                    <a:pt x="0" y="2198"/>
                  </a:lnTo>
                  <a:lnTo>
                    <a:pt x="26" y="2275"/>
                  </a:lnTo>
                  <a:lnTo>
                    <a:pt x="78" y="2327"/>
                  </a:lnTo>
                  <a:lnTo>
                    <a:pt x="130" y="2405"/>
                  </a:lnTo>
                  <a:lnTo>
                    <a:pt x="181" y="2456"/>
                  </a:lnTo>
                  <a:lnTo>
                    <a:pt x="259" y="2482"/>
                  </a:lnTo>
                  <a:lnTo>
                    <a:pt x="336" y="2508"/>
                  </a:lnTo>
                  <a:lnTo>
                    <a:pt x="414" y="2534"/>
                  </a:lnTo>
                  <a:lnTo>
                    <a:pt x="3826" y="2534"/>
                  </a:lnTo>
                  <a:lnTo>
                    <a:pt x="3904" y="2508"/>
                  </a:lnTo>
                  <a:lnTo>
                    <a:pt x="3981" y="2482"/>
                  </a:lnTo>
                  <a:lnTo>
                    <a:pt x="4059" y="2456"/>
                  </a:lnTo>
                  <a:lnTo>
                    <a:pt x="4111" y="2405"/>
                  </a:lnTo>
                  <a:lnTo>
                    <a:pt x="4162" y="2327"/>
                  </a:lnTo>
                  <a:lnTo>
                    <a:pt x="4214" y="2275"/>
                  </a:lnTo>
                  <a:lnTo>
                    <a:pt x="4240" y="2198"/>
                  </a:lnTo>
                  <a:lnTo>
                    <a:pt x="4240" y="2094"/>
                  </a:lnTo>
                  <a:lnTo>
                    <a:pt x="4240" y="440"/>
                  </a:lnTo>
                  <a:lnTo>
                    <a:pt x="4240" y="337"/>
                  </a:lnTo>
                  <a:lnTo>
                    <a:pt x="4214" y="259"/>
                  </a:lnTo>
                  <a:lnTo>
                    <a:pt x="4162" y="182"/>
                  </a:lnTo>
                  <a:lnTo>
                    <a:pt x="4111" y="130"/>
                  </a:lnTo>
                  <a:lnTo>
                    <a:pt x="4059" y="78"/>
                  </a:lnTo>
                  <a:lnTo>
                    <a:pt x="3981" y="52"/>
                  </a:lnTo>
                  <a:lnTo>
                    <a:pt x="3904" y="26"/>
                  </a:lnTo>
                  <a:lnTo>
                    <a:pt x="38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9"/>
            <p:cNvSpPr/>
            <p:nvPr/>
          </p:nvSpPr>
          <p:spPr>
            <a:xfrm>
              <a:off x="4240400" y="2024450"/>
              <a:ext cx="41375" cy="20700"/>
            </a:xfrm>
            <a:custGeom>
              <a:avLst/>
              <a:gdLst/>
              <a:ahLst/>
              <a:cxnLst/>
              <a:rect l="l" t="t" r="r" b="b"/>
              <a:pathLst>
                <a:path w="1655" h="828" extrusionOk="0">
                  <a:moveTo>
                    <a:pt x="336" y="1"/>
                  </a:moveTo>
                  <a:lnTo>
                    <a:pt x="259" y="26"/>
                  </a:lnTo>
                  <a:lnTo>
                    <a:pt x="181" y="78"/>
                  </a:lnTo>
                  <a:lnTo>
                    <a:pt x="104" y="104"/>
                  </a:lnTo>
                  <a:lnTo>
                    <a:pt x="52" y="182"/>
                  </a:lnTo>
                  <a:lnTo>
                    <a:pt x="26" y="259"/>
                  </a:lnTo>
                  <a:lnTo>
                    <a:pt x="0" y="337"/>
                  </a:lnTo>
                  <a:lnTo>
                    <a:pt x="0" y="414"/>
                  </a:lnTo>
                  <a:lnTo>
                    <a:pt x="0" y="492"/>
                  </a:lnTo>
                  <a:lnTo>
                    <a:pt x="26" y="569"/>
                  </a:lnTo>
                  <a:lnTo>
                    <a:pt x="52" y="647"/>
                  </a:lnTo>
                  <a:lnTo>
                    <a:pt x="104" y="699"/>
                  </a:lnTo>
                  <a:lnTo>
                    <a:pt x="181" y="750"/>
                  </a:lnTo>
                  <a:lnTo>
                    <a:pt x="259" y="802"/>
                  </a:lnTo>
                  <a:lnTo>
                    <a:pt x="336" y="828"/>
                  </a:lnTo>
                  <a:lnTo>
                    <a:pt x="1319" y="828"/>
                  </a:lnTo>
                  <a:lnTo>
                    <a:pt x="1422" y="802"/>
                  </a:lnTo>
                  <a:lnTo>
                    <a:pt x="1474" y="750"/>
                  </a:lnTo>
                  <a:lnTo>
                    <a:pt x="1551" y="699"/>
                  </a:lnTo>
                  <a:lnTo>
                    <a:pt x="1603" y="647"/>
                  </a:lnTo>
                  <a:lnTo>
                    <a:pt x="1629" y="569"/>
                  </a:lnTo>
                  <a:lnTo>
                    <a:pt x="1655" y="492"/>
                  </a:lnTo>
                  <a:lnTo>
                    <a:pt x="1655" y="414"/>
                  </a:lnTo>
                  <a:lnTo>
                    <a:pt x="1655" y="337"/>
                  </a:lnTo>
                  <a:lnTo>
                    <a:pt x="1629" y="259"/>
                  </a:lnTo>
                  <a:lnTo>
                    <a:pt x="1603" y="182"/>
                  </a:lnTo>
                  <a:lnTo>
                    <a:pt x="1551" y="104"/>
                  </a:lnTo>
                  <a:lnTo>
                    <a:pt x="1474" y="78"/>
                  </a:lnTo>
                  <a:lnTo>
                    <a:pt x="1422" y="26"/>
                  </a:lnTo>
                  <a:lnTo>
                    <a:pt x="13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9"/>
            <p:cNvSpPr/>
            <p:nvPr/>
          </p:nvSpPr>
          <p:spPr>
            <a:xfrm>
              <a:off x="4177075" y="2149825"/>
              <a:ext cx="34900" cy="21350"/>
            </a:xfrm>
            <a:custGeom>
              <a:avLst/>
              <a:gdLst/>
              <a:ahLst/>
              <a:cxnLst/>
              <a:rect l="l" t="t" r="r" b="b"/>
              <a:pathLst>
                <a:path w="1396" h="854" extrusionOk="0">
                  <a:moveTo>
                    <a:pt x="336" y="1"/>
                  </a:moveTo>
                  <a:lnTo>
                    <a:pt x="259" y="26"/>
                  </a:lnTo>
                  <a:lnTo>
                    <a:pt x="207" y="78"/>
                  </a:lnTo>
                  <a:lnTo>
                    <a:pt x="129" y="130"/>
                  </a:lnTo>
                  <a:lnTo>
                    <a:pt x="78" y="181"/>
                  </a:lnTo>
                  <a:lnTo>
                    <a:pt x="52" y="259"/>
                  </a:lnTo>
                  <a:lnTo>
                    <a:pt x="26" y="337"/>
                  </a:lnTo>
                  <a:lnTo>
                    <a:pt x="0" y="414"/>
                  </a:lnTo>
                  <a:lnTo>
                    <a:pt x="26" y="518"/>
                  </a:lnTo>
                  <a:lnTo>
                    <a:pt x="52" y="595"/>
                  </a:lnTo>
                  <a:lnTo>
                    <a:pt x="78" y="647"/>
                  </a:lnTo>
                  <a:lnTo>
                    <a:pt x="129" y="724"/>
                  </a:lnTo>
                  <a:lnTo>
                    <a:pt x="207" y="776"/>
                  </a:lnTo>
                  <a:lnTo>
                    <a:pt x="259" y="802"/>
                  </a:lnTo>
                  <a:lnTo>
                    <a:pt x="336" y="828"/>
                  </a:lnTo>
                  <a:lnTo>
                    <a:pt x="439" y="854"/>
                  </a:lnTo>
                  <a:lnTo>
                    <a:pt x="982" y="854"/>
                  </a:lnTo>
                  <a:lnTo>
                    <a:pt x="1060" y="828"/>
                  </a:lnTo>
                  <a:lnTo>
                    <a:pt x="1163" y="802"/>
                  </a:lnTo>
                  <a:lnTo>
                    <a:pt x="1215" y="776"/>
                  </a:lnTo>
                  <a:lnTo>
                    <a:pt x="1293" y="724"/>
                  </a:lnTo>
                  <a:lnTo>
                    <a:pt x="1344" y="647"/>
                  </a:lnTo>
                  <a:lnTo>
                    <a:pt x="1370" y="595"/>
                  </a:lnTo>
                  <a:lnTo>
                    <a:pt x="1396" y="518"/>
                  </a:lnTo>
                  <a:lnTo>
                    <a:pt x="1396" y="414"/>
                  </a:lnTo>
                  <a:lnTo>
                    <a:pt x="1396" y="337"/>
                  </a:lnTo>
                  <a:lnTo>
                    <a:pt x="1370" y="259"/>
                  </a:lnTo>
                  <a:lnTo>
                    <a:pt x="1344" y="181"/>
                  </a:lnTo>
                  <a:lnTo>
                    <a:pt x="1293" y="130"/>
                  </a:lnTo>
                  <a:lnTo>
                    <a:pt x="1215" y="78"/>
                  </a:lnTo>
                  <a:lnTo>
                    <a:pt x="1163" y="26"/>
                  </a:lnTo>
                  <a:lnTo>
                    <a:pt x="10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9"/>
            <p:cNvSpPr/>
            <p:nvPr/>
          </p:nvSpPr>
          <p:spPr>
            <a:xfrm>
              <a:off x="4177075" y="2024450"/>
              <a:ext cx="42025" cy="20700"/>
            </a:xfrm>
            <a:custGeom>
              <a:avLst/>
              <a:gdLst/>
              <a:ahLst/>
              <a:cxnLst/>
              <a:rect l="l" t="t" r="r" b="b"/>
              <a:pathLst>
                <a:path w="1681" h="828" extrusionOk="0">
                  <a:moveTo>
                    <a:pt x="336" y="1"/>
                  </a:moveTo>
                  <a:lnTo>
                    <a:pt x="259" y="26"/>
                  </a:lnTo>
                  <a:lnTo>
                    <a:pt x="207" y="78"/>
                  </a:lnTo>
                  <a:lnTo>
                    <a:pt x="129" y="104"/>
                  </a:lnTo>
                  <a:lnTo>
                    <a:pt x="78" y="182"/>
                  </a:lnTo>
                  <a:lnTo>
                    <a:pt x="52" y="259"/>
                  </a:lnTo>
                  <a:lnTo>
                    <a:pt x="26" y="337"/>
                  </a:lnTo>
                  <a:lnTo>
                    <a:pt x="0" y="414"/>
                  </a:lnTo>
                  <a:lnTo>
                    <a:pt x="26" y="492"/>
                  </a:lnTo>
                  <a:lnTo>
                    <a:pt x="52" y="569"/>
                  </a:lnTo>
                  <a:lnTo>
                    <a:pt x="78" y="647"/>
                  </a:lnTo>
                  <a:lnTo>
                    <a:pt x="129" y="699"/>
                  </a:lnTo>
                  <a:lnTo>
                    <a:pt x="207" y="750"/>
                  </a:lnTo>
                  <a:lnTo>
                    <a:pt x="259" y="802"/>
                  </a:lnTo>
                  <a:lnTo>
                    <a:pt x="336" y="828"/>
                  </a:lnTo>
                  <a:lnTo>
                    <a:pt x="1344" y="828"/>
                  </a:lnTo>
                  <a:lnTo>
                    <a:pt x="1422" y="802"/>
                  </a:lnTo>
                  <a:lnTo>
                    <a:pt x="1499" y="750"/>
                  </a:lnTo>
                  <a:lnTo>
                    <a:pt x="1551" y="699"/>
                  </a:lnTo>
                  <a:lnTo>
                    <a:pt x="1603" y="647"/>
                  </a:lnTo>
                  <a:lnTo>
                    <a:pt x="1654" y="569"/>
                  </a:lnTo>
                  <a:lnTo>
                    <a:pt x="1680" y="492"/>
                  </a:lnTo>
                  <a:lnTo>
                    <a:pt x="1680" y="414"/>
                  </a:lnTo>
                  <a:lnTo>
                    <a:pt x="1680" y="337"/>
                  </a:lnTo>
                  <a:lnTo>
                    <a:pt x="1654" y="259"/>
                  </a:lnTo>
                  <a:lnTo>
                    <a:pt x="1603" y="182"/>
                  </a:lnTo>
                  <a:lnTo>
                    <a:pt x="1551" y="104"/>
                  </a:lnTo>
                  <a:lnTo>
                    <a:pt x="1499" y="78"/>
                  </a:lnTo>
                  <a:lnTo>
                    <a:pt x="1422" y="26"/>
                  </a:lnTo>
                  <a:lnTo>
                    <a:pt x="13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9"/>
            <p:cNvSpPr/>
            <p:nvPr/>
          </p:nvSpPr>
          <p:spPr>
            <a:xfrm>
              <a:off x="4303075" y="2003125"/>
              <a:ext cx="20725" cy="63350"/>
            </a:xfrm>
            <a:custGeom>
              <a:avLst/>
              <a:gdLst/>
              <a:ahLst/>
              <a:cxnLst/>
              <a:rect l="l" t="t" r="r" b="b"/>
              <a:pathLst>
                <a:path w="829" h="2534" extrusionOk="0">
                  <a:moveTo>
                    <a:pt x="414" y="1"/>
                  </a:moveTo>
                  <a:lnTo>
                    <a:pt x="337" y="26"/>
                  </a:lnTo>
                  <a:lnTo>
                    <a:pt x="259" y="52"/>
                  </a:lnTo>
                  <a:lnTo>
                    <a:pt x="182" y="78"/>
                  </a:lnTo>
                  <a:lnTo>
                    <a:pt x="130" y="130"/>
                  </a:lnTo>
                  <a:lnTo>
                    <a:pt x="78" y="182"/>
                  </a:lnTo>
                  <a:lnTo>
                    <a:pt x="27" y="259"/>
                  </a:lnTo>
                  <a:lnTo>
                    <a:pt x="1" y="337"/>
                  </a:lnTo>
                  <a:lnTo>
                    <a:pt x="1" y="440"/>
                  </a:lnTo>
                  <a:lnTo>
                    <a:pt x="1" y="2094"/>
                  </a:lnTo>
                  <a:lnTo>
                    <a:pt x="1" y="2198"/>
                  </a:lnTo>
                  <a:lnTo>
                    <a:pt x="27" y="2275"/>
                  </a:lnTo>
                  <a:lnTo>
                    <a:pt x="78" y="2327"/>
                  </a:lnTo>
                  <a:lnTo>
                    <a:pt x="130" y="2405"/>
                  </a:lnTo>
                  <a:lnTo>
                    <a:pt x="182" y="2456"/>
                  </a:lnTo>
                  <a:lnTo>
                    <a:pt x="259" y="2482"/>
                  </a:lnTo>
                  <a:lnTo>
                    <a:pt x="337" y="2508"/>
                  </a:lnTo>
                  <a:lnTo>
                    <a:pt x="414" y="2534"/>
                  </a:lnTo>
                  <a:lnTo>
                    <a:pt x="492" y="2508"/>
                  </a:lnTo>
                  <a:lnTo>
                    <a:pt x="570" y="2482"/>
                  </a:lnTo>
                  <a:lnTo>
                    <a:pt x="647" y="2456"/>
                  </a:lnTo>
                  <a:lnTo>
                    <a:pt x="699" y="2405"/>
                  </a:lnTo>
                  <a:lnTo>
                    <a:pt x="751" y="2327"/>
                  </a:lnTo>
                  <a:lnTo>
                    <a:pt x="802" y="2275"/>
                  </a:lnTo>
                  <a:lnTo>
                    <a:pt x="828" y="2198"/>
                  </a:lnTo>
                  <a:lnTo>
                    <a:pt x="828" y="2094"/>
                  </a:lnTo>
                  <a:lnTo>
                    <a:pt x="828" y="440"/>
                  </a:lnTo>
                  <a:lnTo>
                    <a:pt x="828" y="337"/>
                  </a:lnTo>
                  <a:lnTo>
                    <a:pt x="802" y="259"/>
                  </a:lnTo>
                  <a:lnTo>
                    <a:pt x="751" y="182"/>
                  </a:lnTo>
                  <a:lnTo>
                    <a:pt x="699" y="130"/>
                  </a:lnTo>
                  <a:lnTo>
                    <a:pt x="647" y="78"/>
                  </a:lnTo>
                  <a:lnTo>
                    <a:pt x="570" y="52"/>
                  </a:lnTo>
                  <a:lnTo>
                    <a:pt x="492" y="26"/>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9"/>
            <p:cNvSpPr/>
            <p:nvPr/>
          </p:nvSpPr>
          <p:spPr>
            <a:xfrm>
              <a:off x="4259775" y="2206050"/>
              <a:ext cx="65300" cy="51075"/>
            </a:xfrm>
            <a:custGeom>
              <a:avLst/>
              <a:gdLst/>
              <a:ahLst/>
              <a:cxnLst/>
              <a:rect l="l" t="t" r="r" b="b"/>
              <a:pathLst>
                <a:path w="2612" h="2043" extrusionOk="0">
                  <a:moveTo>
                    <a:pt x="2198" y="1"/>
                  </a:moveTo>
                  <a:lnTo>
                    <a:pt x="2121" y="26"/>
                  </a:lnTo>
                  <a:lnTo>
                    <a:pt x="2043" y="52"/>
                  </a:lnTo>
                  <a:lnTo>
                    <a:pt x="1965" y="78"/>
                  </a:lnTo>
                  <a:lnTo>
                    <a:pt x="1914" y="130"/>
                  </a:lnTo>
                  <a:lnTo>
                    <a:pt x="1009" y="1035"/>
                  </a:lnTo>
                  <a:lnTo>
                    <a:pt x="725" y="724"/>
                  </a:lnTo>
                  <a:lnTo>
                    <a:pt x="647" y="673"/>
                  </a:lnTo>
                  <a:lnTo>
                    <a:pt x="570" y="647"/>
                  </a:lnTo>
                  <a:lnTo>
                    <a:pt x="492" y="621"/>
                  </a:lnTo>
                  <a:lnTo>
                    <a:pt x="414" y="595"/>
                  </a:lnTo>
                  <a:lnTo>
                    <a:pt x="337" y="621"/>
                  </a:lnTo>
                  <a:lnTo>
                    <a:pt x="259" y="647"/>
                  </a:lnTo>
                  <a:lnTo>
                    <a:pt x="182" y="673"/>
                  </a:lnTo>
                  <a:lnTo>
                    <a:pt x="130" y="724"/>
                  </a:lnTo>
                  <a:lnTo>
                    <a:pt x="78" y="802"/>
                  </a:lnTo>
                  <a:lnTo>
                    <a:pt x="27" y="854"/>
                  </a:lnTo>
                  <a:lnTo>
                    <a:pt x="1" y="931"/>
                  </a:lnTo>
                  <a:lnTo>
                    <a:pt x="1" y="1035"/>
                  </a:lnTo>
                  <a:lnTo>
                    <a:pt x="1" y="1112"/>
                  </a:lnTo>
                  <a:lnTo>
                    <a:pt x="27" y="1190"/>
                  </a:lnTo>
                  <a:lnTo>
                    <a:pt x="78" y="1241"/>
                  </a:lnTo>
                  <a:lnTo>
                    <a:pt x="130" y="1319"/>
                  </a:lnTo>
                  <a:lnTo>
                    <a:pt x="725" y="1913"/>
                  </a:lnTo>
                  <a:lnTo>
                    <a:pt x="776" y="1965"/>
                  </a:lnTo>
                  <a:lnTo>
                    <a:pt x="854" y="1991"/>
                  </a:lnTo>
                  <a:lnTo>
                    <a:pt x="931" y="2017"/>
                  </a:lnTo>
                  <a:lnTo>
                    <a:pt x="1009" y="2043"/>
                  </a:lnTo>
                  <a:lnTo>
                    <a:pt x="1087" y="2017"/>
                  </a:lnTo>
                  <a:lnTo>
                    <a:pt x="1164" y="1991"/>
                  </a:lnTo>
                  <a:lnTo>
                    <a:pt x="1242" y="1965"/>
                  </a:lnTo>
                  <a:lnTo>
                    <a:pt x="1319" y="1913"/>
                  </a:lnTo>
                  <a:lnTo>
                    <a:pt x="2483" y="724"/>
                  </a:lnTo>
                  <a:lnTo>
                    <a:pt x="2560" y="673"/>
                  </a:lnTo>
                  <a:lnTo>
                    <a:pt x="2586" y="595"/>
                  </a:lnTo>
                  <a:lnTo>
                    <a:pt x="2612" y="518"/>
                  </a:lnTo>
                  <a:lnTo>
                    <a:pt x="2612" y="440"/>
                  </a:lnTo>
                  <a:lnTo>
                    <a:pt x="2612" y="362"/>
                  </a:lnTo>
                  <a:lnTo>
                    <a:pt x="2586" y="285"/>
                  </a:lnTo>
                  <a:lnTo>
                    <a:pt x="2560" y="207"/>
                  </a:lnTo>
                  <a:lnTo>
                    <a:pt x="2483" y="130"/>
                  </a:lnTo>
                  <a:lnTo>
                    <a:pt x="2431" y="78"/>
                  </a:lnTo>
                  <a:lnTo>
                    <a:pt x="2353" y="52"/>
                  </a:lnTo>
                  <a:lnTo>
                    <a:pt x="2276" y="26"/>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 name="Google Shape;868;p59"/>
          <p:cNvGrpSpPr/>
          <p:nvPr/>
        </p:nvGrpSpPr>
        <p:grpSpPr>
          <a:xfrm>
            <a:off x="5632159" y="2000701"/>
            <a:ext cx="307171" cy="383454"/>
            <a:chOff x="4798125" y="1961775"/>
            <a:chExt cx="286300" cy="357400"/>
          </a:xfrm>
        </p:grpSpPr>
        <p:sp>
          <p:nvSpPr>
            <p:cNvPr id="869" name="Google Shape;869;p59"/>
            <p:cNvSpPr/>
            <p:nvPr/>
          </p:nvSpPr>
          <p:spPr>
            <a:xfrm>
              <a:off x="4798125" y="1961775"/>
              <a:ext cx="286300" cy="357400"/>
            </a:xfrm>
            <a:custGeom>
              <a:avLst/>
              <a:gdLst/>
              <a:ahLst/>
              <a:cxnLst/>
              <a:rect l="l" t="t" r="r" b="b"/>
              <a:pathLst>
                <a:path w="11452" h="14296" extrusionOk="0">
                  <a:moveTo>
                    <a:pt x="5713" y="827"/>
                  </a:moveTo>
                  <a:lnTo>
                    <a:pt x="6334" y="853"/>
                  </a:lnTo>
                  <a:lnTo>
                    <a:pt x="6954" y="905"/>
                  </a:lnTo>
                  <a:lnTo>
                    <a:pt x="7549" y="957"/>
                  </a:lnTo>
                  <a:lnTo>
                    <a:pt x="8169" y="1086"/>
                  </a:lnTo>
                  <a:lnTo>
                    <a:pt x="8789" y="1215"/>
                  </a:lnTo>
                  <a:lnTo>
                    <a:pt x="9384" y="1370"/>
                  </a:lnTo>
                  <a:lnTo>
                    <a:pt x="10004" y="1577"/>
                  </a:lnTo>
                  <a:lnTo>
                    <a:pt x="10599" y="1810"/>
                  </a:lnTo>
                  <a:lnTo>
                    <a:pt x="10599" y="6256"/>
                  </a:lnTo>
                  <a:lnTo>
                    <a:pt x="10599" y="6850"/>
                  </a:lnTo>
                  <a:lnTo>
                    <a:pt x="10521" y="7419"/>
                  </a:lnTo>
                  <a:lnTo>
                    <a:pt x="10418" y="7988"/>
                  </a:lnTo>
                  <a:lnTo>
                    <a:pt x="10263" y="8557"/>
                  </a:lnTo>
                  <a:lnTo>
                    <a:pt x="10056" y="9074"/>
                  </a:lnTo>
                  <a:lnTo>
                    <a:pt x="9823" y="9616"/>
                  </a:lnTo>
                  <a:lnTo>
                    <a:pt x="9565" y="10108"/>
                  </a:lnTo>
                  <a:lnTo>
                    <a:pt x="9255" y="10599"/>
                  </a:lnTo>
                  <a:lnTo>
                    <a:pt x="8919" y="11038"/>
                  </a:lnTo>
                  <a:lnTo>
                    <a:pt x="8557" y="11478"/>
                  </a:lnTo>
                  <a:lnTo>
                    <a:pt x="8143" y="11891"/>
                  </a:lnTo>
                  <a:lnTo>
                    <a:pt x="7729" y="12253"/>
                  </a:lnTo>
                  <a:lnTo>
                    <a:pt x="7264" y="12589"/>
                  </a:lnTo>
                  <a:lnTo>
                    <a:pt x="6773" y="12899"/>
                  </a:lnTo>
                  <a:lnTo>
                    <a:pt x="6256" y="13184"/>
                  </a:lnTo>
                  <a:lnTo>
                    <a:pt x="5713" y="13416"/>
                  </a:lnTo>
                  <a:lnTo>
                    <a:pt x="5196" y="13184"/>
                  </a:lnTo>
                  <a:lnTo>
                    <a:pt x="4679" y="12899"/>
                  </a:lnTo>
                  <a:lnTo>
                    <a:pt x="4188" y="12589"/>
                  </a:lnTo>
                  <a:lnTo>
                    <a:pt x="3723" y="12253"/>
                  </a:lnTo>
                  <a:lnTo>
                    <a:pt x="3283" y="11891"/>
                  </a:lnTo>
                  <a:lnTo>
                    <a:pt x="2895" y="11478"/>
                  </a:lnTo>
                  <a:lnTo>
                    <a:pt x="2508" y="11038"/>
                  </a:lnTo>
                  <a:lnTo>
                    <a:pt x="2172" y="10599"/>
                  </a:lnTo>
                  <a:lnTo>
                    <a:pt x="1887" y="10108"/>
                  </a:lnTo>
                  <a:lnTo>
                    <a:pt x="1603" y="9616"/>
                  </a:lnTo>
                  <a:lnTo>
                    <a:pt x="1370" y="9074"/>
                  </a:lnTo>
                  <a:lnTo>
                    <a:pt x="1189" y="8557"/>
                  </a:lnTo>
                  <a:lnTo>
                    <a:pt x="1034" y="7988"/>
                  </a:lnTo>
                  <a:lnTo>
                    <a:pt x="931" y="7419"/>
                  </a:lnTo>
                  <a:lnTo>
                    <a:pt x="853" y="6850"/>
                  </a:lnTo>
                  <a:lnTo>
                    <a:pt x="827" y="6256"/>
                  </a:lnTo>
                  <a:lnTo>
                    <a:pt x="827" y="1810"/>
                  </a:lnTo>
                  <a:lnTo>
                    <a:pt x="1448" y="1577"/>
                  </a:lnTo>
                  <a:lnTo>
                    <a:pt x="2042" y="1370"/>
                  </a:lnTo>
                  <a:lnTo>
                    <a:pt x="2663" y="1215"/>
                  </a:lnTo>
                  <a:lnTo>
                    <a:pt x="3283" y="1086"/>
                  </a:lnTo>
                  <a:lnTo>
                    <a:pt x="3878" y="957"/>
                  </a:lnTo>
                  <a:lnTo>
                    <a:pt x="4498" y="905"/>
                  </a:lnTo>
                  <a:lnTo>
                    <a:pt x="5119" y="853"/>
                  </a:lnTo>
                  <a:lnTo>
                    <a:pt x="5713" y="827"/>
                  </a:lnTo>
                  <a:close/>
                  <a:moveTo>
                    <a:pt x="5041" y="0"/>
                  </a:moveTo>
                  <a:lnTo>
                    <a:pt x="4369" y="52"/>
                  </a:lnTo>
                  <a:lnTo>
                    <a:pt x="3671" y="155"/>
                  </a:lnTo>
                  <a:lnTo>
                    <a:pt x="2999" y="284"/>
                  </a:lnTo>
                  <a:lnTo>
                    <a:pt x="2301" y="440"/>
                  </a:lnTo>
                  <a:lnTo>
                    <a:pt x="1629" y="646"/>
                  </a:lnTo>
                  <a:lnTo>
                    <a:pt x="931" y="879"/>
                  </a:lnTo>
                  <a:lnTo>
                    <a:pt x="259" y="1138"/>
                  </a:lnTo>
                  <a:lnTo>
                    <a:pt x="155" y="1189"/>
                  </a:lnTo>
                  <a:lnTo>
                    <a:pt x="78" y="1293"/>
                  </a:lnTo>
                  <a:lnTo>
                    <a:pt x="26" y="1396"/>
                  </a:lnTo>
                  <a:lnTo>
                    <a:pt x="0" y="1525"/>
                  </a:lnTo>
                  <a:lnTo>
                    <a:pt x="0" y="6256"/>
                  </a:lnTo>
                  <a:lnTo>
                    <a:pt x="26" y="6902"/>
                  </a:lnTo>
                  <a:lnTo>
                    <a:pt x="104" y="7548"/>
                  </a:lnTo>
                  <a:lnTo>
                    <a:pt x="207" y="8195"/>
                  </a:lnTo>
                  <a:lnTo>
                    <a:pt x="388" y="8815"/>
                  </a:lnTo>
                  <a:lnTo>
                    <a:pt x="595" y="9410"/>
                  </a:lnTo>
                  <a:lnTo>
                    <a:pt x="879" y="10004"/>
                  </a:lnTo>
                  <a:lnTo>
                    <a:pt x="1189" y="10573"/>
                  </a:lnTo>
                  <a:lnTo>
                    <a:pt x="1525" y="11142"/>
                  </a:lnTo>
                  <a:lnTo>
                    <a:pt x="1913" y="11659"/>
                  </a:lnTo>
                  <a:lnTo>
                    <a:pt x="2353" y="12150"/>
                  </a:lnTo>
                  <a:lnTo>
                    <a:pt x="2818" y="12589"/>
                  </a:lnTo>
                  <a:lnTo>
                    <a:pt x="3309" y="13003"/>
                  </a:lnTo>
                  <a:lnTo>
                    <a:pt x="3852" y="13391"/>
                  </a:lnTo>
                  <a:lnTo>
                    <a:pt x="4395" y="13727"/>
                  </a:lnTo>
                  <a:lnTo>
                    <a:pt x="4963" y="14011"/>
                  </a:lnTo>
                  <a:lnTo>
                    <a:pt x="5584" y="14269"/>
                  </a:lnTo>
                  <a:lnTo>
                    <a:pt x="5713" y="14295"/>
                  </a:lnTo>
                  <a:lnTo>
                    <a:pt x="5868" y="14269"/>
                  </a:lnTo>
                  <a:lnTo>
                    <a:pt x="6463" y="14011"/>
                  </a:lnTo>
                  <a:lnTo>
                    <a:pt x="7057" y="13727"/>
                  </a:lnTo>
                  <a:lnTo>
                    <a:pt x="7600" y="13391"/>
                  </a:lnTo>
                  <a:lnTo>
                    <a:pt x="8143" y="13003"/>
                  </a:lnTo>
                  <a:lnTo>
                    <a:pt x="8634" y="12589"/>
                  </a:lnTo>
                  <a:lnTo>
                    <a:pt x="9100" y="12150"/>
                  </a:lnTo>
                  <a:lnTo>
                    <a:pt x="9513" y="11659"/>
                  </a:lnTo>
                  <a:lnTo>
                    <a:pt x="9927" y="11142"/>
                  </a:lnTo>
                  <a:lnTo>
                    <a:pt x="10263" y="10573"/>
                  </a:lnTo>
                  <a:lnTo>
                    <a:pt x="10573" y="10004"/>
                  </a:lnTo>
                  <a:lnTo>
                    <a:pt x="10832" y="9410"/>
                  </a:lnTo>
                  <a:lnTo>
                    <a:pt x="11064" y="8815"/>
                  </a:lnTo>
                  <a:lnTo>
                    <a:pt x="11219" y="8195"/>
                  </a:lnTo>
                  <a:lnTo>
                    <a:pt x="11349" y="7548"/>
                  </a:lnTo>
                  <a:lnTo>
                    <a:pt x="11426" y="6902"/>
                  </a:lnTo>
                  <a:lnTo>
                    <a:pt x="11452" y="6256"/>
                  </a:lnTo>
                  <a:lnTo>
                    <a:pt x="11452" y="1525"/>
                  </a:lnTo>
                  <a:lnTo>
                    <a:pt x="11426" y="1396"/>
                  </a:lnTo>
                  <a:lnTo>
                    <a:pt x="11374" y="1293"/>
                  </a:lnTo>
                  <a:lnTo>
                    <a:pt x="11297" y="1189"/>
                  </a:lnTo>
                  <a:lnTo>
                    <a:pt x="11193" y="1138"/>
                  </a:lnTo>
                  <a:lnTo>
                    <a:pt x="10521" y="879"/>
                  </a:lnTo>
                  <a:lnTo>
                    <a:pt x="9823" y="646"/>
                  </a:lnTo>
                  <a:lnTo>
                    <a:pt x="9151" y="440"/>
                  </a:lnTo>
                  <a:lnTo>
                    <a:pt x="8453" y="284"/>
                  </a:lnTo>
                  <a:lnTo>
                    <a:pt x="7781" y="155"/>
                  </a:lnTo>
                  <a:lnTo>
                    <a:pt x="7083" y="52"/>
                  </a:lnTo>
                  <a:lnTo>
                    <a:pt x="64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9"/>
            <p:cNvSpPr/>
            <p:nvPr/>
          </p:nvSpPr>
          <p:spPr>
            <a:xfrm>
              <a:off x="4847225" y="2032850"/>
              <a:ext cx="188100" cy="188100"/>
            </a:xfrm>
            <a:custGeom>
              <a:avLst/>
              <a:gdLst/>
              <a:ahLst/>
              <a:cxnLst/>
              <a:rect l="l" t="t" r="r" b="b"/>
              <a:pathLst>
                <a:path w="7524" h="7524" extrusionOk="0">
                  <a:moveTo>
                    <a:pt x="3904" y="2508"/>
                  </a:moveTo>
                  <a:lnTo>
                    <a:pt x="4034" y="2560"/>
                  </a:lnTo>
                  <a:lnTo>
                    <a:pt x="4137" y="2637"/>
                  </a:lnTo>
                  <a:lnTo>
                    <a:pt x="4240" y="2715"/>
                  </a:lnTo>
                  <a:lnTo>
                    <a:pt x="4344" y="2818"/>
                  </a:lnTo>
                  <a:lnTo>
                    <a:pt x="4395" y="2922"/>
                  </a:lnTo>
                  <a:lnTo>
                    <a:pt x="4447" y="3051"/>
                  </a:lnTo>
                  <a:lnTo>
                    <a:pt x="4447" y="3206"/>
                  </a:lnTo>
                  <a:lnTo>
                    <a:pt x="4447" y="3335"/>
                  </a:lnTo>
                  <a:lnTo>
                    <a:pt x="4395" y="3465"/>
                  </a:lnTo>
                  <a:lnTo>
                    <a:pt x="4344" y="3594"/>
                  </a:lnTo>
                  <a:lnTo>
                    <a:pt x="4240" y="3697"/>
                  </a:lnTo>
                  <a:lnTo>
                    <a:pt x="4137" y="3775"/>
                  </a:lnTo>
                  <a:lnTo>
                    <a:pt x="4034" y="3852"/>
                  </a:lnTo>
                  <a:lnTo>
                    <a:pt x="3904" y="3878"/>
                  </a:lnTo>
                  <a:lnTo>
                    <a:pt x="3749" y="3904"/>
                  </a:lnTo>
                  <a:lnTo>
                    <a:pt x="3620" y="3878"/>
                  </a:lnTo>
                  <a:lnTo>
                    <a:pt x="3491" y="3852"/>
                  </a:lnTo>
                  <a:lnTo>
                    <a:pt x="3361" y="3775"/>
                  </a:lnTo>
                  <a:lnTo>
                    <a:pt x="3258" y="3697"/>
                  </a:lnTo>
                  <a:lnTo>
                    <a:pt x="3180" y="3594"/>
                  </a:lnTo>
                  <a:lnTo>
                    <a:pt x="3129" y="3465"/>
                  </a:lnTo>
                  <a:lnTo>
                    <a:pt x="3077" y="3335"/>
                  </a:lnTo>
                  <a:lnTo>
                    <a:pt x="3051" y="3206"/>
                  </a:lnTo>
                  <a:lnTo>
                    <a:pt x="3077" y="3051"/>
                  </a:lnTo>
                  <a:lnTo>
                    <a:pt x="3129" y="2922"/>
                  </a:lnTo>
                  <a:lnTo>
                    <a:pt x="3180" y="2818"/>
                  </a:lnTo>
                  <a:lnTo>
                    <a:pt x="3258" y="2715"/>
                  </a:lnTo>
                  <a:lnTo>
                    <a:pt x="3361" y="2637"/>
                  </a:lnTo>
                  <a:lnTo>
                    <a:pt x="3491" y="2560"/>
                  </a:lnTo>
                  <a:lnTo>
                    <a:pt x="3620" y="2508"/>
                  </a:lnTo>
                  <a:close/>
                  <a:moveTo>
                    <a:pt x="3749" y="828"/>
                  </a:moveTo>
                  <a:lnTo>
                    <a:pt x="4059" y="854"/>
                  </a:lnTo>
                  <a:lnTo>
                    <a:pt x="4344" y="880"/>
                  </a:lnTo>
                  <a:lnTo>
                    <a:pt x="4628" y="957"/>
                  </a:lnTo>
                  <a:lnTo>
                    <a:pt x="4887" y="1061"/>
                  </a:lnTo>
                  <a:lnTo>
                    <a:pt x="5145" y="1190"/>
                  </a:lnTo>
                  <a:lnTo>
                    <a:pt x="5404" y="1319"/>
                  </a:lnTo>
                  <a:lnTo>
                    <a:pt x="5610" y="1500"/>
                  </a:lnTo>
                  <a:lnTo>
                    <a:pt x="5843" y="1681"/>
                  </a:lnTo>
                  <a:lnTo>
                    <a:pt x="6024" y="1888"/>
                  </a:lnTo>
                  <a:lnTo>
                    <a:pt x="6179" y="2120"/>
                  </a:lnTo>
                  <a:lnTo>
                    <a:pt x="6334" y="2353"/>
                  </a:lnTo>
                  <a:lnTo>
                    <a:pt x="6463" y="2612"/>
                  </a:lnTo>
                  <a:lnTo>
                    <a:pt x="6567" y="2896"/>
                  </a:lnTo>
                  <a:lnTo>
                    <a:pt x="6619" y="3180"/>
                  </a:lnTo>
                  <a:lnTo>
                    <a:pt x="6670" y="3465"/>
                  </a:lnTo>
                  <a:lnTo>
                    <a:pt x="6696" y="3775"/>
                  </a:lnTo>
                  <a:lnTo>
                    <a:pt x="6670" y="4033"/>
                  </a:lnTo>
                  <a:lnTo>
                    <a:pt x="6644" y="4266"/>
                  </a:lnTo>
                  <a:lnTo>
                    <a:pt x="6593" y="4524"/>
                  </a:lnTo>
                  <a:lnTo>
                    <a:pt x="6515" y="4757"/>
                  </a:lnTo>
                  <a:lnTo>
                    <a:pt x="6412" y="4990"/>
                  </a:lnTo>
                  <a:lnTo>
                    <a:pt x="6308" y="5197"/>
                  </a:lnTo>
                  <a:lnTo>
                    <a:pt x="6179" y="5403"/>
                  </a:lnTo>
                  <a:lnTo>
                    <a:pt x="6024" y="5610"/>
                  </a:lnTo>
                  <a:lnTo>
                    <a:pt x="5946" y="5378"/>
                  </a:lnTo>
                  <a:lnTo>
                    <a:pt x="5869" y="5171"/>
                  </a:lnTo>
                  <a:lnTo>
                    <a:pt x="5740" y="4990"/>
                  </a:lnTo>
                  <a:lnTo>
                    <a:pt x="5610" y="4783"/>
                  </a:lnTo>
                  <a:lnTo>
                    <a:pt x="5455" y="4628"/>
                  </a:lnTo>
                  <a:lnTo>
                    <a:pt x="5300" y="4473"/>
                  </a:lnTo>
                  <a:lnTo>
                    <a:pt x="5119" y="4318"/>
                  </a:lnTo>
                  <a:lnTo>
                    <a:pt x="4912" y="4214"/>
                  </a:lnTo>
                  <a:lnTo>
                    <a:pt x="5068" y="3982"/>
                  </a:lnTo>
                  <a:lnTo>
                    <a:pt x="5197" y="3749"/>
                  </a:lnTo>
                  <a:lnTo>
                    <a:pt x="5274" y="3490"/>
                  </a:lnTo>
                  <a:lnTo>
                    <a:pt x="5300" y="3206"/>
                  </a:lnTo>
                  <a:lnTo>
                    <a:pt x="5274" y="3051"/>
                  </a:lnTo>
                  <a:lnTo>
                    <a:pt x="5274" y="2896"/>
                  </a:lnTo>
                  <a:lnTo>
                    <a:pt x="5171" y="2612"/>
                  </a:lnTo>
                  <a:lnTo>
                    <a:pt x="5042" y="2353"/>
                  </a:lnTo>
                  <a:lnTo>
                    <a:pt x="4835" y="2120"/>
                  </a:lnTo>
                  <a:lnTo>
                    <a:pt x="4628" y="1939"/>
                  </a:lnTo>
                  <a:lnTo>
                    <a:pt x="4344" y="1784"/>
                  </a:lnTo>
                  <a:lnTo>
                    <a:pt x="4059" y="1707"/>
                  </a:lnTo>
                  <a:lnTo>
                    <a:pt x="3904" y="1681"/>
                  </a:lnTo>
                  <a:lnTo>
                    <a:pt x="3594" y="1681"/>
                  </a:lnTo>
                  <a:lnTo>
                    <a:pt x="3439" y="1707"/>
                  </a:lnTo>
                  <a:lnTo>
                    <a:pt x="3155" y="1784"/>
                  </a:lnTo>
                  <a:lnTo>
                    <a:pt x="2896" y="1939"/>
                  </a:lnTo>
                  <a:lnTo>
                    <a:pt x="2663" y="2120"/>
                  </a:lnTo>
                  <a:lnTo>
                    <a:pt x="2482" y="2353"/>
                  </a:lnTo>
                  <a:lnTo>
                    <a:pt x="2353" y="2612"/>
                  </a:lnTo>
                  <a:lnTo>
                    <a:pt x="2250" y="2896"/>
                  </a:lnTo>
                  <a:lnTo>
                    <a:pt x="2224" y="3051"/>
                  </a:lnTo>
                  <a:lnTo>
                    <a:pt x="2224" y="3206"/>
                  </a:lnTo>
                  <a:lnTo>
                    <a:pt x="2250" y="3490"/>
                  </a:lnTo>
                  <a:lnTo>
                    <a:pt x="2327" y="3749"/>
                  </a:lnTo>
                  <a:lnTo>
                    <a:pt x="2431" y="3982"/>
                  </a:lnTo>
                  <a:lnTo>
                    <a:pt x="2586" y="4214"/>
                  </a:lnTo>
                  <a:lnTo>
                    <a:pt x="2405" y="4318"/>
                  </a:lnTo>
                  <a:lnTo>
                    <a:pt x="2224" y="4473"/>
                  </a:lnTo>
                  <a:lnTo>
                    <a:pt x="2069" y="4628"/>
                  </a:lnTo>
                  <a:lnTo>
                    <a:pt x="1914" y="4783"/>
                  </a:lnTo>
                  <a:lnTo>
                    <a:pt x="1785" y="4990"/>
                  </a:lnTo>
                  <a:lnTo>
                    <a:pt x="1655" y="5171"/>
                  </a:lnTo>
                  <a:lnTo>
                    <a:pt x="1552" y="5378"/>
                  </a:lnTo>
                  <a:lnTo>
                    <a:pt x="1474" y="5610"/>
                  </a:lnTo>
                  <a:lnTo>
                    <a:pt x="1345" y="5403"/>
                  </a:lnTo>
                  <a:lnTo>
                    <a:pt x="1216" y="5197"/>
                  </a:lnTo>
                  <a:lnTo>
                    <a:pt x="1087" y="4990"/>
                  </a:lnTo>
                  <a:lnTo>
                    <a:pt x="1009" y="4757"/>
                  </a:lnTo>
                  <a:lnTo>
                    <a:pt x="931" y="4524"/>
                  </a:lnTo>
                  <a:lnTo>
                    <a:pt x="880" y="4266"/>
                  </a:lnTo>
                  <a:lnTo>
                    <a:pt x="828" y="4033"/>
                  </a:lnTo>
                  <a:lnTo>
                    <a:pt x="828" y="3775"/>
                  </a:lnTo>
                  <a:lnTo>
                    <a:pt x="854" y="3465"/>
                  </a:lnTo>
                  <a:lnTo>
                    <a:pt x="880" y="3180"/>
                  </a:lnTo>
                  <a:lnTo>
                    <a:pt x="957" y="2896"/>
                  </a:lnTo>
                  <a:lnTo>
                    <a:pt x="1061" y="2612"/>
                  </a:lnTo>
                  <a:lnTo>
                    <a:pt x="1190" y="2353"/>
                  </a:lnTo>
                  <a:lnTo>
                    <a:pt x="1319" y="2120"/>
                  </a:lnTo>
                  <a:lnTo>
                    <a:pt x="1500" y="1888"/>
                  </a:lnTo>
                  <a:lnTo>
                    <a:pt x="1681" y="1681"/>
                  </a:lnTo>
                  <a:lnTo>
                    <a:pt x="1888" y="1500"/>
                  </a:lnTo>
                  <a:lnTo>
                    <a:pt x="2121" y="1319"/>
                  </a:lnTo>
                  <a:lnTo>
                    <a:pt x="2353" y="1190"/>
                  </a:lnTo>
                  <a:lnTo>
                    <a:pt x="2612" y="1061"/>
                  </a:lnTo>
                  <a:lnTo>
                    <a:pt x="2896" y="957"/>
                  </a:lnTo>
                  <a:lnTo>
                    <a:pt x="3180" y="880"/>
                  </a:lnTo>
                  <a:lnTo>
                    <a:pt x="3465" y="854"/>
                  </a:lnTo>
                  <a:lnTo>
                    <a:pt x="3749" y="828"/>
                  </a:lnTo>
                  <a:close/>
                  <a:moveTo>
                    <a:pt x="3749" y="4731"/>
                  </a:moveTo>
                  <a:lnTo>
                    <a:pt x="3904" y="4757"/>
                  </a:lnTo>
                  <a:lnTo>
                    <a:pt x="4059" y="4783"/>
                  </a:lnTo>
                  <a:lnTo>
                    <a:pt x="4344" y="4860"/>
                  </a:lnTo>
                  <a:lnTo>
                    <a:pt x="4602" y="4990"/>
                  </a:lnTo>
                  <a:lnTo>
                    <a:pt x="4835" y="5197"/>
                  </a:lnTo>
                  <a:lnTo>
                    <a:pt x="5016" y="5403"/>
                  </a:lnTo>
                  <a:lnTo>
                    <a:pt x="5171" y="5662"/>
                  </a:lnTo>
                  <a:lnTo>
                    <a:pt x="5248" y="5946"/>
                  </a:lnTo>
                  <a:lnTo>
                    <a:pt x="5274" y="6101"/>
                  </a:lnTo>
                  <a:lnTo>
                    <a:pt x="5300" y="6256"/>
                  </a:lnTo>
                  <a:lnTo>
                    <a:pt x="4938" y="6437"/>
                  </a:lnTo>
                  <a:lnTo>
                    <a:pt x="4576" y="6592"/>
                  </a:lnTo>
                  <a:lnTo>
                    <a:pt x="4163" y="6670"/>
                  </a:lnTo>
                  <a:lnTo>
                    <a:pt x="3749" y="6696"/>
                  </a:lnTo>
                  <a:lnTo>
                    <a:pt x="3336" y="6670"/>
                  </a:lnTo>
                  <a:lnTo>
                    <a:pt x="2948" y="6592"/>
                  </a:lnTo>
                  <a:lnTo>
                    <a:pt x="2586" y="6437"/>
                  </a:lnTo>
                  <a:lnTo>
                    <a:pt x="2224" y="6256"/>
                  </a:lnTo>
                  <a:lnTo>
                    <a:pt x="2224" y="6101"/>
                  </a:lnTo>
                  <a:lnTo>
                    <a:pt x="2250" y="5946"/>
                  </a:lnTo>
                  <a:lnTo>
                    <a:pt x="2353" y="5662"/>
                  </a:lnTo>
                  <a:lnTo>
                    <a:pt x="2482" y="5403"/>
                  </a:lnTo>
                  <a:lnTo>
                    <a:pt x="2689" y="5197"/>
                  </a:lnTo>
                  <a:lnTo>
                    <a:pt x="2896" y="4990"/>
                  </a:lnTo>
                  <a:lnTo>
                    <a:pt x="3155" y="4860"/>
                  </a:lnTo>
                  <a:lnTo>
                    <a:pt x="3439" y="4783"/>
                  </a:lnTo>
                  <a:lnTo>
                    <a:pt x="3594" y="4757"/>
                  </a:lnTo>
                  <a:lnTo>
                    <a:pt x="3749" y="4731"/>
                  </a:lnTo>
                  <a:close/>
                  <a:moveTo>
                    <a:pt x="3361" y="1"/>
                  </a:moveTo>
                  <a:lnTo>
                    <a:pt x="2999" y="78"/>
                  </a:lnTo>
                  <a:lnTo>
                    <a:pt x="2638" y="156"/>
                  </a:lnTo>
                  <a:lnTo>
                    <a:pt x="2302" y="285"/>
                  </a:lnTo>
                  <a:lnTo>
                    <a:pt x="1965" y="440"/>
                  </a:lnTo>
                  <a:lnTo>
                    <a:pt x="1655" y="647"/>
                  </a:lnTo>
                  <a:lnTo>
                    <a:pt x="1371" y="854"/>
                  </a:lnTo>
                  <a:lnTo>
                    <a:pt x="1087" y="1086"/>
                  </a:lnTo>
                  <a:lnTo>
                    <a:pt x="854" y="1371"/>
                  </a:lnTo>
                  <a:lnTo>
                    <a:pt x="647" y="1655"/>
                  </a:lnTo>
                  <a:lnTo>
                    <a:pt x="440" y="1965"/>
                  </a:lnTo>
                  <a:lnTo>
                    <a:pt x="285" y="2301"/>
                  </a:lnTo>
                  <a:lnTo>
                    <a:pt x="156" y="2637"/>
                  </a:lnTo>
                  <a:lnTo>
                    <a:pt x="78" y="2999"/>
                  </a:lnTo>
                  <a:lnTo>
                    <a:pt x="1" y="3387"/>
                  </a:lnTo>
                  <a:lnTo>
                    <a:pt x="1" y="3775"/>
                  </a:lnTo>
                  <a:lnTo>
                    <a:pt x="1" y="4137"/>
                  </a:lnTo>
                  <a:lnTo>
                    <a:pt x="78" y="4524"/>
                  </a:lnTo>
                  <a:lnTo>
                    <a:pt x="156" y="4886"/>
                  </a:lnTo>
                  <a:lnTo>
                    <a:pt x="285" y="5222"/>
                  </a:lnTo>
                  <a:lnTo>
                    <a:pt x="440" y="5558"/>
                  </a:lnTo>
                  <a:lnTo>
                    <a:pt x="647" y="5869"/>
                  </a:lnTo>
                  <a:lnTo>
                    <a:pt x="854" y="6153"/>
                  </a:lnTo>
                  <a:lnTo>
                    <a:pt x="1087" y="6437"/>
                  </a:lnTo>
                  <a:lnTo>
                    <a:pt x="1371" y="6670"/>
                  </a:lnTo>
                  <a:lnTo>
                    <a:pt x="1655" y="6877"/>
                  </a:lnTo>
                  <a:lnTo>
                    <a:pt x="1965" y="7084"/>
                  </a:lnTo>
                  <a:lnTo>
                    <a:pt x="2302" y="7239"/>
                  </a:lnTo>
                  <a:lnTo>
                    <a:pt x="2638" y="7368"/>
                  </a:lnTo>
                  <a:lnTo>
                    <a:pt x="2999" y="7446"/>
                  </a:lnTo>
                  <a:lnTo>
                    <a:pt x="3361" y="7523"/>
                  </a:lnTo>
                  <a:lnTo>
                    <a:pt x="4137" y="7523"/>
                  </a:lnTo>
                  <a:lnTo>
                    <a:pt x="4525" y="7446"/>
                  </a:lnTo>
                  <a:lnTo>
                    <a:pt x="4887" y="7368"/>
                  </a:lnTo>
                  <a:lnTo>
                    <a:pt x="5223" y="7239"/>
                  </a:lnTo>
                  <a:lnTo>
                    <a:pt x="5559" y="7084"/>
                  </a:lnTo>
                  <a:lnTo>
                    <a:pt x="5869" y="6877"/>
                  </a:lnTo>
                  <a:lnTo>
                    <a:pt x="6153" y="6670"/>
                  </a:lnTo>
                  <a:lnTo>
                    <a:pt x="6412" y="6437"/>
                  </a:lnTo>
                  <a:lnTo>
                    <a:pt x="6670" y="6153"/>
                  </a:lnTo>
                  <a:lnTo>
                    <a:pt x="6877" y="5869"/>
                  </a:lnTo>
                  <a:lnTo>
                    <a:pt x="7084" y="5558"/>
                  </a:lnTo>
                  <a:lnTo>
                    <a:pt x="7239" y="5222"/>
                  </a:lnTo>
                  <a:lnTo>
                    <a:pt x="7368" y="4886"/>
                  </a:lnTo>
                  <a:lnTo>
                    <a:pt x="7446" y="4524"/>
                  </a:lnTo>
                  <a:lnTo>
                    <a:pt x="7497" y="4137"/>
                  </a:lnTo>
                  <a:lnTo>
                    <a:pt x="7523" y="3775"/>
                  </a:lnTo>
                  <a:lnTo>
                    <a:pt x="7497" y="3387"/>
                  </a:lnTo>
                  <a:lnTo>
                    <a:pt x="7446" y="2999"/>
                  </a:lnTo>
                  <a:lnTo>
                    <a:pt x="7368" y="2637"/>
                  </a:lnTo>
                  <a:lnTo>
                    <a:pt x="7239" y="2301"/>
                  </a:lnTo>
                  <a:lnTo>
                    <a:pt x="7084" y="1965"/>
                  </a:lnTo>
                  <a:lnTo>
                    <a:pt x="6877" y="1655"/>
                  </a:lnTo>
                  <a:lnTo>
                    <a:pt x="6670" y="1371"/>
                  </a:lnTo>
                  <a:lnTo>
                    <a:pt x="6412" y="1086"/>
                  </a:lnTo>
                  <a:lnTo>
                    <a:pt x="6153" y="854"/>
                  </a:lnTo>
                  <a:lnTo>
                    <a:pt x="5869" y="647"/>
                  </a:lnTo>
                  <a:lnTo>
                    <a:pt x="5559" y="440"/>
                  </a:lnTo>
                  <a:lnTo>
                    <a:pt x="5223" y="285"/>
                  </a:lnTo>
                  <a:lnTo>
                    <a:pt x="4887" y="156"/>
                  </a:lnTo>
                  <a:lnTo>
                    <a:pt x="4525" y="78"/>
                  </a:lnTo>
                  <a:lnTo>
                    <a:pt x="4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 name="Google Shape;871;p59"/>
          <p:cNvGrpSpPr/>
          <p:nvPr/>
        </p:nvGrpSpPr>
        <p:grpSpPr>
          <a:xfrm>
            <a:off x="6433696" y="2000701"/>
            <a:ext cx="321736" cy="383454"/>
            <a:chOff x="5545200" y="1961775"/>
            <a:chExt cx="299875" cy="357400"/>
          </a:xfrm>
        </p:grpSpPr>
        <p:sp>
          <p:nvSpPr>
            <p:cNvPr id="872" name="Google Shape;872;p59"/>
            <p:cNvSpPr/>
            <p:nvPr/>
          </p:nvSpPr>
          <p:spPr>
            <a:xfrm>
              <a:off x="5545200" y="1961775"/>
              <a:ext cx="299875" cy="357400"/>
            </a:xfrm>
            <a:custGeom>
              <a:avLst/>
              <a:gdLst/>
              <a:ahLst/>
              <a:cxnLst/>
              <a:rect l="l" t="t" r="r" b="b"/>
              <a:pathLst>
                <a:path w="11995" h="14296" extrusionOk="0">
                  <a:moveTo>
                    <a:pt x="4653" y="3128"/>
                  </a:moveTo>
                  <a:lnTo>
                    <a:pt x="5196" y="3206"/>
                  </a:lnTo>
                  <a:lnTo>
                    <a:pt x="5739" y="3309"/>
                  </a:lnTo>
                  <a:lnTo>
                    <a:pt x="6204" y="3464"/>
                  </a:lnTo>
                  <a:lnTo>
                    <a:pt x="6308" y="3878"/>
                  </a:lnTo>
                  <a:lnTo>
                    <a:pt x="6411" y="4265"/>
                  </a:lnTo>
                  <a:lnTo>
                    <a:pt x="6566" y="4653"/>
                  </a:lnTo>
                  <a:lnTo>
                    <a:pt x="6773" y="4989"/>
                  </a:lnTo>
                  <a:lnTo>
                    <a:pt x="6515" y="5144"/>
                  </a:lnTo>
                  <a:lnTo>
                    <a:pt x="6230" y="5274"/>
                  </a:lnTo>
                  <a:lnTo>
                    <a:pt x="5920" y="5377"/>
                  </a:lnTo>
                  <a:lnTo>
                    <a:pt x="5584" y="5455"/>
                  </a:lnTo>
                  <a:lnTo>
                    <a:pt x="5222" y="5532"/>
                  </a:lnTo>
                  <a:lnTo>
                    <a:pt x="4860" y="5584"/>
                  </a:lnTo>
                  <a:lnTo>
                    <a:pt x="4447" y="5610"/>
                  </a:lnTo>
                  <a:lnTo>
                    <a:pt x="4059" y="5635"/>
                  </a:lnTo>
                  <a:lnTo>
                    <a:pt x="3697" y="5610"/>
                  </a:lnTo>
                  <a:lnTo>
                    <a:pt x="3335" y="5584"/>
                  </a:lnTo>
                  <a:lnTo>
                    <a:pt x="3025" y="5558"/>
                  </a:lnTo>
                  <a:lnTo>
                    <a:pt x="2715" y="5506"/>
                  </a:lnTo>
                  <a:lnTo>
                    <a:pt x="2430" y="5455"/>
                  </a:lnTo>
                  <a:lnTo>
                    <a:pt x="2146" y="5377"/>
                  </a:lnTo>
                  <a:lnTo>
                    <a:pt x="1706" y="5196"/>
                  </a:lnTo>
                  <a:lnTo>
                    <a:pt x="1500" y="5093"/>
                  </a:lnTo>
                  <a:lnTo>
                    <a:pt x="1319" y="4989"/>
                  </a:lnTo>
                  <a:lnTo>
                    <a:pt x="1189" y="4886"/>
                  </a:lnTo>
                  <a:lnTo>
                    <a:pt x="1060" y="4782"/>
                  </a:lnTo>
                  <a:lnTo>
                    <a:pt x="957" y="4679"/>
                  </a:lnTo>
                  <a:lnTo>
                    <a:pt x="905" y="4576"/>
                  </a:lnTo>
                  <a:lnTo>
                    <a:pt x="853" y="4472"/>
                  </a:lnTo>
                  <a:lnTo>
                    <a:pt x="827" y="4369"/>
                  </a:lnTo>
                  <a:lnTo>
                    <a:pt x="853" y="4265"/>
                  </a:lnTo>
                  <a:lnTo>
                    <a:pt x="905" y="4162"/>
                  </a:lnTo>
                  <a:lnTo>
                    <a:pt x="957" y="4059"/>
                  </a:lnTo>
                  <a:lnTo>
                    <a:pt x="1060" y="3955"/>
                  </a:lnTo>
                  <a:lnTo>
                    <a:pt x="1189" y="3852"/>
                  </a:lnTo>
                  <a:lnTo>
                    <a:pt x="1319" y="3748"/>
                  </a:lnTo>
                  <a:lnTo>
                    <a:pt x="1500" y="3645"/>
                  </a:lnTo>
                  <a:lnTo>
                    <a:pt x="1706" y="3542"/>
                  </a:lnTo>
                  <a:lnTo>
                    <a:pt x="2146" y="3387"/>
                  </a:lnTo>
                  <a:lnTo>
                    <a:pt x="2430" y="3309"/>
                  </a:lnTo>
                  <a:lnTo>
                    <a:pt x="2715" y="3231"/>
                  </a:lnTo>
                  <a:lnTo>
                    <a:pt x="3025" y="3180"/>
                  </a:lnTo>
                  <a:lnTo>
                    <a:pt x="3335" y="3154"/>
                  </a:lnTo>
                  <a:lnTo>
                    <a:pt x="3697" y="3128"/>
                  </a:lnTo>
                  <a:close/>
                  <a:moveTo>
                    <a:pt x="9074" y="827"/>
                  </a:moveTo>
                  <a:lnTo>
                    <a:pt x="9591" y="853"/>
                  </a:lnTo>
                  <a:lnTo>
                    <a:pt x="10108" y="931"/>
                  </a:lnTo>
                  <a:lnTo>
                    <a:pt x="10651" y="1060"/>
                  </a:lnTo>
                  <a:lnTo>
                    <a:pt x="11168" y="1241"/>
                  </a:lnTo>
                  <a:lnTo>
                    <a:pt x="11168" y="2689"/>
                  </a:lnTo>
                  <a:lnTo>
                    <a:pt x="11168" y="2947"/>
                  </a:lnTo>
                  <a:lnTo>
                    <a:pt x="11142" y="3206"/>
                  </a:lnTo>
                  <a:lnTo>
                    <a:pt x="11090" y="3464"/>
                  </a:lnTo>
                  <a:lnTo>
                    <a:pt x="11013" y="3723"/>
                  </a:lnTo>
                  <a:lnTo>
                    <a:pt x="10935" y="3981"/>
                  </a:lnTo>
                  <a:lnTo>
                    <a:pt x="10832" y="4214"/>
                  </a:lnTo>
                  <a:lnTo>
                    <a:pt x="10728" y="4446"/>
                  </a:lnTo>
                  <a:lnTo>
                    <a:pt x="10599" y="4679"/>
                  </a:lnTo>
                  <a:lnTo>
                    <a:pt x="10470" y="4886"/>
                  </a:lnTo>
                  <a:lnTo>
                    <a:pt x="10289" y="5093"/>
                  </a:lnTo>
                  <a:lnTo>
                    <a:pt x="10134" y="5299"/>
                  </a:lnTo>
                  <a:lnTo>
                    <a:pt x="9953" y="5480"/>
                  </a:lnTo>
                  <a:lnTo>
                    <a:pt x="9746" y="5661"/>
                  </a:lnTo>
                  <a:lnTo>
                    <a:pt x="9539" y="5816"/>
                  </a:lnTo>
                  <a:lnTo>
                    <a:pt x="9306" y="5946"/>
                  </a:lnTo>
                  <a:lnTo>
                    <a:pt x="9074" y="6075"/>
                  </a:lnTo>
                  <a:lnTo>
                    <a:pt x="8841" y="5946"/>
                  </a:lnTo>
                  <a:lnTo>
                    <a:pt x="8608" y="5816"/>
                  </a:lnTo>
                  <a:lnTo>
                    <a:pt x="8402" y="5661"/>
                  </a:lnTo>
                  <a:lnTo>
                    <a:pt x="8221" y="5480"/>
                  </a:lnTo>
                  <a:lnTo>
                    <a:pt x="8014" y="5299"/>
                  </a:lnTo>
                  <a:lnTo>
                    <a:pt x="7859" y="5093"/>
                  </a:lnTo>
                  <a:lnTo>
                    <a:pt x="7704" y="4886"/>
                  </a:lnTo>
                  <a:lnTo>
                    <a:pt x="7549" y="4679"/>
                  </a:lnTo>
                  <a:lnTo>
                    <a:pt x="7419" y="4446"/>
                  </a:lnTo>
                  <a:lnTo>
                    <a:pt x="7316" y="4214"/>
                  </a:lnTo>
                  <a:lnTo>
                    <a:pt x="7213" y="3981"/>
                  </a:lnTo>
                  <a:lnTo>
                    <a:pt x="7135" y="3723"/>
                  </a:lnTo>
                  <a:lnTo>
                    <a:pt x="7057" y="3464"/>
                  </a:lnTo>
                  <a:lnTo>
                    <a:pt x="7006" y="3206"/>
                  </a:lnTo>
                  <a:lnTo>
                    <a:pt x="6980" y="2947"/>
                  </a:lnTo>
                  <a:lnTo>
                    <a:pt x="6980" y="2689"/>
                  </a:lnTo>
                  <a:lnTo>
                    <a:pt x="6980" y="1241"/>
                  </a:lnTo>
                  <a:lnTo>
                    <a:pt x="7497" y="1060"/>
                  </a:lnTo>
                  <a:lnTo>
                    <a:pt x="8040" y="931"/>
                  </a:lnTo>
                  <a:lnTo>
                    <a:pt x="8557" y="853"/>
                  </a:lnTo>
                  <a:lnTo>
                    <a:pt x="9074" y="827"/>
                  </a:lnTo>
                  <a:close/>
                  <a:moveTo>
                    <a:pt x="7238" y="5687"/>
                  </a:moveTo>
                  <a:lnTo>
                    <a:pt x="7264" y="5713"/>
                  </a:lnTo>
                  <a:lnTo>
                    <a:pt x="7264" y="6333"/>
                  </a:lnTo>
                  <a:lnTo>
                    <a:pt x="7238" y="6437"/>
                  </a:lnTo>
                  <a:lnTo>
                    <a:pt x="7213" y="6540"/>
                  </a:lnTo>
                  <a:lnTo>
                    <a:pt x="7135" y="6644"/>
                  </a:lnTo>
                  <a:lnTo>
                    <a:pt x="7032" y="6747"/>
                  </a:lnTo>
                  <a:lnTo>
                    <a:pt x="6928" y="6850"/>
                  </a:lnTo>
                  <a:lnTo>
                    <a:pt x="6773" y="6954"/>
                  </a:lnTo>
                  <a:lnTo>
                    <a:pt x="6592" y="7057"/>
                  </a:lnTo>
                  <a:lnTo>
                    <a:pt x="6411" y="7161"/>
                  </a:lnTo>
                  <a:lnTo>
                    <a:pt x="5946" y="7316"/>
                  </a:lnTo>
                  <a:lnTo>
                    <a:pt x="5687" y="7393"/>
                  </a:lnTo>
                  <a:lnTo>
                    <a:pt x="5377" y="7471"/>
                  </a:lnTo>
                  <a:lnTo>
                    <a:pt x="5093" y="7523"/>
                  </a:lnTo>
                  <a:lnTo>
                    <a:pt x="4757" y="7548"/>
                  </a:lnTo>
                  <a:lnTo>
                    <a:pt x="4421" y="7574"/>
                  </a:lnTo>
                  <a:lnTo>
                    <a:pt x="3697" y="7574"/>
                  </a:lnTo>
                  <a:lnTo>
                    <a:pt x="3335" y="7548"/>
                  </a:lnTo>
                  <a:lnTo>
                    <a:pt x="3025" y="7523"/>
                  </a:lnTo>
                  <a:lnTo>
                    <a:pt x="2715" y="7471"/>
                  </a:lnTo>
                  <a:lnTo>
                    <a:pt x="2430" y="7393"/>
                  </a:lnTo>
                  <a:lnTo>
                    <a:pt x="2146" y="7316"/>
                  </a:lnTo>
                  <a:lnTo>
                    <a:pt x="1706" y="7161"/>
                  </a:lnTo>
                  <a:lnTo>
                    <a:pt x="1500" y="7057"/>
                  </a:lnTo>
                  <a:lnTo>
                    <a:pt x="1319" y="6954"/>
                  </a:lnTo>
                  <a:lnTo>
                    <a:pt x="1189" y="6850"/>
                  </a:lnTo>
                  <a:lnTo>
                    <a:pt x="1060" y="6747"/>
                  </a:lnTo>
                  <a:lnTo>
                    <a:pt x="957" y="6644"/>
                  </a:lnTo>
                  <a:lnTo>
                    <a:pt x="905" y="6540"/>
                  </a:lnTo>
                  <a:lnTo>
                    <a:pt x="853" y="6437"/>
                  </a:lnTo>
                  <a:lnTo>
                    <a:pt x="827" y="6333"/>
                  </a:lnTo>
                  <a:lnTo>
                    <a:pt x="827" y="5687"/>
                  </a:lnTo>
                  <a:lnTo>
                    <a:pt x="1060" y="5816"/>
                  </a:lnTo>
                  <a:lnTo>
                    <a:pt x="1319" y="5946"/>
                  </a:lnTo>
                  <a:lnTo>
                    <a:pt x="1603" y="6049"/>
                  </a:lnTo>
                  <a:lnTo>
                    <a:pt x="1913" y="6152"/>
                  </a:lnTo>
                  <a:lnTo>
                    <a:pt x="2223" y="6256"/>
                  </a:lnTo>
                  <a:lnTo>
                    <a:pt x="2559" y="6333"/>
                  </a:lnTo>
                  <a:lnTo>
                    <a:pt x="2921" y="6385"/>
                  </a:lnTo>
                  <a:lnTo>
                    <a:pt x="3283" y="6437"/>
                  </a:lnTo>
                  <a:lnTo>
                    <a:pt x="3671" y="6463"/>
                  </a:lnTo>
                  <a:lnTo>
                    <a:pt x="4524" y="6463"/>
                  </a:lnTo>
                  <a:lnTo>
                    <a:pt x="4989" y="6411"/>
                  </a:lnTo>
                  <a:lnTo>
                    <a:pt x="5429" y="6359"/>
                  </a:lnTo>
                  <a:lnTo>
                    <a:pt x="5842" y="6256"/>
                  </a:lnTo>
                  <a:lnTo>
                    <a:pt x="6230" y="6152"/>
                  </a:lnTo>
                  <a:lnTo>
                    <a:pt x="6618" y="6023"/>
                  </a:lnTo>
                  <a:lnTo>
                    <a:pt x="6954" y="5868"/>
                  </a:lnTo>
                  <a:lnTo>
                    <a:pt x="7238" y="5687"/>
                  </a:lnTo>
                  <a:close/>
                  <a:moveTo>
                    <a:pt x="7264" y="7626"/>
                  </a:moveTo>
                  <a:lnTo>
                    <a:pt x="7264" y="8272"/>
                  </a:lnTo>
                  <a:lnTo>
                    <a:pt x="7238" y="8376"/>
                  </a:lnTo>
                  <a:lnTo>
                    <a:pt x="7213" y="8479"/>
                  </a:lnTo>
                  <a:lnTo>
                    <a:pt x="7135" y="8582"/>
                  </a:lnTo>
                  <a:lnTo>
                    <a:pt x="7032" y="8686"/>
                  </a:lnTo>
                  <a:lnTo>
                    <a:pt x="6928" y="8815"/>
                  </a:lnTo>
                  <a:lnTo>
                    <a:pt x="6773" y="8918"/>
                  </a:lnTo>
                  <a:lnTo>
                    <a:pt x="6592" y="9022"/>
                  </a:lnTo>
                  <a:lnTo>
                    <a:pt x="6411" y="9099"/>
                  </a:lnTo>
                  <a:lnTo>
                    <a:pt x="5946" y="9280"/>
                  </a:lnTo>
                  <a:lnTo>
                    <a:pt x="5687" y="9358"/>
                  </a:lnTo>
                  <a:lnTo>
                    <a:pt x="5377" y="9410"/>
                  </a:lnTo>
                  <a:lnTo>
                    <a:pt x="5093" y="9461"/>
                  </a:lnTo>
                  <a:lnTo>
                    <a:pt x="4757" y="9513"/>
                  </a:lnTo>
                  <a:lnTo>
                    <a:pt x="4421" y="9539"/>
                  </a:lnTo>
                  <a:lnTo>
                    <a:pt x="3697" y="9539"/>
                  </a:lnTo>
                  <a:lnTo>
                    <a:pt x="3335" y="9513"/>
                  </a:lnTo>
                  <a:lnTo>
                    <a:pt x="3025" y="9461"/>
                  </a:lnTo>
                  <a:lnTo>
                    <a:pt x="2715" y="9410"/>
                  </a:lnTo>
                  <a:lnTo>
                    <a:pt x="2430" y="9358"/>
                  </a:lnTo>
                  <a:lnTo>
                    <a:pt x="2146" y="9280"/>
                  </a:lnTo>
                  <a:lnTo>
                    <a:pt x="1706" y="9099"/>
                  </a:lnTo>
                  <a:lnTo>
                    <a:pt x="1500" y="9022"/>
                  </a:lnTo>
                  <a:lnTo>
                    <a:pt x="1319" y="8918"/>
                  </a:lnTo>
                  <a:lnTo>
                    <a:pt x="1189" y="8815"/>
                  </a:lnTo>
                  <a:lnTo>
                    <a:pt x="1060" y="8686"/>
                  </a:lnTo>
                  <a:lnTo>
                    <a:pt x="957" y="8582"/>
                  </a:lnTo>
                  <a:lnTo>
                    <a:pt x="905" y="8479"/>
                  </a:lnTo>
                  <a:lnTo>
                    <a:pt x="853" y="8376"/>
                  </a:lnTo>
                  <a:lnTo>
                    <a:pt x="827" y="8272"/>
                  </a:lnTo>
                  <a:lnTo>
                    <a:pt x="827" y="7626"/>
                  </a:lnTo>
                  <a:lnTo>
                    <a:pt x="1060" y="7755"/>
                  </a:lnTo>
                  <a:lnTo>
                    <a:pt x="1319" y="7884"/>
                  </a:lnTo>
                  <a:lnTo>
                    <a:pt x="1603" y="8014"/>
                  </a:lnTo>
                  <a:lnTo>
                    <a:pt x="1913" y="8117"/>
                  </a:lnTo>
                  <a:lnTo>
                    <a:pt x="2223" y="8221"/>
                  </a:lnTo>
                  <a:lnTo>
                    <a:pt x="2559" y="8272"/>
                  </a:lnTo>
                  <a:lnTo>
                    <a:pt x="2921" y="8350"/>
                  </a:lnTo>
                  <a:lnTo>
                    <a:pt x="3283" y="8376"/>
                  </a:lnTo>
                  <a:lnTo>
                    <a:pt x="3671" y="8401"/>
                  </a:lnTo>
                  <a:lnTo>
                    <a:pt x="4059" y="8427"/>
                  </a:lnTo>
                  <a:lnTo>
                    <a:pt x="4421" y="8401"/>
                  </a:lnTo>
                  <a:lnTo>
                    <a:pt x="4808" y="8376"/>
                  </a:lnTo>
                  <a:lnTo>
                    <a:pt x="5170" y="8350"/>
                  </a:lnTo>
                  <a:lnTo>
                    <a:pt x="5532" y="8272"/>
                  </a:lnTo>
                  <a:lnTo>
                    <a:pt x="5868" y="8221"/>
                  </a:lnTo>
                  <a:lnTo>
                    <a:pt x="6204" y="8117"/>
                  </a:lnTo>
                  <a:lnTo>
                    <a:pt x="6515" y="8014"/>
                  </a:lnTo>
                  <a:lnTo>
                    <a:pt x="6799" y="7884"/>
                  </a:lnTo>
                  <a:lnTo>
                    <a:pt x="7032" y="7755"/>
                  </a:lnTo>
                  <a:lnTo>
                    <a:pt x="7264" y="7626"/>
                  </a:lnTo>
                  <a:close/>
                  <a:moveTo>
                    <a:pt x="7264" y="9591"/>
                  </a:moveTo>
                  <a:lnTo>
                    <a:pt x="7264" y="10237"/>
                  </a:lnTo>
                  <a:lnTo>
                    <a:pt x="7238" y="10340"/>
                  </a:lnTo>
                  <a:lnTo>
                    <a:pt x="7213" y="10444"/>
                  </a:lnTo>
                  <a:lnTo>
                    <a:pt x="7135" y="10547"/>
                  </a:lnTo>
                  <a:lnTo>
                    <a:pt x="7032" y="10650"/>
                  </a:lnTo>
                  <a:lnTo>
                    <a:pt x="6928" y="10754"/>
                  </a:lnTo>
                  <a:lnTo>
                    <a:pt x="6773" y="10857"/>
                  </a:lnTo>
                  <a:lnTo>
                    <a:pt x="6592" y="10961"/>
                  </a:lnTo>
                  <a:lnTo>
                    <a:pt x="6411" y="11064"/>
                  </a:lnTo>
                  <a:lnTo>
                    <a:pt x="5946" y="11219"/>
                  </a:lnTo>
                  <a:lnTo>
                    <a:pt x="5687" y="11297"/>
                  </a:lnTo>
                  <a:lnTo>
                    <a:pt x="5377" y="11374"/>
                  </a:lnTo>
                  <a:lnTo>
                    <a:pt x="5093" y="11426"/>
                  </a:lnTo>
                  <a:lnTo>
                    <a:pt x="4757" y="11452"/>
                  </a:lnTo>
                  <a:lnTo>
                    <a:pt x="4421" y="11478"/>
                  </a:lnTo>
                  <a:lnTo>
                    <a:pt x="4059" y="11503"/>
                  </a:lnTo>
                  <a:lnTo>
                    <a:pt x="3697" y="11478"/>
                  </a:lnTo>
                  <a:lnTo>
                    <a:pt x="3335" y="11452"/>
                  </a:lnTo>
                  <a:lnTo>
                    <a:pt x="3025" y="11426"/>
                  </a:lnTo>
                  <a:lnTo>
                    <a:pt x="2715" y="11374"/>
                  </a:lnTo>
                  <a:lnTo>
                    <a:pt x="2430" y="11297"/>
                  </a:lnTo>
                  <a:lnTo>
                    <a:pt x="2146" y="11219"/>
                  </a:lnTo>
                  <a:lnTo>
                    <a:pt x="1706" y="11064"/>
                  </a:lnTo>
                  <a:lnTo>
                    <a:pt x="1500" y="10961"/>
                  </a:lnTo>
                  <a:lnTo>
                    <a:pt x="1319" y="10857"/>
                  </a:lnTo>
                  <a:lnTo>
                    <a:pt x="1189" y="10754"/>
                  </a:lnTo>
                  <a:lnTo>
                    <a:pt x="1060" y="10650"/>
                  </a:lnTo>
                  <a:lnTo>
                    <a:pt x="957" y="10547"/>
                  </a:lnTo>
                  <a:lnTo>
                    <a:pt x="905" y="10444"/>
                  </a:lnTo>
                  <a:lnTo>
                    <a:pt x="853" y="10340"/>
                  </a:lnTo>
                  <a:lnTo>
                    <a:pt x="827" y="10237"/>
                  </a:lnTo>
                  <a:lnTo>
                    <a:pt x="827" y="9591"/>
                  </a:lnTo>
                  <a:lnTo>
                    <a:pt x="1060" y="9720"/>
                  </a:lnTo>
                  <a:lnTo>
                    <a:pt x="1319" y="9849"/>
                  </a:lnTo>
                  <a:lnTo>
                    <a:pt x="1603" y="9978"/>
                  </a:lnTo>
                  <a:lnTo>
                    <a:pt x="1913" y="10082"/>
                  </a:lnTo>
                  <a:lnTo>
                    <a:pt x="2223" y="10159"/>
                  </a:lnTo>
                  <a:lnTo>
                    <a:pt x="2559" y="10237"/>
                  </a:lnTo>
                  <a:lnTo>
                    <a:pt x="2921" y="10289"/>
                  </a:lnTo>
                  <a:lnTo>
                    <a:pt x="3283" y="10340"/>
                  </a:lnTo>
                  <a:lnTo>
                    <a:pt x="3671" y="10366"/>
                  </a:lnTo>
                  <a:lnTo>
                    <a:pt x="4421" y="10366"/>
                  </a:lnTo>
                  <a:lnTo>
                    <a:pt x="4808" y="10340"/>
                  </a:lnTo>
                  <a:lnTo>
                    <a:pt x="5170" y="10289"/>
                  </a:lnTo>
                  <a:lnTo>
                    <a:pt x="5532" y="10237"/>
                  </a:lnTo>
                  <a:lnTo>
                    <a:pt x="5868" y="10159"/>
                  </a:lnTo>
                  <a:lnTo>
                    <a:pt x="6204" y="10082"/>
                  </a:lnTo>
                  <a:lnTo>
                    <a:pt x="6515" y="9978"/>
                  </a:lnTo>
                  <a:lnTo>
                    <a:pt x="6799" y="9849"/>
                  </a:lnTo>
                  <a:lnTo>
                    <a:pt x="7032" y="9720"/>
                  </a:lnTo>
                  <a:lnTo>
                    <a:pt x="7264" y="9591"/>
                  </a:lnTo>
                  <a:close/>
                  <a:moveTo>
                    <a:pt x="7264" y="11529"/>
                  </a:moveTo>
                  <a:lnTo>
                    <a:pt x="7264" y="12201"/>
                  </a:lnTo>
                  <a:lnTo>
                    <a:pt x="7238" y="12279"/>
                  </a:lnTo>
                  <a:lnTo>
                    <a:pt x="7213" y="12382"/>
                  </a:lnTo>
                  <a:lnTo>
                    <a:pt x="7135" y="12512"/>
                  </a:lnTo>
                  <a:lnTo>
                    <a:pt x="7032" y="12615"/>
                  </a:lnTo>
                  <a:lnTo>
                    <a:pt x="6928" y="12718"/>
                  </a:lnTo>
                  <a:lnTo>
                    <a:pt x="6773" y="12822"/>
                  </a:lnTo>
                  <a:lnTo>
                    <a:pt x="6592" y="12925"/>
                  </a:lnTo>
                  <a:lnTo>
                    <a:pt x="6411" y="13003"/>
                  </a:lnTo>
                  <a:lnTo>
                    <a:pt x="5946" y="13184"/>
                  </a:lnTo>
                  <a:lnTo>
                    <a:pt x="5687" y="13261"/>
                  </a:lnTo>
                  <a:lnTo>
                    <a:pt x="5377" y="13313"/>
                  </a:lnTo>
                  <a:lnTo>
                    <a:pt x="5093" y="13365"/>
                  </a:lnTo>
                  <a:lnTo>
                    <a:pt x="4757" y="13416"/>
                  </a:lnTo>
                  <a:lnTo>
                    <a:pt x="4421" y="13442"/>
                  </a:lnTo>
                  <a:lnTo>
                    <a:pt x="3697" y="13442"/>
                  </a:lnTo>
                  <a:lnTo>
                    <a:pt x="3335" y="13416"/>
                  </a:lnTo>
                  <a:lnTo>
                    <a:pt x="3025" y="13365"/>
                  </a:lnTo>
                  <a:lnTo>
                    <a:pt x="2715" y="13313"/>
                  </a:lnTo>
                  <a:lnTo>
                    <a:pt x="2430" y="13261"/>
                  </a:lnTo>
                  <a:lnTo>
                    <a:pt x="2146" y="13184"/>
                  </a:lnTo>
                  <a:lnTo>
                    <a:pt x="1706" y="13003"/>
                  </a:lnTo>
                  <a:lnTo>
                    <a:pt x="1500" y="12925"/>
                  </a:lnTo>
                  <a:lnTo>
                    <a:pt x="1319" y="12822"/>
                  </a:lnTo>
                  <a:lnTo>
                    <a:pt x="1189" y="12718"/>
                  </a:lnTo>
                  <a:lnTo>
                    <a:pt x="1060" y="12615"/>
                  </a:lnTo>
                  <a:lnTo>
                    <a:pt x="957" y="12512"/>
                  </a:lnTo>
                  <a:lnTo>
                    <a:pt x="905" y="12382"/>
                  </a:lnTo>
                  <a:lnTo>
                    <a:pt x="853" y="12279"/>
                  </a:lnTo>
                  <a:lnTo>
                    <a:pt x="827" y="12201"/>
                  </a:lnTo>
                  <a:lnTo>
                    <a:pt x="827" y="11529"/>
                  </a:lnTo>
                  <a:lnTo>
                    <a:pt x="1060" y="11684"/>
                  </a:lnTo>
                  <a:lnTo>
                    <a:pt x="1319" y="11788"/>
                  </a:lnTo>
                  <a:lnTo>
                    <a:pt x="1603" y="11917"/>
                  </a:lnTo>
                  <a:lnTo>
                    <a:pt x="1913" y="12020"/>
                  </a:lnTo>
                  <a:lnTo>
                    <a:pt x="2223" y="12124"/>
                  </a:lnTo>
                  <a:lnTo>
                    <a:pt x="2559" y="12201"/>
                  </a:lnTo>
                  <a:lnTo>
                    <a:pt x="2921" y="12253"/>
                  </a:lnTo>
                  <a:lnTo>
                    <a:pt x="3283" y="12305"/>
                  </a:lnTo>
                  <a:lnTo>
                    <a:pt x="3671" y="12331"/>
                  </a:lnTo>
                  <a:lnTo>
                    <a:pt x="4421" y="12331"/>
                  </a:lnTo>
                  <a:lnTo>
                    <a:pt x="4808" y="12305"/>
                  </a:lnTo>
                  <a:lnTo>
                    <a:pt x="5170" y="12253"/>
                  </a:lnTo>
                  <a:lnTo>
                    <a:pt x="5532" y="12201"/>
                  </a:lnTo>
                  <a:lnTo>
                    <a:pt x="5868" y="12124"/>
                  </a:lnTo>
                  <a:lnTo>
                    <a:pt x="6204" y="12020"/>
                  </a:lnTo>
                  <a:lnTo>
                    <a:pt x="6515" y="11917"/>
                  </a:lnTo>
                  <a:lnTo>
                    <a:pt x="6799" y="11788"/>
                  </a:lnTo>
                  <a:lnTo>
                    <a:pt x="7032" y="11684"/>
                  </a:lnTo>
                  <a:lnTo>
                    <a:pt x="7264" y="11529"/>
                  </a:lnTo>
                  <a:close/>
                  <a:moveTo>
                    <a:pt x="8738" y="0"/>
                  </a:moveTo>
                  <a:lnTo>
                    <a:pt x="8402" y="26"/>
                  </a:lnTo>
                  <a:lnTo>
                    <a:pt x="8066" y="78"/>
                  </a:lnTo>
                  <a:lnTo>
                    <a:pt x="7730" y="129"/>
                  </a:lnTo>
                  <a:lnTo>
                    <a:pt x="7393" y="233"/>
                  </a:lnTo>
                  <a:lnTo>
                    <a:pt x="7057" y="310"/>
                  </a:lnTo>
                  <a:lnTo>
                    <a:pt x="6721" y="440"/>
                  </a:lnTo>
                  <a:lnTo>
                    <a:pt x="6385" y="569"/>
                  </a:lnTo>
                  <a:lnTo>
                    <a:pt x="6282" y="646"/>
                  </a:lnTo>
                  <a:lnTo>
                    <a:pt x="6204" y="724"/>
                  </a:lnTo>
                  <a:lnTo>
                    <a:pt x="6153" y="853"/>
                  </a:lnTo>
                  <a:lnTo>
                    <a:pt x="6153" y="957"/>
                  </a:lnTo>
                  <a:lnTo>
                    <a:pt x="6153" y="2559"/>
                  </a:lnTo>
                  <a:lnTo>
                    <a:pt x="5661" y="2430"/>
                  </a:lnTo>
                  <a:lnTo>
                    <a:pt x="5144" y="2353"/>
                  </a:lnTo>
                  <a:lnTo>
                    <a:pt x="4602" y="2301"/>
                  </a:lnTo>
                  <a:lnTo>
                    <a:pt x="4059" y="2275"/>
                  </a:lnTo>
                  <a:lnTo>
                    <a:pt x="3671" y="2275"/>
                  </a:lnTo>
                  <a:lnTo>
                    <a:pt x="3283" y="2301"/>
                  </a:lnTo>
                  <a:lnTo>
                    <a:pt x="2921" y="2353"/>
                  </a:lnTo>
                  <a:lnTo>
                    <a:pt x="2559" y="2404"/>
                  </a:lnTo>
                  <a:lnTo>
                    <a:pt x="2223" y="2482"/>
                  </a:lnTo>
                  <a:lnTo>
                    <a:pt x="1913" y="2585"/>
                  </a:lnTo>
                  <a:lnTo>
                    <a:pt x="1603" y="2689"/>
                  </a:lnTo>
                  <a:lnTo>
                    <a:pt x="1319" y="2818"/>
                  </a:lnTo>
                  <a:lnTo>
                    <a:pt x="1008" y="2973"/>
                  </a:lnTo>
                  <a:lnTo>
                    <a:pt x="750" y="3128"/>
                  </a:lnTo>
                  <a:lnTo>
                    <a:pt x="517" y="3309"/>
                  </a:lnTo>
                  <a:lnTo>
                    <a:pt x="336" y="3490"/>
                  </a:lnTo>
                  <a:lnTo>
                    <a:pt x="181" y="3697"/>
                  </a:lnTo>
                  <a:lnTo>
                    <a:pt x="78" y="3929"/>
                  </a:lnTo>
                  <a:lnTo>
                    <a:pt x="26" y="4136"/>
                  </a:lnTo>
                  <a:lnTo>
                    <a:pt x="0" y="4369"/>
                  </a:lnTo>
                  <a:lnTo>
                    <a:pt x="0" y="12201"/>
                  </a:lnTo>
                  <a:lnTo>
                    <a:pt x="26" y="12408"/>
                  </a:lnTo>
                  <a:lnTo>
                    <a:pt x="78" y="12641"/>
                  </a:lnTo>
                  <a:lnTo>
                    <a:pt x="181" y="12848"/>
                  </a:lnTo>
                  <a:lnTo>
                    <a:pt x="336" y="13054"/>
                  </a:lnTo>
                  <a:lnTo>
                    <a:pt x="517" y="13261"/>
                  </a:lnTo>
                  <a:lnTo>
                    <a:pt x="750" y="13442"/>
                  </a:lnTo>
                  <a:lnTo>
                    <a:pt x="1008" y="13597"/>
                  </a:lnTo>
                  <a:lnTo>
                    <a:pt x="1319" y="13752"/>
                  </a:lnTo>
                  <a:lnTo>
                    <a:pt x="1603" y="13882"/>
                  </a:lnTo>
                  <a:lnTo>
                    <a:pt x="1913" y="13985"/>
                  </a:lnTo>
                  <a:lnTo>
                    <a:pt x="2223" y="14063"/>
                  </a:lnTo>
                  <a:lnTo>
                    <a:pt x="2559" y="14140"/>
                  </a:lnTo>
                  <a:lnTo>
                    <a:pt x="2921" y="14218"/>
                  </a:lnTo>
                  <a:lnTo>
                    <a:pt x="3283" y="14244"/>
                  </a:lnTo>
                  <a:lnTo>
                    <a:pt x="3671" y="14269"/>
                  </a:lnTo>
                  <a:lnTo>
                    <a:pt x="4059" y="14295"/>
                  </a:lnTo>
                  <a:lnTo>
                    <a:pt x="4421" y="14269"/>
                  </a:lnTo>
                  <a:lnTo>
                    <a:pt x="4808" y="14244"/>
                  </a:lnTo>
                  <a:lnTo>
                    <a:pt x="5170" y="14218"/>
                  </a:lnTo>
                  <a:lnTo>
                    <a:pt x="5532" y="14140"/>
                  </a:lnTo>
                  <a:lnTo>
                    <a:pt x="5868" y="14063"/>
                  </a:lnTo>
                  <a:lnTo>
                    <a:pt x="6204" y="13985"/>
                  </a:lnTo>
                  <a:lnTo>
                    <a:pt x="6515" y="13882"/>
                  </a:lnTo>
                  <a:lnTo>
                    <a:pt x="6799" y="13752"/>
                  </a:lnTo>
                  <a:lnTo>
                    <a:pt x="7083" y="13597"/>
                  </a:lnTo>
                  <a:lnTo>
                    <a:pt x="7342" y="13442"/>
                  </a:lnTo>
                  <a:lnTo>
                    <a:pt x="7574" y="13261"/>
                  </a:lnTo>
                  <a:lnTo>
                    <a:pt x="7755" y="13054"/>
                  </a:lnTo>
                  <a:lnTo>
                    <a:pt x="7910" y="12848"/>
                  </a:lnTo>
                  <a:lnTo>
                    <a:pt x="8014" y="12641"/>
                  </a:lnTo>
                  <a:lnTo>
                    <a:pt x="8066" y="12408"/>
                  </a:lnTo>
                  <a:lnTo>
                    <a:pt x="8091" y="12201"/>
                  </a:lnTo>
                  <a:lnTo>
                    <a:pt x="8091" y="6463"/>
                  </a:lnTo>
                  <a:lnTo>
                    <a:pt x="8479" y="6721"/>
                  </a:lnTo>
                  <a:lnTo>
                    <a:pt x="8893" y="6928"/>
                  </a:lnTo>
                  <a:lnTo>
                    <a:pt x="8996" y="6954"/>
                  </a:lnTo>
                  <a:lnTo>
                    <a:pt x="9074" y="6980"/>
                  </a:lnTo>
                  <a:lnTo>
                    <a:pt x="9151" y="6954"/>
                  </a:lnTo>
                  <a:lnTo>
                    <a:pt x="9255" y="6928"/>
                  </a:lnTo>
                  <a:lnTo>
                    <a:pt x="9539" y="6773"/>
                  </a:lnTo>
                  <a:lnTo>
                    <a:pt x="9849" y="6618"/>
                  </a:lnTo>
                  <a:lnTo>
                    <a:pt x="10134" y="6411"/>
                  </a:lnTo>
                  <a:lnTo>
                    <a:pt x="10392" y="6204"/>
                  </a:lnTo>
                  <a:lnTo>
                    <a:pt x="10625" y="5997"/>
                  </a:lnTo>
                  <a:lnTo>
                    <a:pt x="10857" y="5739"/>
                  </a:lnTo>
                  <a:lnTo>
                    <a:pt x="11064" y="5480"/>
                  </a:lnTo>
                  <a:lnTo>
                    <a:pt x="11245" y="5222"/>
                  </a:lnTo>
                  <a:lnTo>
                    <a:pt x="11426" y="4938"/>
                  </a:lnTo>
                  <a:lnTo>
                    <a:pt x="11581" y="4627"/>
                  </a:lnTo>
                  <a:lnTo>
                    <a:pt x="11710" y="4343"/>
                  </a:lnTo>
                  <a:lnTo>
                    <a:pt x="11814" y="4007"/>
                  </a:lnTo>
                  <a:lnTo>
                    <a:pt x="11891" y="3697"/>
                  </a:lnTo>
                  <a:lnTo>
                    <a:pt x="11943" y="3361"/>
                  </a:lnTo>
                  <a:lnTo>
                    <a:pt x="11995" y="3025"/>
                  </a:lnTo>
                  <a:lnTo>
                    <a:pt x="11995" y="2689"/>
                  </a:lnTo>
                  <a:lnTo>
                    <a:pt x="11995" y="957"/>
                  </a:lnTo>
                  <a:lnTo>
                    <a:pt x="11995" y="853"/>
                  </a:lnTo>
                  <a:lnTo>
                    <a:pt x="11943" y="724"/>
                  </a:lnTo>
                  <a:lnTo>
                    <a:pt x="11866" y="646"/>
                  </a:lnTo>
                  <a:lnTo>
                    <a:pt x="11762" y="569"/>
                  </a:lnTo>
                  <a:lnTo>
                    <a:pt x="11426" y="440"/>
                  </a:lnTo>
                  <a:lnTo>
                    <a:pt x="11090" y="310"/>
                  </a:lnTo>
                  <a:lnTo>
                    <a:pt x="10754" y="233"/>
                  </a:lnTo>
                  <a:lnTo>
                    <a:pt x="10418" y="129"/>
                  </a:lnTo>
                  <a:lnTo>
                    <a:pt x="10082" y="78"/>
                  </a:lnTo>
                  <a:lnTo>
                    <a:pt x="9746" y="26"/>
                  </a:lnTo>
                  <a:lnTo>
                    <a:pt x="94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9"/>
            <p:cNvSpPr/>
            <p:nvPr/>
          </p:nvSpPr>
          <p:spPr>
            <a:xfrm>
              <a:off x="5739075" y="2023150"/>
              <a:ext cx="65950" cy="51100"/>
            </a:xfrm>
            <a:custGeom>
              <a:avLst/>
              <a:gdLst/>
              <a:ahLst/>
              <a:cxnLst/>
              <a:rect l="l" t="t" r="r" b="b"/>
              <a:pathLst>
                <a:path w="2638" h="2044" extrusionOk="0">
                  <a:moveTo>
                    <a:pt x="2198" y="1"/>
                  </a:moveTo>
                  <a:lnTo>
                    <a:pt x="2120" y="27"/>
                  </a:lnTo>
                  <a:lnTo>
                    <a:pt x="2043" y="53"/>
                  </a:lnTo>
                  <a:lnTo>
                    <a:pt x="1965" y="78"/>
                  </a:lnTo>
                  <a:lnTo>
                    <a:pt x="1913" y="130"/>
                  </a:lnTo>
                  <a:lnTo>
                    <a:pt x="1034" y="1035"/>
                  </a:lnTo>
                  <a:lnTo>
                    <a:pt x="724" y="725"/>
                  </a:lnTo>
                  <a:lnTo>
                    <a:pt x="672" y="673"/>
                  </a:lnTo>
                  <a:lnTo>
                    <a:pt x="595" y="647"/>
                  </a:lnTo>
                  <a:lnTo>
                    <a:pt x="517" y="621"/>
                  </a:lnTo>
                  <a:lnTo>
                    <a:pt x="440" y="595"/>
                  </a:lnTo>
                  <a:lnTo>
                    <a:pt x="362" y="621"/>
                  </a:lnTo>
                  <a:lnTo>
                    <a:pt x="285" y="647"/>
                  </a:lnTo>
                  <a:lnTo>
                    <a:pt x="207" y="673"/>
                  </a:lnTo>
                  <a:lnTo>
                    <a:pt x="130" y="725"/>
                  </a:lnTo>
                  <a:lnTo>
                    <a:pt x="78" y="802"/>
                  </a:lnTo>
                  <a:lnTo>
                    <a:pt x="52" y="854"/>
                  </a:lnTo>
                  <a:lnTo>
                    <a:pt x="26" y="932"/>
                  </a:lnTo>
                  <a:lnTo>
                    <a:pt x="0" y="1035"/>
                  </a:lnTo>
                  <a:lnTo>
                    <a:pt x="26" y="1112"/>
                  </a:lnTo>
                  <a:lnTo>
                    <a:pt x="52" y="1190"/>
                  </a:lnTo>
                  <a:lnTo>
                    <a:pt x="78" y="1242"/>
                  </a:lnTo>
                  <a:lnTo>
                    <a:pt x="130" y="1319"/>
                  </a:lnTo>
                  <a:lnTo>
                    <a:pt x="724" y="1914"/>
                  </a:lnTo>
                  <a:lnTo>
                    <a:pt x="802" y="1966"/>
                  </a:lnTo>
                  <a:lnTo>
                    <a:pt x="853" y="1991"/>
                  </a:lnTo>
                  <a:lnTo>
                    <a:pt x="931" y="2017"/>
                  </a:lnTo>
                  <a:lnTo>
                    <a:pt x="1034" y="2043"/>
                  </a:lnTo>
                  <a:lnTo>
                    <a:pt x="1112" y="2017"/>
                  </a:lnTo>
                  <a:lnTo>
                    <a:pt x="1189" y="1991"/>
                  </a:lnTo>
                  <a:lnTo>
                    <a:pt x="1267" y="1966"/>
                  </a:lnTo>
                  <a:lnTo>
                    <a:pt x="1319" y="1914"/>
                  </a:lnTo>
                  <a:lnTo>
                    <a:pt x="2508" y="725"/>
                  </a:lnTo>
                  <a:lnTo>
                    <a:pt x="2560" y="673"/>
                  </a:lnTo>
                  <a:lnTo>
                    <a:pt x="2585" y="595"/>
                  </a:lnTo>
                  <a:lnTo>
                    <a:pt x="2611" y="518"/>
                  </a:lnTo>
                  <a:lnTo>
                    <a:pt x="2637" y="440"/>
                  </a:lnTo>
                  <a:lnTo>
                    <a:pt x="2611" y="363"/>
                  </a:lnTo>
                  <a:lnTo>
                    <a:pt x="2585" y="285"/>
                  </a:lnTo>
                  <a:lnTo>
                    <a:pt x="2560" y="208"/>
                  </a:lnTo>
                  <a:lnTo>
                    <a:pt x="2508" y="130"/>
                  </a:lnTo>
                  <a:lnTo>
                    <a:pt x="2430" y="78"/>
                  </a:lnTo>
                  <a:lnTo>
                    <a:pt x="2353" y="53"/>
                  </a:lnTo>
                  <a:lnTo>
                    <a:pt x="2275" y="27"/>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 name="Google Shape;874;p59"/>
          <p:cNvGrpSpPr/>
          <p:nvPr/>
        </p:nvGrpSpPr>
        <p:grpSpPr>
          <a:xfrm>
            <a:off x="7250468" y="2000701"/>
            <a:ext cx="306501" cy="383454"/>
            <a:chOff x="6306475" y="1961775"/>
            <a:chExt cx="285675" cy="357400"/>
          </a:xfrm>
        </p:grpSpPr>
        <p:sp>
          <p:nvSpPr>
            <p:cNvPr id="875" name="Google Shape;875;p59"/>
            <p:cNvSpPr/>
            <p:nvPr/>
          </p:nvSpPr>
          <p:spPr>
            <a:xfrm>
              <a:off x="6306475" y="1961775"/>
              <a:ext cx="285675" cy="357400"/>
            </a:xfrm>
            <a:custGeom>
              <a:avLst/>
              <a:gdLst/>
              <a:ahLst/>
              <a:cxnLst/>
              <a:rect l="l" t="t" r="r" b="b"/>
              <a:pathLst>
                <a:path w="11427" h="14296" extrusionOk="0">
                  <a:moveTo>
                    <a:pt x="5714" y="827"/>
                  </a:moveTo>
                  <a:lnTo>
                    <a:pt x="6334" y="853"/>
                  </a:lnTo>
                  <a:lnTo>
                    <a:pt x="6929" y="905"/>
                  </a:lnTo>
                  <a:lnTo>
                    <a:pt x="7549" y="957"/>
                  </a:lnTo>
                  <a:lnTo>
                    <a:pt x="8170" y="1086"/>
                  </a:lnTo>
                  <a:lnTo>
                    <a:pt x="8764" y="1215"/>
                  </a:lnTo>
                  <a:lnTo>
                    <a:pt x="9385" y="1370"/>
                  </a:lnTo>
                  <a:lnTo>
                    <a:pt x="10005" y="1577"/>
                  </a:lnTo>
                  <a:lnTo>
                    <a:pt x="10600" y="1810"/>
                  </a:lnTo>
                  <a:lnTo>
                    <a:pt x="10600" y="6256"/>
                  </a:lnTo>
                  <a:lnTo>
                    <a:pt x="10574" y="6850"/>
                  </a:lnTo>
                  <a:lnTo>
                    <a:pt x="10522" y="7419"/>
                  </a:lnTo>
                  <a:lnTo>
                    <a:pt x="10393" y="7988"/>
                  </a:lnTo>
                  <a:lnTo>
                    <a:pt x="10238" y="8557"/>
                  </a:lnTo>
                  <a:lnTo>
                    <a:pt x="10057" y="9074"/>
                  </a:lnTo>
                  <a:lnTo>
                    <a:pt x="9824" y="9616"/>
                  </a:lnTo>
                  <a:lnTo>
                    <a:pt x="9566" y="10108"/>
                  </a:lnTo>
                  <a:lnTo>
                    <a:pt x="9255" y="10599"/>
                  </a:lnTo>
                  <a:lnTo>
                    <a:pt x="8919" y="11038"/>
                  </a:lnTo>
                  <a:lnTo>
                    <a:pt x="8557" y="11478"/>
                  </a:lnTo>
                  <a:lnTo>
                    <a:pt x="8144" y="11891"/>
                  </a:lnTo>
                  <a:lnTo>
                    <a:pt x="7704" y="12253"/>
                  </a:lnTo>
                  <a:lnTo>
                    <a:pt x="7265" y="12589"/>
                  </a:lnTo>
                  <a:lnTo>
                    <a:pt x="6774" y="12899"/>
                  </a:lnTo>
                  <a:lnTo>
                    <a:pt x="6257" y="13184"/>
                  </a:lnTo>
                  <a:lnTo>
                    <a:pt x="5714" y="13416"/>
                  </a:lnTo>
                  <a:lnTo>
                    <a:pt x="5171" y="13184"/>
                  </a:lnTo>
                  <a:lnTo>
                    <a:pt x="4654" y="12899"/>
                  </a:lnTo>
                  <a:lnTo>
                    <a:pt x="4189" y="12589"/>
                  </a:lnTo>
                  <a:lnTo>
                    <a:pt x="3723" y="12253"/>
                  </a:lnTo>
                  <a:lnTo>
                    <a:pt x="3284" y="11891"/>
                  </a:lnTo>
                  <a:lnTo>
                    <a:pt x="2870" y="11478"/>
                  </a:lnTo>
                  <a:lnTo>
                    <a:pt x="2508" y="11038"/>
                  </a:lnTo>
                  <a:lnTo>
                    <a:pt x="2172" y="10599"/>
                  </a:lnTo>
                  <a:lnTo>
                    <a:pt x="1862" y="10108"/>
                  </a:lnTo>
                  <a:lnTo>
                    <a:pt x="1604" y="9616"/>
                  </a:lnTo>
                  <a:lnTo>
                    <a:pt x="1371" y="9074"/>
                  </a:lnTo>
                  <a:lnTo>
                    <a:pt x="1190" y="8557"/>
                  </a:lnTo>
                  <a:lnTo>
                    <a:pt x="1035" y="7988"/>
                  </a:lnTo>
                  <a:lnTo>
                    <a:pt x="932" y="7419"/>
                  </a:lnTo>
                  <a:lnTo>
                    <a:pt x="854" y="6850"/>
                  </a:lnTo>
                  <a:lnTo>
                    <a:pt x="828" y="6256"/>
                  </a:lnTo>
                  <a:lnTo>
                    <a:pt x="828" y="1810"/>
                  </a:lnTo>
                  <a:lnTo>
                    <a:pt x="1449" y="1577"/>
                  </a:lnTo>
                  <a:lnTo>
                    <a:pt x="2043" y="1370"/>
                  </a:lnTo>
                  <a:lnTo>
                    <a:pt x="2664" y="1215"/>
                  </a:lnTo>
                  <a:lnTo>
                    <a:pt x="3258" y="1086"/>
                  </a:lnTo>
                  <a:lnTo>
                    <a:pt x="3879" y="957"/>
                  </a:lnTo>
                  <a:lnTo>
                    <a:pt x="4499" y="905"/>
                  </a:lnTo>
                  <a:lnTo>
                    <a:pt x="5094" y="853"/>
                  </a:lnTo>
                  <a:lnTo>
                    <a:pt x="5714" y="827"/>
                  </a:lnTo>
                  <a:close/>
                  <a:moveTo>
                    <a:pt x="5042" y="0"/>
                  </a:moveTo>
                  <a:lnTo>
                    <a:pt x="4344" y="52"/>
                  </a:lnTo>
                  <a:lnTo>
                    <a:pt x="3672" y="155"/>
                  </a:lnTo>
                  <a:lnTo>
                    <a:pt x="2974" y="284"/>
                  </a:lnTo>
                  <a:lnTo>
                    <a:pt x="2302" y="440"/>
                  </a:lnTo>
                  <a:lnTo>
                    <a:pt x="1604" y="646"/>
                  </a:lnTo>
                  <a:lnTo>
                    <a:pt x="932" y="879"/>
                  </a:lnTo>
                  <a:lnTo>
                    <a:pt x="259" y="1138"/>
                  </a:lnTo>
                  <a:lnTo>
                    <a:pt x="130" y="1189"/>
                  </a:lnTo>
                  <a:lnTo>
                    <a:pt x="53" y="1293"/>
                  </a:lnTo>
                  <a:lnTo>
                    <a:pt x="1" y="1396"/>
                  </a:lnTo>
                  <a:lnTo>
                    <a:pt x="1" y="1525"/>
                  </a:lnTo>
                  <a:lnTo>
                    <a:pt x="1" y="6256"/>
                  </a:lnTo>
                  <a:lnTo>
                    <a:pt x="27" y="6902"/>
                  </a:lnTo>
                  <a:lnTo>
                    <a:pt x="79" y="7548"/>
                  </a:lnTo>
                  <a:lnTo>
                    <a:pt x="208" y="8195"/>
                  </a:lnTo>
                  <a:lnTo>
                    <a:pt x="389" y="8815"/>
                  </a:lnTo>
                  <a:lnTo>
                    <a:pt x="596" y="9410"/>
                  </a:lnTo>
                  <a:lnTo>
                    <a:pt x="854" y="10004"/>
                  </a:lnTo>
                  <a:lnTo>
                    <a:pt x="1164" y="10573"/>
                  </a:lnTo>
                  <a:lnTo>
                    <a:pt x="1526" y="11142"/>
                  </a:lnTo>
                  <a:lnTo>
                    <a:pt x="1914" y="11659"/>
                  </a:lnTo>
                  <a:lnTo>
                    <a:pt x="2353" y="12150"/>
                  </a:lnTo>
                  <a:lnTo>
                    <a:pt x="2819" y="12589"/>
                  </a:lnTo>
                  <a:lnTo>
                    <a:pt x="3310" y="13003"/>
                  </a:lnTo>
                  <a:lnTo>
                    <a:pt x="3827" y="13391"/>
                  </a:lnTo>
                  <a:lnTo>
                    <a:pt x="4396" y="13727"/>
                  </a:lnTo>
                  <a:lnTo>
                    <a:pt x="4964" y="14011"/>
                  </a:lnTo>
                  <a:lnTo>
                    <a:pt x="5559" y="14269"/>
                  </a:lnTo>
                  <a:lnTo>
                    <a:pt x="5714" y="14295"/>
                  </a:lnTo>
                  <a:lnTo>
                    <a:pt x="5869" y="14269"/>
                  </a:lnTo>
                  <a:lnTo>
                    <a:pt x="6464" y="14011"/>
                  </a:lnTo>
                  <a:lnTo>
                    <a:pt x="7032" y="13727"/>
                  </a:lnTo>
                  <a:lnTo>
                    <a:pt x="7601" y="13391"/>
                  </a:lnTo>
                  <a:lnTo>
                    <a:pt x="8118" y="13003"/>
                  </a:lnTo>
                  <a:lnTo>
                    <a:pt x="8609" y="12589"/>
                  </a:lnTo>
                  <a:lnTo>
                    <a:pt x="9074" y="12150"/>
                  </a:lnTo>
                  <a:lnTo>
                    <a:pt x="9514" y="11659"/>
                  </a:lnTo>
                  <a:lnTo>
                    <a:pt x="9902" y="11142"/>
                  </a:lnTo>
                  <a:lnTo>
                    <a:pt x="10264" y="10573"/>
                  </a:lnTo>
                  <a:lnTo>
                    <a:pt x="10574" y="10004"/>
                  </a:lnTo>
                  <a:lnTo>
                    <a:pt x="10832" y="9410"/>
                  </a:lnTo>
                  <a:lnTo>
                    <a:pt x="11039" y="8815"/>
                  </a:lnTo>
                  <a:lnTo>
                    <a:pt x="11220" y="8195"/>
                  </a:lnTo>
                  <a:lnTo>
                    <a:pt x="11349" y="7548"/>
                  </a:lnTo>
                  <a:lnTo>
                    <a:pt x="11427" y="6902"/>
                  </a:lnTo>
                  <a:lnTo>
                    <a:pt x="11427" y="6256"/>
                  </a:lnTo>
                  <a:lnTo>
                    <a:pt x="11427" y="1525"/>
                  </a:lnTo>
                  <a:lnTo>
                    <a:pt x="11427" y="1396"/>
                  </a:lnTo>
                  <a:lnTo>
                    <a:pt x="11375" y="1293"/>
                  </a:lnTo>
                  <a:lnTo>
                    <a:pt x="11298" y="1189"/>
                  </a:lnTo>
                  <a:lnTo>
                    <a:pt x="11194" y="1138"/>
                  </a:lnTo>
                  <a:lnTo>
                    <a:pt x="10496" y="879"/>
                  </a:lnTo>
                  <a:lnTo>
                    <a:pt x="9824" y="646"/>
                  </a:lnTo>
                  <a:lnTo>
                    <a:pt x="9126" y="440"/>
                  </a:lnTo>
                  <a:lnTo>
                    <a:pt x="8454" y="284"/>
                  </a:lnTo>
                  <a:lnTo>
                    <a:pt x="7756" y="155"/>
                  </a:lnTo>
                  <a:lnTo>
                    <a:pt x="7084" y="52"/>
                  </a:lnTo>
                  <a:lnTo>
                    <a:pt x="63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9"/>
            <p:cNvSpPr/>
            <p:nvPr/>
          </p:nvSpPr>
          <p:spPr>
            <a:xfrm>
              <a:off x="6347850" y="2003125"/>
              <a:ext cx="202950" cy="270150"/>
            </a:xfrm>
            <a:custGeom>
              <a:avLst/>
              <a:gdLst/>
              <a:ahLst/>
              <a:cxnLst/>
              <a:rect l="l" t="t" r="r" b="b"/>
              <a:pathLst>
                <a:path w="8118" h="10806" extrusionOk="0">
                  <a:moveTo>
                    <a:pt x="4059" y="854"/>
                  </a:moveTo>
                  <a:lnTo>
                    <a:pt x="4860" y="879"/>
                  </a:lnTo>
                  <a:lnTo>
                    <a:pt x="5662" y="957"/>
                  </a:lnTo>
                  <a:lnTo>
                    <a:pt x="6463" y="1112"/>
                  </a:lnTo>
                  <a:lnTo>
                    <a:pt x="7264" y="1345"/>
                  </a:lnTo>
                  <a:lnTo>
                    <a:pt x="7264" y="4602"/>
                  </a:lnTo>
                  <a:lnTo>
                    <a:pt x="7264" y="5015"/>
                  </a:lnTo>
                  <a:lnTo>
                    <a:pt x="7213" y="5429"/>
                  </a:lnTo>
                  <a:lnTo>
                    <a:pt x="7135" y="5817"/>
                  </a:lnTo>
                  <a:lnTo>
                    <a:pt x="7032" y="6230"/>
                  </a:lnTo>
                  <a:lnTo>
                    <a:pt x="6928" y="6618"/>
                  </a:lnTo>
                  <a:lnTo>
                    <a:pt x="6773" y="6980"/>
                  </a:lnTo>
                  <a:lnTo>
                    <a:pt x="6592" y="7342"/>
                  </a:lnTo>
                  <a:lnTo>
                    <a:pt x="6411" y="7704"/>
                  </a:lnTo>
                  <a:lnTo>
                    <a:pt x="6179" y="8040"/>
                  </a:lnTo>
                  <a:lnTo>
                    <a:pt x="5946" y="8376"/>
                  </a:lnTo>
                  <a:lnTo>
                    <a:pt x="5662" y="8686"/>
                  </a:lnTo>
                  <a:lnTo>
                    <a:pt x="5377" y="8971"/>
                  </a:lnTo>
                  <a:lnTo>
                    <a:pt x="5093" y="9229"/>
                  </a:lnTo>
                  <a:lnTo>
                    <a:pt x="4757" y="9488"/>
                  </a:lnTo>
                  <a:lnTo>
                    <a:pt x="4421" y="9720"/>
                  </a:lnTo>
                  <a:lnTo>
                    <a:pt x="4059" y="9927"/>
                  </a:lnTo>
                  <a:lnTo>
                    <a:pt x="3697" y="9720"/>
                  </a:lnTo>
                  <a:lnTo>
                    <a:pt x="3361" y="9488"/>
                  </a:lnTo>
                  <a:lnTo>
                    <a:pt x="3025" y="9229"/>
                  </a:lnTo>
                  <a:lnTo>
                    <a:pt x="2741" y="8971"/>
                  </a:lnTo>
                  <a:lnTo>
                    <a:pt x="2456" y="8686"/>
                  </a:lnTo>
                  <a:lnTo>
                    <a:pt x="2172" y="8376"/>
                  </a:lnTo>
                  <a:lnTo>
                    <a:pt x="1939" y="8040"/>
                  </a:lnTo>
                  <a:lnTo>
                    <a:pt x="1732" y="7704"/>
                  </a:lnTo>
                  <a:lnTo>
                    <a:pt x="1526" y="7342"/>
                  </a:lnTo>
                  <a:lnTo>
                    <a:pt x="1345" y="6980"/>
                  </a:lnTo>
                  <a:lnTo>
                    <a:pt x="1190" y="6618"/>
                  </a:lnTo>
                  <a:lnTo>
                    <a:pt x="1086" y="6230"/>
                  </a:lnTo>
                  <a:lnTo>
                    <a:pt x="983" y="5817"/>
                  </a:lnTo>
                  <a:lnTo>
                    <a:pt x="905" y="5429"/>
                  </a:lnTo>
                  <a:lnTo>
                    <a:pt x="853" y="5015"/>
                  </a:lnTo>
                  <a:lnTo>
                    <a:pt x="853" y="4602"/>
                  </a:lnTo>
                  <a:lnTo>
                    <a:pt x="853" y="1345"/>
                  </a:lnTo>
                  <a:lnTo>
                    <a:pt x="1655" y="1112"/>
                  </a:lnTo>
                  <a:lnTo>
                    <a:pt x="2456" y="957"/>
                  </a:lnTo>
                  <a:lnTo>
                    <a:pt x="3258" y="879"/>
                  </a:lnTo>
                  <a:lnTo>
                    <a:pt x="4059" y="854"/>
                  </a:lnTo>
                  <a:close/>
                  <a:moveTo>
                    <a:pt x="4059" y="1"/>
                  </a:moveTo>
                  <a:lnTo>
                    <a:pt x="3594" y="26"/>
                  </a:lnTo>
                  <a:lnTo>
                    <a:pt x="3128" y="52"/>
                  </a:lnTo>
                  <a:lnTo>
                    <a:pt x="2663" y="104"/>
                  </a:lnTo>
                  <a:lnTo>
                    <a:pt x="2198" y="156"/>
                  </a:lnTo>
                  <a:lnTo>
                    <a:pt x="1707" y="259"/>
                  </a:lnTo>
                  <a:lnTo>
                    <a:pt x="1241" y="362"/>
                  </a:lnTo>
                  <a:lnTo>
                    <a:pt x="776" y="492"/>
                  </a:lnTo>
                  <a:lnTo>
                    <a:pt x="311" y="621"/>
                  </a:lnTo>
                  <a:lnTo>
                    <a:pt x="181" y="699"/>
                  </a:lnTo>
                  <a:lnTo>
                    <a:pt x="104" y="776"/>
                  </a:lnTo>
                  <a:lnTo>
                    <a:pt x="26" y="905"/>
                  </a:lnTo>
                  <a:lnTo>
                    <a:pt x="0" y="1035"/>
                  </a:lnTo>
                  <a:lnTo>
                    <a:pt x="0" y="4602"/>
                  </a:lnTo>
                  <a:lnTo>
                    <a:pt x="26" y="5093"/>
                  </a:lnTo>
                  <a:lnTo>
                    <a:pt x="78" y="5558"/>
                  </a:lnTo>
                  <a:lnTo>
                    <a:pt x="156" y="6024"/>
                  </a:lnTo>
                  <a:lnTo>
                    <a:pt x="285" y="6489"/>
                  </a:lnTo>
                  <a:lnTo>
                    <a:pt x="440" y="6954"/>
                  </a:lnTo>
                  <a:lnTo>
                    <a:pt x="621" y="7394"/>
                  </a:lnTo>
                  <a:lnTo>
                    <a:pt x="828" y="7833"/>
                  </a:lnTo>
                  <a:lnTo>
                    <a:pt x="1060" y="8247"/>
                  </a:lnTo>
                  <a:lnTo>
                    <a:pt x="1345" y="8635"/>
                  </a:lnTo>
                  <a:lnTo>
                    <a:pt x="1629" y="9022"/>
                  </a:lnTo>
                  <a:lnTo>
                    <a:pt x="1965" y="9384"/>
                  </a:lnTo>
                  <a:lnTo>
                    <a:pt x="2301" y="9720"/>
                  </a:lnTo>
                  <a:lnTo>
                    <a:pt x="2663" y="10005"/>
                  </a:lnTo>
                  <a:lnTo>
                    <a:pt x="3051" y="10289"/>
                  </a:lnTo>
                  <a:lnTo>
                    <a:pt x="3464" y="10547"/>
                  </a:lnTo>
                  <a:lnTo>
                    <a:pt x="3878" y="10780"/>
                  </a:lnTo>
                  <a:lnTo>
                    <a:pt x="3956" y="10806"/>
                  </a:lnTo>
                  <a:lnTo>
                    <a:pt x="4162" y="10806"/>
                  </a:lnTo>
                  <a:lnTo>
                    <a:pt x="4240" y="10780"/>
                  </a:lnTo>
                  <a:lnTo>
                    <a:pt x="4653" y="10547"/>
                  </a:lnTo>
                  <a:lnTo>
                    <a:pt x="5067" y="10289"/>
                  </a:lnTo>
                  <a:lnTo>
                    <a:pt x="5455" y="10005"/>
                  </a:lnTo>
                  <a:lnTo>
                    <a:pt x="5817" y="9720"/>
                  </a:lnTo>
                  <a:lnTo>
                    <a:pt x="6153" y="9384"/>
                  </a:lnTo>
                  <a:lnTo>
                    <a:pt x="6489" y="9022"/>
                  </a:lnTo>
                  <a:lnTo>
                    <a:pt x="6773" y="8635"/>
                  </a:lnTo>
                  <a:lnTo>
                    <a:pt x="7058" y="8247"/>
                  </a:lnTo>
                  <a:lnTo>
                    <a:pt x="7290" y="7833"/>
                  </a:lnTo>
                  <a:lnTo>
                    <a:pt x="7497" y="7394"/>
                  </a:lnTo>
                  <a:lnTo>
                    <a:pt x="7678" y="6954"/>
                  </a:lnTo>
                  <a:lnTo>
                    <a:pt x="7833" y="6489"/>
                  </a:lnTo>
                  <a:lnTo>
                    <a:pt x="7962" y="6024"/>
                  </a:lnTo>
                  <a:lnTo>
                    <a:pt x="8040" y="5558"/>
                  </a:lnTo>
                  <a:lnTo>
                    <a:pt x="8092" y="5093"/>
                  </a:lnTo>
                  <a:lnTo>
                    <a:pt x="8117" y="4602"/>
                  </a:lnTo>
                  <a:lnTo>
                    <a:pt x="8117" y="1035"/>
                  </a:lnTo>
                  <a:lnTo>
                    <a:pt x="8092" y="905"/>
                  </a:lnTo>
                  <a:lnTo>
                    <a:pt x="8040" y="776"/>
                  </a:lnTo>
                  <a:lnTo>
                    <a:pt x="7936" y="699"/>
                  </a:lnTo>
                  <a:lnTo>
                    <a:pt x="7833" y="621"/>
                  </a:lnTo>
                  <a:lnTo>
                    <a:pt x="7342" y="492"/>
                  </a:lnTo>
                  <a:lnTo>
                    <a:pt x="6877" y="362"/>
                  </a:lnTo>
                  <a:lnTo>
                    <a:pt x="6411" y="259"/>
                  </a:lnTo>
                  <a:lnTo>
                    <a:pt x="5946" y="156"/>
                  </a:lnTo>
                  <a:lnTo>
                    <a:pt x="5455" y="104"/>
                  </a:lnTo>
                  <a:lnTo>
                    <a:pt x="4990" y="52"/>
                  </a:lnTo>
                  <a:lnTo>
                    <a:pt x="4524" y="26"/>
                  </a:lnTo>
                  <a:lnTo>
                    <a:pt x="40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9"/>
            <p:cNvSpPr/>
            <p:nvPr/>
          </p:nvSpPr>
          <p:spPr>
            <a:xfrm>
              <a:off x="6396975" y="2098125"/>
              <a:ext cx="104700" cy="80150"/>
            </a:xfrm>
            <a:custGeom>
              <a:avLst/>
              <a:gdLst/>
              <a:ahLst/>
              <a:cxnLst/>
              <a:rect l="l" t="t" r="r" b="b"/>
              <a:pathLst>
                <a:path w="4188" h="3206" extrusionOk="0">
                  <a:moveTo>
                    <a:pt x="3697" y="1"/>
                  </a:moveTo>
                  <a:lnTo>
                    <a:pt x="3619" y="26"/>
                  </a:lnTo>
                  <a:lnTo>
                    <a:pt x="3542" y="52"/>
                  </a:lnTo>
                  <a:lnTo>
                    <a:pt x="3490" y="104"/>
                  </a:lnTo>
                  <a:lnTo>
                    <a:pt x="1396" y="2198"/>
                  </a:lnTo>
                  <a:lnTo>
                    <a:pt x="724" y="1500"/>
                  </a:lnTo>
                  <a:lnTo>
                    <a:pt x="646" y="1448"/>
                  </a:lnTo>
                  <a:lnTo>
                    <a:pt x="569" y="1396"/>
                  </a:lnTo>
                  <a:lnTo>
                    <a:pt x="491" y="1371"/>
                  </a:lnTo>
                  <a:lnTo>
                    <a:pt x="336" y="1371"/>
                  </a:lnTo>
                  <a:lnTo>
                    <a:pt x="259" y="1396"/>
                  </a:lnTo>
                  <a:lnTo>
                    <a:pt x="181" y="1448"/>
                  </a:lnTo>
                  <a:lnTo>
                    <a:pt x="129" y="1500"/>
                  </a:lnTo>
                  <a:lnTo>
                    <a:pt x="78" y="1552"/>
                  </a:lnTo>
                  <a:lnTo>
                    <a:pt x="26" y="1629"/>
                  </a:lnTo>
                  <a:lnTo>
                    <a:pt x="0" y="1707"/>
                  </a:lnTo>
                  <a:lnTo>
                    <a:pt x="0" y="1784"/>
                  </a:lnTo>
                  <a:lnTo>
                    <a:pt x="0" y="1862"/>
                  </a:lnTo>
                  <a:lnTo>
                    <a:pt x="26" y="1939"/>
                  </a:lnTo>
                  <a:lnTo>
                    <a:pt x="78" y="2017"/>
                  </a:lnTo>
                  <a:lnTo>
                    <a:pt x="129" y="2094"/>
                  </a:lnTo>
                  <a:lnTo>
                    <a:pt x="1112" y="3077"/>
                  </a:lnTo>
                  <a:lnTo>
                    <a:pt x="1163" y="3128"/>
                  </a:lnTo>
                  <a:lnTo>
                    <a:pt x="1241" y="3180"/>
                  </a:lnTo>
                  <a:lnTo>
                    <a:pt x="1318" y="3180"/>
                  </a:lnTo>
                  <a:lnTo>
                    <a:pt x="1396" y="3206"/>
                  </a:lnTo>
                  <a:lnTo>
                    <a:pt x="1474" y="3180"/>
                  </a:lnTo>
                  <a:lnTo>
                    <a:pt x="1551" y="3180"/>
                  </a:lnTo>
                  <a:lnTo>
                    <a:pt x="1629" y="3128"/>
                  </a:lnTo>
                  <a:lnTo>
                    <a:pt x="1706" y="3077"/>
                  </a:lnTo>
                  <a:lnTo>
                    <a:pt x="4059" y="698"/>
                  </a:lnTo>
                  <a:lnTo>
                    <a:pt x="4136" y="647"/>
                  </a:lnTo>
                  <a:lnTo>
                    <a:pt x="4162" y="569"/>
                  </a:lnTo>
                  <a:lnTo>
                    <a:pt x="4188" y="492"/>
                  </a:lnTo>
                  <a:lnTo>
                    <a:pt x="4188" y="414"/>
                  </a:lnTo>
                  <a:lnTo>
                    <a:pt x="4188" y="337"/>
                  </a:lnTo>
                  <a:lnTo>
                    <a:pt x="4162" y="259"/>
                  </a:lnTo>
                  <a:lnTo>
                    <a:pt x="4136" y="181"/>
                  </a:lnTo>
                  <a:lnTo>
                    <a:pt x="4059" y="104"/>
                  </a:lnTo>
                  <a:lnTo>
                    <a:pt x="4007" y="52"/>
                  </a:lnTo>
                  <a:lnTo>
                    <a:pt x="3929" y="26"/>
                  </a:lnTo>
                  <a:lnTo>
                    <a:pt x="38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 name="Google Shape;878;p59"/>
          <p:cNvSpPr/>
          <p:nvPr/>
        </p:nvSpPr>
        <p:spPr>
          <a:xfrm>
            <a:off x="8020711" y="2013843"/>
            <a:ext cx="383454" cy="356417"/>
          </a:xfrm>
          <a:custGeom>
            <a:avLst/>
            <a:gdLst/>
            <a:ahLst/>
            <a:cxnLst/>
            <a:rect l="l" t="t" r="r" b="b"/>
            <a:pathLst>
              <a:path w="14296" h="13288" extrusionOk="0">
                <a:moveTo>
                  <a:pt x="7782" y="3102"/>
                </a:moveTo>
                <a:lnTo>
                  <a:pt x="7808" y="3128"/>
                </a:lnTo>
                <a:lnTo>
                  <a:pt x="7833" y="3180"/>
                </a:lnTo>
                <a:lnTo>
                  <a:pt x="7859" y="3232"/>
                </a:lnTo>
                <a:lnTo>
                  <a:pt x="7859" y="3878"/>
                </a:lnTo>
                <a:lnTo>
                  <a:pt x="7523" y="3826"/>
                </a:lnTo>
                <a:lnTo>
                  <a:pt x="7161" y="3800"/>
                </a:lnTo>
                <a:lnTo>
                  <a:pt x="6799" y="3826"/>
                </a:lnTo>
                <a:lnTo>
                  <a:pt x="6463" y="3878"/>
                </a:lnTo>
                <a:lnTo>
                  <a:pt x="6463" y="3232"/>
                </a:lnTo>
                <a:lnTo>
                  <a:pt x="6463" y="3180"/>
                </a:lnTo>
                <a:lnTo>
                  <a:pt x="6489" y="3128"/>
                </a:lnTo>
                <a:lnTo>
                  <a:pt x="6541" y="3102"/>
                </a:lnTo>
                <a:close/>
                <a:moveTo>
                  <a:pt x="7265" y="1112"/>
                </a:moveTo>
                <a:lnTo>
                  <a:pt x="7084" y="1370"/>
                </a:lnTo>
                <a:lnTo>
                  <a:pt x="6955" y="1655"/>
                </a:lnTo>
                <a:lnTo>
                  <a:pt x="6851" y="1939"/>
                </a:lnTo>
                <a:lnTo>
                  <a:pt x="6774" y="2249"/>
                </a:lnTo>
                <a:lnTo>
                  <a:pt x="6593" y="2249"/>
                </a:lnTo>
                <a:lnTo>
                  <a:pt x="6412" y="2275"/>
                </a:lnTo>
                <a:lnTo>
                  <a:pt x="6231" y="2327"/>
                </a:lnTo>
                <a:lnTo>
                  <a:pt x="6050" y="2430"/>
                </a:lnTo>
                <a:lnTo>
                  <a:pt x="5920" y="2559"/>
                </a:lnTo>
                <a:lnTo>
                  <a:pt x="5791" y="2689"/>
                </a:lnTo>
                <a:lnTo>
                  <a:pt x="5688" y="2870"/>
                </a:lnTo>
                <a:lnTo>
                  <a:pt x="5636" y="3051"/>
                </a:lnTo>
                <a:lnTo>
                  <a:pt x="5610" y="3232"/>
                </a:lnTo>
                <a:lnTo>
                  <a:pt x="5610" y="4136"/>
                </a:lnTo>
                <a:lnTo>
                  <a:pt x="5326" y="4266"/>
                </a:lnTo>
                <a:lnTo>
                  <a:pt x="5067" y="4447"/>
                </a:lnTo>
                <a:lnTo>
                  <a:pt x="4783" y="4627"/>
                </a:lnTo>
                <a:lnTo>
                  <a:pt x="4550" y="4860"/>
                </a:lnTo>
                <a:lnTo>
                  <a:pt x="4369" y="5041"/>
                </a:lnTo>
                <a:lnTo>
                  <a:pt x="4189" y="5248"/>
                </a:lnTo>
                <a:lnTo>
                  <a:pt x="4033" y="5481"/>
                </a:lnTo>
                <a:lnTo>
                  <a:pt x="3878" y="5713"/>
                </a:lnTo>
                <a:lnTo>
                  <a:pt x="3749" y="5946"/>
                </a:lnTo>
                <a:lnTo>
                  <a:pt x="3646" y="6178"/>
                </a:lnTo>
                <a:lnTo>
                  <a:pt x="3568" y="6437"/>
                </a:lnTo>
                <a:lnTo>
                  <a:pt x="3491" y="6695"/>
                </a:lnTo>
                <a:lnTo>
                  <a:pt x="1164" y="5041"/>
                </a:lnTo>
                <a:lnTo>
                  <a:pt x="6438" y="1319"/>
                </a:lnTo>
                <a:lnTo>
                  <a:pt x="6618" y="1215"/>
                </a:lnTo>
                <a:lnTo>
                  <a:pt x="6825" y="1138"/>
                </a:lnTo>
                <a:lnTo>
                  <a:pt x="7032" y="1112"/>
                </a:lnTo>
                <a:close/>
                <a:moveTo>
                  <a:pt x="8040" y="1448"/>
                </a:moveTo>
                <a:lnTo>
                  <a:pt x="13159" y="5041"/>
                </a:lnTo>
                <a:lnTo>
                  <a:pt x="10832" y="6695"/>
                </a:lnTo>
                <a:lnTo>
                  <a:pt x="10755" y="6437"/>
                </a:lnTo>
                <a:lnTo>
                  <a:pt x="10677" y="6178"/>
                </a:lnTo>
                <a:lnTo>
                  <a:pt x="10548" y="5946"/>
                </a:lnTo>
                <a:lnTo>
                  <a:pt x="10444" y="5713"/>
                </a:lnTo>
                <a:lnTo>
                  <a:pt x="10289" y="5481"/>
                </a:lnTo>
                <a:lnTo>
                  <a:pt x="10134" y="5248"/>
                </a:lnTo>
                <a:lnTo>
                  <a:pt x="9953" y="5041"/>
                </a:lnTo>
                <a:lnTo>
                  <a:pt x="9772" y="4860"/>
                </a:lnTo>
                <a:lnTo>
                  <a:pt x="9514" y="4627"/>
                </a:lnTo>
                <a:lnTo>
                  <a:pt x="9255" y="4447"/>
                </a:lnTo>
                <a:lnTo>
                  <a:pt x="8971" y="4266"/>
                </a:lnTo>
                <a:lnTo>
                  <a:pt x="8686" y="4136"/>
                </a:lnTo>
                <a:lnTo>
                  <a:pt x="8686" y="3232"/>
                </a:lnTo>
                <a:lnTo>
                  <a:pt x="8686" y="3051"/>
                </a:lnTo>
                <a:lnTo>
                  <a:pt x="8609" y="2870"/>
                </a:lnTo>
                <a:lnTo>
                  <a:pt x="8531" y="2689"/>
                </a:lnTo>
                <a:lnTo>
                  <a:pt x="8402" y="2559"/>
                </a:lnTo>
                <a:lnTo>
                  <a:pt x="8273" y="2430"/>
                </a:lnTo>
                <a:lnTo>
                  <a:pt x="8092" y="2327"/>
                </a:lnTo>
                <a:lnTo>
                  <a:pt x="7911" y="2275"/>
                </a:lnTo>
                <a:lnTo>
                  <a:pt x="7704" y="2249"/>
                </a:lnTo>
                <a:lnTo>
                  <a:pt x="7627" y="2249"/>
                </a:lnTo>
                <a:lnTo>
                  <a:pt x="7704" y="2042"/>
                </a:lnTo>
                <a:lnTo>
                  <a:pt x="7782" y="1836"/>
                </a:lnTo>
                <a:lnTo>
                  <a:pt x="7911" y="1629"/>
                </a:lnTo>
                <a:lnTo>
                  <a:pt x="8040" y="1448"/>
                </a:lnTo>
                <a:close/>
                <a:moveTo>
                  <a:pt x="7446" y="4653"/>
                </a:moveTo>
                <a:lnTo>
                  <a:pt x="7704" y="4705"/>
                </a:lnTo>
                <a:lnTo>
                  <a:pt x="7963" y="4757"/>
                </a:lnTo>
                <a:lnTo>
                  <a:pt x="8221" y="4834"/>
                </a:lnTo>
                <a:lnTo>
                  <a:pt x="8454" y="4938"/>
                </a:lnTo>
                <a:lnTo>
                  <a:pt x="8686" y="5067"/>
                </a:lnTo>
                <a:lnTo>
                  <a:pt x="8919" y="5222"/>
                </a:lnTo>
                <a:lnTo>
                  <a:pt x="9126" y="5377"/>
                </a:lnTo>
                <a:lnTo>
                  <a:pt x="9307" y="5558"/>
                </a:lnTo>
                <a:lnTo>
                  <a:pt x="9462" y="5765"/>
                </a:lnTo>
                <a:lnTo>
                  <a:pt x="9617" y="5972"/>
                </a:lnTo>
                <a:lnTo>
                  <a:pt x="9746" y="6204"/>
                </a:lnTo>
                <a:lnTo>
                  <a:pt x="9876" y="6437"/>
                </a:lnTo>
                <a:lnTo>
                  <a:pt x="9953" y="6695"/>
                </a:lnTo>
                <a:lnTo>
                  <a:pt x="10031" y="6954"/>
                </a:lnTo>
                <a:lnTo>
                  <a:pt x="10082" y="7238"/>
                </a:lnTo>
                <a:lnTo>
                  <a:pt x="7161" y="9281"/>
                </a:lnTo>
                <a:lnTo>
                  <a:pt x="4240" y="7238"/>
                </a:lnTo>
                <a:lnTo>
                  <a:pt x="4292" y="6954"/>
                </a:lnTo>
                <a:lnTo>
                  <a:pt x="4369" y="6695"/>
                </a:lnTo>
                <a:lnTo>
                  <a:pt x="4447" y="6437"/>
                </a:lnTo>
                <a:lnTo>
                  <a:pt x="4550" y="6204"/>
                </a:lnTo>
                <a:lnTo>
                  <a:pt x="4706" y="5972"/>
                </a:lnTo>
                <a:lnTo>
                  <a:pt x="4835" y="5765"/>
                </a:lnTo>
                <a:lnTo>
                  <a:pt x="5016" y="5558"/>
                </a:lnTo>
                <a:lnTo>
                  <a:pt x="5197" y="5377"/>
                </a:lnTo>
                <a:lnTo>
                  <a:pt x="5403" y="5222"/>
                </a:lnTo>
                <a:lnTo>
                  <a:pt x="5610" y="5067"/>
                </a:lnTo>
                <a:lnTo>
                  <a:pt x="5843" y="4938"/>
                </a:lnTo>
                <a:lnTo>
                  <a:pt x="6101" y="4834"/>
                </a:lnTo>
                <a:lnTo>
                  <a:pt x="6334" y="4757"/>
                </a:lnTo>
                <a:lnTo>
                  <a:pt x="6618" y="4705"/>
                </a:lnTo>
                <a:lnTo>
                  <a:pt x="6877" y="4653"/>
                </a:lnTo>
                <a:close/>
                <a:moveTo>
                  <a:pt x="854" y="5868"/>
                </a:moveTo>
                <a:lnTo>
                  <a:pt x="5248" y="8970"/>
                </a:lnTo>
                <a:lnTo>
                  <a:pt x="854" y="12072"/>
                </a:lnTo>
                <a:lnTo>
                  <a:pt x="854" y="12021"/>
                </a:lnTo>
                <a:lnTo>
                  <a:pt x="854" y="5868"/>
                </a:lnTo>
                <a:close/>
                <a:moveTo>
                  <a:pt x="13469" y="5868"/>
                </a:moveTo>
                <a:lnTo>
                  <a:pt x="13469" y="12021"/>
                </a:lnTo>
                <a:lnTo>
                  <a:pt x="13469" y="12072"/>
                </a:lnTo>
                <a:lnTo>
                  <a:pt x="9074" y="8970"/>
                </a:lnTo>
                <a:lnTo>
                  <a:pt x="13469" y="5868"/>
                </a:lnTo>
                <a:close/>
                <a:moveTo>
                  <a:pt x="8350" y="9487"/>
                </a:moveTo>
                <a:lnTo>
                  <a:pt x="12564" y="12460"/>
                </a:lnTo>
                <a:lnTo>
                  <a:pt x="1759" y="12460"/>
                </a:lnTo>
                <a:lnTo>
                  <a:pt x="5972" y="9487"/>
                </a:lnTo>
                <a:lnTo>
                  <a:pt x="6929" y="10134"/>
                </a:lnTo>
                <a:lnTo>
                  <a:pt x="7032" y="10211"/>
                </a:lnTo>
                <a:lnTo>
                  <a:pt x="7291" y="10211"/>
                </a:lnTo>
                <a:lnTo>
                  <a:pt x="7394" y="10134"/>
                </a:lnTo>
                <a:lnTo>
                  <a:pt x="8350" y="9487"/>
                </a:lnTo>
                <a:close/>
                <a:moveTo>
                  <a:pt x="9410" y="0"/>
                </a:moveTo>
                <a:lnTo>
                  <a:pt x="9023" y="26"/>
                </a:lnTo>
                <a:lnTo>
                  <a:pt x="8661" y="104"/>
                </a:lnTo>
                <a:lnTo>
                  <a:pt x="8299" y="259"/>
                </a:lnTo>
                <a:lnTo>
                  <a:pt x="7963" y="440"/>
                </a:lnTo>
                <a:lnTo>
                  <a:pt x="7730" y="336"/>
                </a:lnTo>
                <a:lnTo>
                  <a:pt x="7472" y="285"/>
                </a:lnTo>
                <a:lnTo>
                  <a:pt x="7213" y="259"/>
                </a:lnTo>
                <a:lnTo>
                  <a:pt x="6929" y="285"/>
                </a:lnTo>
                <a:lnTo>
                  <a:pt x="6670" y="310"/>
                </a:lnTo>
                <a:lnTo>
                  <a:pt x="6438" y="388"/>
                </a:lnTo>
                <a:lnTo>
                  <a:pt x="6179" y="491"/>
                </a:lnTo>
                <a:lnTo>
                  <a:pt x="5946" y="647"/>
                </a:lnTo>
                <a:lnTo>
                  <a:pt x="182" y="4705"/>
                </a:lnTo>
                <a:lnTo>
                  <a:pt x="104" y="4783"/>
                </a:lnTo>
                <a:lnTo>
                  <a:pt x="52" y="4860"/>
                </a:lnTo>
                <a:lnTo>
                  <a:pt x="27" y="4964"/>
                </a:lnTo>
                <a:lnTo>
                  <a:pt x="1" y="5041"/>
                </a:lnTo>
                <a:lnTo>
                  <a:pt x="1" y="12021"/>
                </a:lnTo>
                <a:lnTo>
                  <a:pt x="27" y="12279"/>
                </a:lnTo>
                <a:lnTo>
                  <a:pt x="104" y="12512"/>
                </a:lnTo>
                <a:lnTo>
                  <a:pt x="233" y="12744"/>
                </a:lnTo>
                <a:lnTo>
                  <a:pt x="389" y="12925"/>
                </a:lnTo>
                <a:lnTo>
                  <a:pt x="569" y="13080"/>
                </a:lnTo>
                <a:lnTo>
                  <a:pt x="776" y="13184"/>
                </a:lnTo>
                <a:lnTo>
                  <a:pt x="1009" y="13261"/>
                </a:lnTo>
                <a:lnTo>
                  <a:pt x="1267" y="13287"/>
                </a:lnTo>
                <a:lnTo>
                  <a:pt x="13055" y="13287"/>
                </a:lnTo>
                <a:lnTo>
                  <a:pt x="13314" y="13261"/>
                </a:lnTo>
                <a:lnTo>
                  <a:pt x="13546" y="13184"/>
                </a:lnTo>
                <a:lnTo>
                  <a:pt x="13753" y="13080"/>
                </a:lnTo>
                <a:lnTo>
                  <a:pt x="13934" y="12925"/>
                </a:lnTo>
                <a:lnTo>
                  <a:pt x="14089" y="12744"/>
                </a:lnTo>
                <a:lnTo>
                  <a:pt x="14218" y="12512"/>
                </a:lnTo>
                <a:lnTo>
                  <a:pt x="14270" y="12279"/>
                </a:lnTo>
                <a:lnTo>
                  <a:pt x="14296" y="12021"/>
                </a:lnTo>
                <a:lnTo>
                  <a:pt x="14296" y="5041"/>
                </a:lnTo>
                <a:lnTo>
                  <a:pt x="14296" y="4964"/>
                </a:lnTo>
                <a:lnTo>
                  <a:pt x="14270" y="4860"/>
                </a:lnTo>
                <a:lnTo>
                  <a:pt x="14193" y="4783"/>
                </a:lnTo>
                <a:lnTo>
                  <a:pt x="14141" y="4705"/>
                </a:lnTo>
                <a:lnTo>
                  <a:pt x="8790" y="957"/>
                </a:lnTo>
                <a:lnTo>
                  <a:pt x="9100" y="853"/>
                </a:lnTo>
                <a:lnTo>
                  <a:pt x="9410" y="828"/>
                </a:lnTo>
                <a:lnTo>
                  <a:pt x="9514" y="828"/>
                </a:lnTo>
                <a:lnTo>
                  <a:pt x="9591" y="802"/>
                </a:lnTo>
                <a:lnTo>
                  <a:pt x="9643" y="776"/>
                </a:lnTo>
                <a:lnTo>
                  <a:pt x="9720" y="724"/>
                </a:lnTo>
                <a:lnTo>
                  <a:pt x="9772" y="647"/>
                </a:lnTo>
                <a:lnTo>
                  <a:pt x="9798" y="569"/>
                </a:lnTo>
                <a:lnTo>
                  <a:pt x="9824" y="491"/>
                </a:lnTo>
                <a:lnTo>
                  <a:pt x="9850" y="414"/>
                </a:lnTo>
                <a:lnTo>
                  <a:pt x="9824" y="336"/>
                </a:lnTo>
                <a:lnTo>
                  <a:pt x="9798" y="259"/>
                </a:lnTo>
                <a:lnTo>
                  <a:pt x="9772" y="181"/>
                </a:lnTo>
                <a:lnTo>
                  <a:pt x="9720" y="130"/>
                </a:lnTo>
                <a:lnTo>
                  <a:pt x="9643" y="78"/>
                </a:lnTo>
                <a:lnTo>
                  <a:pt x="9591" y="26"/>
                </a:lnTo>
                <a:lnTo>
                  <a:pt x="95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 name="Google Shape;879;p59"/>
          <p:cNvGrpSpPr/>
          <p:nvPr/>
        </p:nvGrpSpPr>
        <p:grpSpPr>
          <a:xfrm>
            <a:off x="739735" y="2721100"/>
            <a:ext cx="383454" cy="383454"/>
            <a:chOff x="238125" y="2633225"/>
            <a:chExt cx="357400" cy="357400"/>
          </a:xfrm>
        </p:grpSpPr>
        <p:sp>
          <p:nvSpPr>
            <p:cNvPr id="880" name="Google Shape;880;p59"/>
            <p:cNvSpPr/>
            <p:nvPr/>
          </p:nvSpPr>
          <p:spPr>
            <a:xfrm>
              <a:off x="238125" y="2885900"/>
              <a:ext cx="104700" cy="104725"/>
            </a:xfrm>
            <a:custGeom>
              <a:avLst/>
              <a:gdLst/>
              <a:ahLst/>
              <a:cxnLst/>
              <a:rect l="l" t="t" r="r" b="b"/>
              <a:pathLst>
                <a:path w="4188" h="4189" extrusionOk="0">
                  <a:moveTo>
                    <a:pt x="2094" y="828"/>
                  </a:moveTo>
                  <a:lnTo>
                    <a:pt x="2352" y="854"/>
                  </a:lnTo>
                  <a:lnTo>
                    <a:pt x="2585" y="932"/>
                  </a:lnTo>
                  <a:lnTo>
                    <a:pt x="2792" y="1035"/>
                  </a:lnTo>
                  <a:lnTo>
                    <a:pt x="2973" y="1190"/>
                  </a:lnTo>
                  <a:lnTo>
                    <a:pt x="3128" y="1371"/>
                  </a:lnTo>
                  <a:lnTo>
                    <a:pt x="3257" y="1604"/>
                  </a:lnTo>
                  <a:lnTo>
                    <a:pt x="3309" y="1836"/>
                  </a:lnTo>
                  <a:lnTo>
                    <a:pt x="3335" y="2095"/>
                  </a:lnTo>
                  <a:lnTo>
                    <a:pt x="3309" y="2327"/>
                  </a:lnTo>
                  <a:lnTo>
                    <a:pt x="3257" y="2560"/>
                  </a:lnTo>
                  <a:lnTo>
                    <a:pt x="3128" y="2793"/>
                  </a:lnTo>
                  <a:lnTo>
                    <a:pt x="2973" y="2974"/>
                  </a:lnTo>
                  <a:lnTo>
                    <a:pt x="2792" y="3129"/>
                  </a:lnTo>
                  <a:lnTo>
                    <a:pt x="2585" y="3232"/>
                  </a:lnTo>
                  <a:lnTo>
                    <a:pt x="2352" y="3310"/>
                  </a:lnTo>
                  <a:lnTo>
                    <a:pt x="2094" y="3336"/>
                  </a:lnTo>
                  <a:lnTo>
                    <a:pt x="1835" y="3310"/>
                  </a:lnTo>
                  <a:lnTo>
                    <a:pt x="1603" y="3232"/>
                  </a:lnTo>
                  <a:lnTo>
                    <a:pt x="1396" y="3129"/>
                  </a:lnTo>
                  <a:lnTo>
                    <a:pt x="1215" y="2974"/>
                  </a:lnTo>
                  <a:lnTo>
                    <a:pt x="1060" y="2793"/>
                  </a:lnTo>
                  <a:lnTo>
                    <a:pt x="931" y="2560"/>
                  </a:lnTo>
                  <a:lnTo>
                    <a:pt x="853" y="2327"/>
                  </a:lnTo>
                  <a:lnTo>
                    <a:pt x="827" y="2095"/>
                  </a:lnTo>
                  <a:lnTo>
                    <a:pt x="853" y="1836"/>
                  </a:lnTo>
                  <a:lnTo>
                    <a:pt x="931" y="1604"/>
                  </a:lnTo>
                  <a:lnTo>
                    <a:pt x="1060" y="1371"/>
                  </a:lnTo>
                  <a:lnTo>
                    <a:pt x="1215" y="1190"/>
                  </a:lnTo>
                  <a:lnTo>
                    <a:pt x="1396" y="1035"/>
                  </a:lnTo>
                  <a:lnTo>
                    <a:pt x="1603" y="932"/>
                  </a:lnTo>
                  <a:lnTo>
                    <a:pt x="1835" y="854"/>
                  </a:lnTo>
                  <a:lnTo>
                    <a:pt x="2094" y="828"/>
                  </a:lnTo>
                  <a:close/>
                  <a:moveTo>
                    <a:pt x="1887" y="1"/>
                  </a:moveTo>
                  <a:lnTo>
                    <a:pt x="1680" y="27"/>
                  </a:lnTo>
                  <a:lnTo>
                    <a:pt x="1473" y="78"/>
                  </a:lnTo>
                  <a:lnTo>
                    <a:pt x="1267" y="156"/>
                  </a:lnTo>
                  <a:lnTo>
                    <a:pt x="1086" y="234"/>
                  </a:lnTo>
                  <a:lnTo>
                    <a:pt x="931" y="337"/>
                  </a:lnTo>
                  <a:lnTo>
                    <a:pt x="750" y="466"/>
                  </a:lnTo>
                  <a:lnTo>
                    <a:pt x="620" y="595"/>
                  </a:lnTo>
                  <a:lnTo>
                    <a:pt x="465" y="751"/>
                  </a:lnTo>
                  <a:lnTo>
                    <a:pt x="362" y="906"/>
                  </a:lnTo>
                  <a:lnTo>
                    <a:pt x="259" y="1087"/>
                  </a:lnTo>
                  <a:lnTo>
                    <a:pt x="155" y="1268"/>
                  </a:lnTo>
                  <a:lnTo>
                    <a:pt x="103" y="1449"/>
                  </a:lnTo>
                  <a:lnTo>
                    <a:pt x="52" y="1655"/>
                  </a:lnTo>
                  <a:lnTo>
                    <a:pt x="0" y="1862"/>
                  </a:lnTo>
                  <a:lnTo>
                    <a:pt x="0" y="2095"/>
                  </a:lnTo>
                  <a:lnTo>
                    <a:pt x="0" y="2302"/>
                  </a:lnTo>
                  <a:lnTo>
                    <a:pt x="52" y="2508"/>
                  </a:lnTo>
                  <a:lnTo>
                    <a:pt x="103" y="2715"/>
                  </a:lnTo>
                  <a:lnTo>
                    <a:pt x="155" y="2896"/>
                  </a:lnTo>
                  <a:lnTo>
                    <a:pt x="259" y="3077"/>
                  </a:lnTo>
                  <a:lnTo>
                    <a:pt x="362" y="3258"/>
                  </a:lnTo>
                  <a:lnTo>
                    <a:pt x="465" y="3413"/>
                  </a:lnTo>
                  <a:lnTo>
                    <a:pt x="620" y="3568"/>
                  </a:lnTo>
                  <a:lnTo>
                    <a:pt x="750" y="3697"/>
                  </a:lnTo>
                  <a:lnTo>
                    <a:pt x="931" y="3827"/>
                  </a:lnTo>
                  <a:lnTo>
                    <a:pt x="1086" y="3930"/>
                  </a:lnTo>
                  <a:lnTo>
                    <a:pt x="1267" y="4008"/>
                  </a:lnTo>
                  <a:lnTo>
                    <a:pt x="1473" y="4085"/>
                  </a:lnTo>
                  <a:lnTo>
                    <a:pt x="1680" y="4137"/>
                  </a:lnTo>
                  <a:lnTo>
                    <a:pt x="1887" y="4163"/>
                  </a:lnTo>
                  <a:lnTo>
                    <a:pt x="2094" y="4189"/>
                  </a:lnTo>
                  <a:lnTo>
                    <a:pt x="2301" y="4163"/>
                  </a:lnTo>
                  <a:lnTo>
                    <a:pt x="2507" y="4137"/>
                  </a:lnTo>
                  <a:lnTo>
                    <a:pt x="2714" y="4085"/>
                  </a:lnTo>
                  <a:lnTo>
                    <a:pt x="2895" y="4008"/>
                  </a:lnTo>
                  <a:lnTo>
                    <a:pt x="3076" y="3930"/>
                  </a:lnTo>
                  <a:lnTo>
                    <a:pt x="3257" y="3827"/>
                  </a:lnTo>
                  <a:lnTo>
                    <a:pt x="3412" y="3697"/>
                  </a:lnTo>
                  <a:lnTo>
                    <a:pt x="3567" y="3568"/>
                  </a:lnTo>
                  <a:lnTo>
                    <a:pt x="3697" y="3413"/>
                  </a:lnTo>
                  <a:lnTo>
                    <a:pt x="3826" y="3258"/>
                  </a:lnTo>
                  <a:lnTo>
                    <a:pt x="3929" y="3077"/>
                  </a:lnTo>
                  <a:lnTo>
                    <a:pt x="4007" y="2896"/>
                  </a:lnTo>
                  <a:lnTo>
                    <a:pt x="4084" y="2715"/>
                  </a:lnTo>
                  <a:lnTo>
                    <a:pt x="4136" y="2508"/>
                  </a:lnTo>
                  <a:lnTo>
                    <a:pt x="4162" y="2302"/>
                  </a:lnTo>
                  <a:lnTo>
                    <a:pt x="4188" y="2095"/>
                  </a:lnTo>
                  <a:lnTo>
                    <a:pt x="4162" y="1862"/>
                  </a:lnTo>
                  <a:lnTo>
                    <a:pt x="4136" y="1655"/>
                  </a:lnTo>
                  <a:lnTo>
                    <a:pt x="4084" y="1449"/>
                  </a:lnTo>
                  <a:lnTo>
                    <a:pt x="4007" y="1268"/>
                  </a:lnTo>
                  <a:lnTo>
                    <a:pt x="3929" y="1087"/>
                  </a:lnTo>
                  <a:lnTo>
                    <a:pt x="3826" y="906"/>
                  </a:lnTo>
                  <a:lnTo>
                    <a:pt x="3697" y="751"/>
                  </a:lnTo>
                  <a:lnTo>
                    <a:pt x="3567" y="595"/>
                  </a:lnTo>
                  <a:lnTo>
                    <a:pt x="3412" y="466"/>
                  </a:lnTo>
                  <a:lnTo>
                    <a:pt x="3257" y="337"/>
                  </a:lnTo>
                  <a:lnTo>
                    <a:pt x="3076" y="234"/>
                  </a:lnTo>
                  <a:lnTo>
                    <a:pt x="2895" y="156"/>
                  </a:lnTo>
                  <a:lnTo>
                    <a:pt x="2714" y="78"/>
                  </a:lnTo>
                  <a:lnTo>
                    <a:pt x="2507" y="27"/>
                  </a:lnTo>
                  <a:lnTo>
                    <a:pt x="23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9"/>
            <p:cNvSpPr/>
            <p:nvPr/>
          </p:nvSpPr>
          <p:spPr>
            <a:xfrm>
              <a:off x="280125" y="2927275"/>
              <a:ext cx="20700" cy="21350"/>
            </a:xfrm>
            <a:custGeom>
              <a:avLst/>
              <a:gdLst/>
              <a:ahLst/>
              <a:cxnLst/>
              <a:rect l="l" t="t" r="r" b="b"/>
              <a:pathLst>
                <a:path w="828" h="854" extrusionOk="0">
                  <a:moveTo>
                    <a:pt x="414" y="0"/>
                  </a:moveTo>
                  <a:lnTo>
                    <a:pt x="336" y="26"/>
                  </a:lnTo>
                  <a:lnTo>
                    <a:pt x="259" y="52"/>
                  </a:lnTo>
                  <a:lnTo>
                    <a:pt x="181" y="78"/>
                  </a:lnTo>
                  <a:lnTo>
                    <a:pt x="104" y="130"/>
                  </a:lnTo>
                  <a:lnTo>
                    <a:pt x="52" y="181"/>
                  </a:lnTo>
                  <a:lnTo>
                    <a:pt x="26" y="259"/>
                  </a:lnTo>
                  <a:lnTo>
                    <a:pt x="0" y="336"/>
                  </a:lnTo>
                  <a:lnTo>
                    <a:pt x="0" y="440"/>
                  </a:lnTo>
                  <a:lnTo>
                    <a:pt x="0" y="517"/>
                  </a:lnTo>
                  <a:lnTo>
                    <a:pt x="26" y="595"/>
                  </a:lnTo>
                  <a:lnTo>
                    <a:pt x="52" y="672"/>
                  </a:lnTo>
                  <a:lnTo>
                    <a:pt x="104" y="724"/>
                  </a:lnTo>
                  <a:lnTo>
                    <a:pt x="181" y="776"/>
                  </a:lnTo>
                  <a:lnTo>
                    <a:pt x="259" y="802"/>
                  </a:lnTo>
                  <a:lnTo>
                    <a:pt x="336" y="828"/>
                  </a:lnTo>
                  <a:lnTo>
                    <a:pt x="414" y="853"/>
                  </a:lnTo>
                  <a:lnTo>
                    <a:pt x="491" y="828"/>
                  </a:lnTo>
                  <a:lnTo>
                    <a:pt x="569" y="802"/>
                  </a:lnTo>
                  <a:lnTo>
                    <a:pt x="647" y="776"/>
                  </a:lnTo>
                  <a:lnTo>
                    <a:pt x="698" y="724"/>
                  </a:lnTo>
                  <a:lnTo>
                    <a:pt x="750" y="672"/>
                  </a:lnTo>
                  <a:lnTo>
                    <a:pt x="802" y="595"/>
                  </a:lnTo>
                  <a:lnTo>
                    <a:pt x="827" y="517"/>
                  </a:lnTo>
                  <a:lnTo>
                    <a:pt x="827" y="440"/>
                  </a:lnTo>
                  <a:lnTo>
                    <a:pt x="827" y="336"/>
                  </a:lnTo>
                  <a:lnTo>
                    <a:pt x="802" y="259"/>
                  </a:lnTo>
                  <a:lnTo>
                    <a:pt x="750" y="181"/>
                  </a:lnTo>
                  <a:lnTo>
                    <a:pt x="698" y="130"/>
                  </a:lnTo>
                  <a:lnTo>
                    <a:pt x="647" y="78"/>
                  </a:lnTo>
                  <a:lnTo>
                    <a:pt x="569" y="52"/>
                  </a:lnTo>
                  <a:lnTo>
                    <a:pt x="491"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9"/>
            <p:cNvSpPr/>
            <p:nvPr/>
          </p:nvSpPr>
          <p:spPr>
            <a:xfrm>
              <a:off x="364125" y="2633225"/>
              <a:ext cx="231400" cy="357400"/>
            </a:xfrm>
            <a:custGeom>
              <a:avLst/>
              <a:gdLst/>
              <a:ahLst/>
              <a:cxnLst/>
              <a:rect l="l" t="t" r="r" b="b"/>
              <a:pathLst>
                <a:path w="9256" h="14296" extrusionOk="0">
                  <a:moveTo>
                    <a:pt x="7161" y="828"/>
                  </a:moveTo>
                  <a:lnTo>
                    <a:pt x="7420" y="854"/>
                  </a:lnTo>
                  <a:lnTo>
                    <a:pt x="7653" y="931"/>
                  </a:lnTo>
                  <a:lnTo>
                    <a:pt x="7859" y="1034"/>
                  </a:lnTo>
                  <a:lnTo>
                    <a:pt x="8040" y="1190"/>
                  </a:lnTo>
                  <a:lnTo>
                    <a:pt x="8195" y="1371"/>
                  </a:lnTo>
                  <a:lnTo>
                    <a:pt x="8325" y="1603"/>
                  </a:lnTo>
                  <a:lnTo>
                    <a:pt x="8376" y="1836"/>
                  </a:lnTo>
                  <a:lnTo>
                    <a:pt x="8402" y="2094"/>
                  </a:lnTo>
                  <a:lnTo>
                    <a:pt x="8376" y="2327"/>
                  </a:lnTo>
                  <a:lnTo>
                    <a:pt x="8325" y="2560"/>
                  </a:lnTo>
                  <a:lnTo>
                    <a:pt x="8195" y="2792"/>
                  </a:lnTo>
                  <a:lnTo>
                    <a:pt x="8040" y="2973"/>
                  </a:lnTo>
                  <a:lnTo>
                    <a:pt x="7859" y="3128"/>
                  </a:lnTo>
                  <a:lnTo>
                    <a:pt x="7653" y="3232"/>
                  </a:lnTo>
                  <a:lnTo>
                    <a:pt x="7420" y="3309"/>
                  </a:lnTo>
                  <a:lnTo>
                    <a:pt x="7161" y="3335"/>
                  </a:lnTo>
                  <a:lnTo>
                    <a:pt x="6903" y="3309"/>
                  </a:lnTo>
                  <a:lnTo>
                    <a:pt x="6670" y="3232"/>
                  </a:lnTo>
                  <a:lnTo>
                    <a:pt x="6463" y="3128"/>
                  </a:lnTo>
                  <a:lnTo>
                    <a:pt x="6257" y="2973"/>
                  </a:lnTo>
                  <a:lnTo>
                    <a:pt x="6127" y="2792"/>
                  </a:lnTo>
                  <a:lnTo>
                    <a:pt x="5998" y="2560"/>
                  </a:lnTo>
                  <a:lnTo>
                    <a:pt x="5921" y="2327"/>
                  </a:lnTo>
                  <a:lnTo>
                    <a:pt x="5895" y="2094"/>
                  </a:lnTo>
                  <a:lnTo>
                    <a:pt x="5921" y="1836"/>
                  </a:lnTo>
                  <a:lnTo>
                    <a:pt x="5998" y="1603"/>
                  </a:lnTo>
                  <a:lnTo>
                    <a:pt x="6127" y="1371"/>
                  </a:lnTo>
                  <a:lnTo>
                    <a:pt x="6257" y="1190"/>
                  </a:lnTo>
                  <a:lnTo>
                    <a:pt x="6463" y="1034"/>
                  </a:lnTo>
                  <a:lnTo>
                    <a:pt x="6670" y="931"/>
                  </a:lnTo>
                  <a:lnTo>
                    <a:pt x="6903" y="854"/>
                  </a:lnTo>
                  <a:lnTo>
                    <a:pt x="7161" y="828"/>
                  </a:lnTo>
                  <a:close/>
                  <a:moveTo>
                    <a:pt x="2095" y="5868"/>
                  </a:moveTo>
                  <a:lnTo>
                    <a:pt x="2353" y="5894"/>
                  </a:lnTo>
                  <a:lnTo>
                    <a:pt x="2586" y="5972"/>
                  </a:lnTo>
                  <a:lnTo>
                    <a:pt x="2819" y="6101"/>
                  </a:lnTo>
                  <a:lnTo>
                    <a:pt x="2999" y="6256"/>
                  </a:lnTo>
                  <a:lnTo>
                    <a:pt x="3155" y="6437"/>
                  </a:lnTo>
                  <a:lnTo>
                    <a:pt x="3258" y="6644"/>
                  </a:lnTo>
                  <a:lnTo>
                    <a:pt x="3336" y="6877"/>
                  </a:lnTo>
                  <a:lnTo>
                    <a:pt x="3361" y="7135"/>
                  </a:lnTo>
                  <a:lnTo>
                    <a:pt x="3336" y="7394"/>
                  </a:lnTo>
                  <a:lnTo>
                    <a:pt x="3258" y="7626"/>
                  </a:lnTo>
                  <a:lnTo>
                    <a:pt x="3155" y="7833"/>
                  </a:lnTo>
                  <a:lnTo>
                    <a:pt x="2999" y="8014"/>
                  </a:lnTo>
                  <a:lnTo>
                    <a:pt x="2819" y="8169"/>
                  </a:lnTo>
                  <a:lnTo>
                    <a:pt x="2586" y="8298"/>
                  </a:lnTo>
                  <a:lnTo>
                    <a:pt x="2353" y="8376"/>
                  </a:lnTo>
                  <a:lnTo>
                    <a:pt x="2095" y="8402"/>
                  </a:lnTo>
                  <a:lnTo>
                    <a:pt x="1862" y="8376"/>
                  </a:lnTo>
                  <a:lnTo>
                    <a:pt x="1604" y="8298"/>
                  </a:lnTo>
                  <a:lnTo>
                    <a:pt x="1397" y="8169"/>
                  </a:lnTo>
                  <a:lnTo>
                    <a:pt x="1216" y="8014"/>
                  </a:lnTo>
                  <a:lnTo>
                    <a:pt x="1061" y="7833"/>
                  </a:lnTo>
                  <a:lnTo>
                    <a:pt x="957" y="7626"/>
                  </a:lnTo>
                  <a:lnTo>
                    <a:pt x="880" y="7394"/>
                  </a:lnTo>
                  <a:lnTo>
                    <a:pt x="854" y="7135"/>
                  </a:lnTo>
                  <a:lnTo>
                    <a:pt x="880" y="6877"/>
                  </a:lnTo>
                  <a:lnTo>
                    <a:pt x="957" y="6644"/>
                  </a:lnTo>
                  <a:lnTo>
                    <a:pt x="1061" y="6437"/>
                  </a:lnTo>
                  <a:lnTo>
                    <a:pt x="1216" y="6256"/>
                  </a:lnTo>
                  <a:lnTo>
                    <a:pt x="1397" y="6101"/>
                  </a:lnTo>
                  <a:lnTo>
                    <a:pt x="1604" y="5972"/>
                  </a:lnTo>
                  <a:lnTo>
                    <a:pt x="1862" y="5894"/>
                  </a:lnTo>
                  <a:lnTo>
                    <a:pt x="2095" y="5868"/>
                  </a:lnTo>
                  <a:close/>
                  <a:moveTo>
                    <a:pt x="2095" y="10935"/>
                  </a:moveTo>
                  <a:lnTo>
                    <a:pt x="2353" y="10961"/>
                  </a:lnTo>
                  <a:lnTo>
                    <a:pt x="2586" y="11039"/>
                  </a:lnTo>
                  <a:lnTo>
                    <a:pt x="2819" y="11142"/>
                  </a:lnTo>
                  <a:lnTo>
                    <a:pt x="2999" y="11297"/>
                  </a:lnTo>
                  <a:lnTo>
                    <a:pt x="3155" y="11478"/>
                  </a:lnTo>
                  <a:lnTo>
                    <a:pt x="3258" y="11711"/>
                  </a:lnTo>
                  <a:lnTo>
                    <a:pt x="3336" y="11943"/>
                  </a:lnTo>
                  <a:lnTo>
                    <a:pt x="3361" y="12202"/>
                  </a:lnTo>
                  <a:lnTo>
                    <a:pt x="3336" y="12434"/>
                  </a:lnTo>
                  <a:lnTo>
                    <a:pt x="3258" y="12667"/>
                  </a:lnTo>
                  <a:lnTo>
                    <a:pt x="3155" y="12900"/>
                  </a:lnTo>
                  <a:lnTo>
                    <a:pt x="2999" y="13081"/>
                  </a:lnTo>
                  <a:lnTo>
                    <a:pt x="2819" y="13236"/>
                  </a:lnTo>
                  <a:lnTo>
                    <a:pt x="2586" y="13339"/>
                  </a:lnTo>
                  <a:lnTo>
                    <a:pt x="2353" y="13417"/>
                  </a:lnTo>
                  <a:lnTo>
                    <a:pt x="2095" y="13443"/>
                  </a:lnTo>
                  <a:lnTo>
                    <a:pt x="1862" y="13417"/>
                  </a:lnTo>
                  <a:lnTo>
                    <a:pt x="1604" y="13339"/>
                  </a:lnTo>
                  <a:lnTo>
                    <a:pt x="1397" y="13236"/>
                  </a:lnTo>
                  <a:lnTo>
                    <a:pt x="1216" y="13081"/>
                  </a:lnTo>
                  <a:lnTo>
                    <a:pt x="1061" y="12900"/>
                  </a:lnTo>
                  <a:lnTo>
                    <a:pt x="957" y="12667"/>
                  </a:lnTo>
                  <a:lnTo>
                    <a:pt x="880" y="12434"/>
                  </a:lnTo>
                  <a:lnTo>
                    <a:pt x="854" y="12202"/>
                  </a:lnTo>
                  <a:lnTo>
                    <a:pt x="880" y="11943"/>
                  </a:lnTo>
                  <a:lnTo>
                    <a:pt x="957" y="11711"/>
                  </a:lnTo>
                  <a:lnTo>
                    <a:pt x="1061" y="11478"/>
                  </a:lnTo>
                  <a:lnTo>
                    <a:pt x="1216" y="11297"/>
                  </a:lnTo>
                  <a:lnTo>
                    <a:pt x="1397" y="11142"/>
                  </a:lnTo>
                  <a:lnTo>
                    <a:pt x="1604" y="11039"/>
                  </a:lnTo>
                  <a:lnTo>
                    <a:pt x="1862" y="10961"/>
                  </a:lnTo>
                  <a:lnTo>
                    <a:pt x="2095" y="10935"/>
                  </a:lnTo>
                  <a:close/>
                  <a:moveTo>
                    <a:pt x="7161" y="10935"/>
                  </a:moveTo>
                  <a:lnTo>
                    <a:pt x="7420" y="10961"/>
                  </a:lnTo>
                  <a:lnTo>
                    <a:pt x="7653" y="11039"/>
                  </a:lnTo>
                  <a:lnTo>
                    <a:pt x="7859" y="11142"/>
                  </a:lnTo>
                  <a:lnTo>
                    <a:pt x="8040" y="11297"/>
                  </a:lnTo>
                  <a:lnTo>
                    <a:pt x="8195" y="11478"/>
                  </a:lnTo>
                  <a:lnTo>
                    <a:pt x="8325" y="11711"/>
                  </a:lnTo>
                  <a:lnTo>
                    <a:pt x="8376" y="11943"/>
                  </a:lnTo>
                  <a:lnTo>
                    <a:pt x="8402" y="12202"/>
                  </a:lnTo>
                  <a:lnTo>
                    <a:pt x="8376" y="12434"/>
                  </a:lnTo>
                  <a:lnTo>
                    <a:pt x="8325" y="12667"/>
                  </a:lnTo>
                  <a:lnTo>
                    <a:pt x="8195" y="12900"/>
                  </a:lnTo>
                  <a:lnTo>
                    <a:pt x="8040" y="13081"/>
                  </a:lnTo>
                  <a:lnTo>
                    <a:pt x="7859" y="13236"/>
                  </a:lnTo>
                  <a:lnTo>
                    <a:pt x="7653" y="13339"/>
                  </a:lnTo>
                  <a:lnTo>
                    <a:pt x="7420" y="13417"/>
                  </a:lnTo>
                  <a:lnTo>
                    <a:pt x="7161" y="13443"/>
                  </a:lnTo>
                  <a:lnTo>
                    <a:pt x="6903" y="13417"/>
                  </a:lnTo>
                  <a:lnTo>
                    <a:pt x="6670" y="13339"/>
                  </a:lnTo>
                  <a:lnTo>
                    <a:pt x="6463" y="13236"/>
                  </a:lnTo>
                  <a:lnTo>
                    <a:pt x="6257" y="13081"/>
                  </a:lnTo>
                  <a:lnTo>
                    <a:pt x="6127" y="12900"/>
                  </a:lnTo>
                  <a:lnTo>
                    <a:pt x="5998" y="12667"/>
                  </a:lnTo>
                  <a:lnTo>
                    <a:pt x="5921" y="12434"/>
                  </a:lnTo>
                  <a:lnTo>
                    <a:pt x="5895" y="12202"/>
                  </a:lnTo>
                  <a:lnTo>
                    <a:pt x="5921" y="11943"/>
                  </a:lnTo>
                  <a:lnTo>
                    <a:pt x="5998" y="11711"/>
                  </a:lnTo>
                  <a:lnTo>
                    <a:pt x="6127" y="11478"/>
                  </a:lnTo>
                  <a:lnTo>
                    <a:pt x="6257" y="11297"/>
                  </a:lnTo>
                  <a:lnTo>
                    <a:pt x="6463" y="11142"/>
                  </a:lnTo>
                  <a:lnTo>
                    <a:pt x="6670" y="11039"/>
                  </a:lnTo>
                  <a:lnTo>
                    <a:pt x="6903" y="10961"/>
                  </a:lnTo>
                  <a:lnTo>
                    <a:pt x="7161" y="10935"/>
                  </a:lnTo>
                  <a:close/>
                  <a:moveTo>
                    <a:pt x="6955" y="0"/>
                  </a:moveTo>
                  <a:lnTo>
                    <a:pt x="6748" y="26"/>
                  </a:lnTo>
                  <a:lnTo>
                    <a:pt x="6541" y="78"/>
                  </a:lnTo>
                  <a:lnTo>
                    <a:pt x="6334" y="156"/>
                  </a:lnTo>
                  <a:lnTo>
                    <a:pt x="6153" y="233"/>
                  </a:lnTo>
                  <a:lnTo>
                    <a:pt x="5998" y="337"/>
                  </a:lnTo>
                  <a:lnTo>
                    <a:pt x="5817" y="466"/>
                  </a:lnTo>
                  <a:lnTo>
                    <a:pt x="5688" y="595"/>
                  </a:lnTo>
                  <a:lnTo>
                    <a:pt x="5533" y="750"/>
                  </a:lnTo>
                  <a:lnTo>
                    <a:pt x="5429" y="905"/>
                  </a:lnTo>
                  <a:lnTo>
                    <a:pt x="5326" y="1086"/>
                  </a:lnTo>
                  <a:lnTo>
                    <a:pt x="5223" y="1267"/>
                  </a:lnTo>
                  <a:lnTo>
                    <a:pt x="5145" y="1448"/>
                  </a:lnTo>
                  <a:lnTo>
                    <a:pt x="5093" y="1655"/>
                  </a:lnTo>
                  <a:lnTo>
                    <a:pt x="5067" y="1862"/>
                  </a:lnTo>
                  <a:lnTo>
                    <a:pt x="5067" y="2094"/>
                  </a:lnTo>
                  <a:lnTo>
                    <a:pt x="5093" y="2405"/>
                  </a:lnTo>
                  <a:lnTo>
                    <a:pt x="5145" y="2689"/>
                  </a:lnTo>
                  <a:lnTo>
                    <a:pt x="5274" y="2973"/>
                  </a:lnTo>
                  <a:lnTo>
                    <a:pt x="5404" y="3232"/>
                  </a:lnTo>
                  <a:lnTo>
                    <a:pt x="3258" y="5377"/>
                  </a:lnTo>
                  <a:lnTo>
                    <a:pt x="2999" y="5248"/>
                  </a:lnTo>
                  <a:lnTo>
                    <a:pt x="2715" y="5145"/>
                  </a:lnTo>
                  <a:lnTo>
                    <a:pt x="2405" y="5067"/>
                  </a:lnTo>
                  <a:lnTo>
                    <a:pt x="2095" y="5041"/>
                  </a:lnTo>
                  <a:lnTo>
                    <a:pt x="1888" y="5041"/>
                  </a:lnTo>
                  <a:lnTo>
                    <a:pt x="1681" y="5093"/>
                  </a:lnTo>
                  <a:lnTo>
                    <a:pt x="1474" y="5145"/>
                  </a:lnTo>
                  <a:lnTo>
                    <a:pt x="1293" y="5196"/>
                  </a:lnTo>
                  <a:lnTo>
                    <a:pt x="1112" y="5300"/>
                  </a:lnTo>
                  <a:lnTo>
                    <a:pt x="931" y="5403"/>
                  </a:lnTo>
                  <a:lnTo>
                    <a:pt x="776" y="5532"/>
                  </a:lnTo>
                  <a:lnTo>
                    <a:pt x="621" y="5662"/>
                  </a:lnTo>
                  <a:lnTo>
                    <a:pt x="492" y="5817"/>
                  </a:lnTo>
                  <a:lnTo>
                    <a:pt x="363" y="5972"/>
                  </a:lnTo>
                  <a:lnTo>
                    <a:pt x="259" y="6127"/>
                  </a:lnTo>
                  <a:lnTo>
                    <a:pt x="182" y="6334"/>
                  </a:lnTo>
                  <a:lnTo>
                    <a:pt x="104" y="6515"/>
                  </a:lnTo>
                  <a:lnTo>
                    <a:pt x="53" y="6722"/>
                  </a:lnTo>
                  <a:lnTo>
                    <a:pt x="27" y="6928"/>
                  </a:lnTo>
                  <a:lnTo>
                    <a:pt x="1" y="7135"/>
                  </a:lnTo>
                  <a:lnTo>
                    <a:pt x="27" y="7342"/>
                  </a:lnTo>
                  <a:lnTo>
                    <a:pt x="53" y="7549"/>
                  </a:lnTo>
                  <a:lnTo>
                    <a:pt x="104" y="7756"/>
                  </a:lnTo>
                  <a:lnTo>
                    <a:pt x="182" y="7962"/>
                  </a:lnTo>
                  <a:lnTo>
                    <a:pt x="259" y="8143"/>
                  </a:lnTo>
                  <a:lnTo>
                    <a:pt x="363" y="8298"/>
                  </a:lnTo>
                  <a:lnTo>
                    <a:pt x="492" y="8479"/>
                  </a:lnTo>
                  <a:lnTo>
                    <a:pt x="621" y="8609"/>
                  </a:lnTo>
                  <a:lnTo>
                    <a:pt x="776" y="8764"/>
                  </a:lnTo>
                  <a:lnTo>
                    <a:pt x="931" y="8867"/>
                  </a:lnTo>
                  <a:lnTo>
                    <a:pt x="1112" y="8971"/>
                  </a:lnTo>
                  <a:lnTo>
                    <a:pt x="1293" y="9074"/>
                  </a:lnTo>
                  <a:lnTo>
                    <a:pt x="1474" y="9126"/>
                  </a:lnTo>
                  <a:lnTo>
                    <a:pt x="1681" y="9177"/>
                  </a:lnTo>
                  <a:lnTo>
                    <a:pt x="1888" y="9229"/>
                  </a:lnTo>
                  <a:lnTo>
                    <a:pt x="2095" y="9229"/>
                  </a:lnTo>
                  <a:lnTo>
                    <a:pt x="2405" y="9203"/>
                  </a:lnTo>
                  <a:lnTo>
                    <a:pt x="2715" y="9126"/>
                  </a:lnTo>
                  <a:lnTo>
                    <a:pt x="2999" y="9022"/>
                  </a:lnTo>
                  <a:lnTo>
                    <a:pt x="3258" y="8893"/>
                  </a:lnTo>
                  <a:lnTo>
                    <a:pt x="5404" y="11039"/>
                  </a:lnTo>
                  <a:lnTo>
                    <a:pt x="5300" y="11194"/>
                  </a:lnTo>
                  <a:lnTo>
                    <a:pt x="5223" y="11375"/>
                  </a:lnTo>
                  <a:lnTo>
                    <a:pt x="5145" y="11581"/>
                  </a:lnTo>
                  <a:lnTo>
                    <a:pt x="5093" y="11762"/>
                  </a:lnTo>
                  <a:lnTo>
                    <a:pt x="4163" y="11762"/>
                  </a:lnTo>
                  <a:lnTo>
                    <a:pt x="4111" y="11581"/>
                  </a:lnTo>
                  <a:lnTo>
                    <a:pt x="4059" y="11426"/>
                  </a:lnTo>
                  <a:lnTo>
                    <a:pt x="3904" y="11116"/>
                  </a:lnTo>
                  <a:lnTo>
                    <a:pt x="3697" y="10832"/>
                  </a:lnTo>
                  <a:lnTo>
                    <a:pt x="3439" y="10573"/>
                  </a:lnTo>
                  <a:lnTo>
                    <a:pt x="3155" y="10366"/>
                  </a:lnTo>
                  <a:lnTo>
                    <a:pt x="2819" y="10211"/>
                  </a:lnTo>
                  <a:lnTo>
                    <a:pt x="2663" y="10160"/>
                  </a:lnTo>
                  <a:lnTo>
                    <a:pt x="2482" y="10134"/>
                  </a:lnTo>
                  <a:lnTo>
                    <a:pt x="2302" y="10108"/>
                  </a:lnTo>
                  <a:lnTo>
                    <a:pt x="1888" y="10108"/>
                  </a:lnTo>
                  <a:lnTo>
                    <a:pt x="1681" y="10134"/>
                  </a:lnTo>
                  <a:lnTo>
                    <a:pt x="1474" y="10185"/>
                  </a:lnTo>
                  <a:lnTo>
                    <a:pt x="1293" y="10263"/>
                  </a:lnTo>
                  <a:lnTo>
                    <a:pt x="1112" y="10341"/>
                  </a:lnTo>
                  <a:lnTo>
                    <a:pt x="931" y="10444"/>
                  </a:lnTo>
                  <a:lnTo>
                    <a:pt x="776" y="10573"/>
                  </a:lnTo>
                  <a:lnTo>
                    <a:pt x="621" y="10702"/>
                  </a:lnTo>
                  <a:lnTo>
                    <a:pt x="492" y="10858"/>
                  </a:lnTo>
                  <a:lnTo>
                    <a:pt x="363" y="11013"/>
                  </a:lnTo>
                  <a:lnTo>
                    <a:pt x="259" y="11194"/>
                  </a:lnTo>
                  <a:lnTo>
                    <a:pt x="182" y="11375"/>
                  </a:lnTo>
                  <a:lnTo>
                    <a:pt x="104" y="11556"/>
                  </a:lnTo>
                  <a:lnTo>
                    <a:pt x="53" y="11762"/>
                  </a:lnTo>
                  <a:lnTo>
                    <a:pt x="27" y="11969"/>
                  </a:lnTo>
                  <a:lnTo>
                    <a:pt x="1" y="12202"/>
                  </a:lnTo>
                  <a:lnTo>
                    <a:pt x="27" y="12409"/>
                  </a:lnTo>
                  <a:lnTo>
                    <a:pt x="53" y="12615"/>
                  </a:lnTo>
                  <a:lnTo>
                    <a:pt x="104" y="12822"/>
                  </a:lnTo>
                  <a:lnTo>
                    <a:pt x="182" y="13003"/>
                  </a:lnTo>
                  <a:lnTo>
                    <a:pt x="259" y="13184"/>
                  </a:lnTo>
                  <a:lnTo>
                    <a:pt x="363" y="13365"/>
                  </a:lnTo>
                  <a:lnTo>
                    <a:pt x="492" y="13520"/>
                  </a:lnTo>
                  <a:lnTo>
                    <a:pt x="621" y="13675"/>
                  </a:lnTo>
                  <a:lnTo>
                    <a:pt x="776" y="13804"/>
                  </a:lnTo>
                  <a:lnTo>
                    <a:pt x="931" y="13934"/>
                  </a:lnTo>
                  <a:lnTo>
                    <a:pt x="1112" y="14037"/>
                  </a:lnTo>
                  <a:lnTo>
                    <a:pt x="1293" y="14115"/>
                  </a:lnTo>
                  <a:lnTo>
                    <a:pt x="1474" y="14192"/>
                  </a:lnTo>
                  <a:lnTo>
                    <a:pt x="1681" y="14244"/>
                  </a:lnTo>
                  <a:lnTo>
                    <a:pt x="1888" y="14270"/>
                  </a:lnTo>
                  <a:lnTo>
                    <a:pt x="2095" y="14296"/>
                  </a:lnTo>
                  <a:lnTo>
                    <a:pt x="2302" y="14270"/>
                  </a:lnTo>
                  <a:lnTo>
                    <a:pt x="2482" y="14244"/>
                  </a:lnTo>
                  <a:lnTo>
                    <a:pt x="2663" y="14218"/>
                  </a:lnTo>
                  <a:lnTo>
                    <a:pt x="2819" y="14166"/>
                  </a:lnTo>
                  <a:lnTo>
                    <a:pt x="3155" y="14011"/>
                  </a:lnTo>
                  <a:lnTo>
                    <a:pt x="3439" y="13804"/>
                  </a:lnTo>
                  <a:lnTo>
                    <a:pt x="3697" y="13546"/>
                  </a:lnTo>
                  <a:lnTo>
                    <a:pt x="3904" y="13262"/>
                  </a:lnTo>
                  <a:lnTo>
                    <a:pt x="4059" y="12951"/>
                  </a:lnTo>
                  <a:lnTo>
                    <a:pt x="4111" y="12796"/>
                  </a:lnTo>
                  <a:lnTo>
                    <a:pt x="4163" y="12615"/>
                  </a:lnTo>
                  <a:lnTo>
                    <a:pt x="5093" y="12615"/>
                  </a:lnTo>
                  <a:lnTo>
                    <a:pt x="5145" y="12796"/>
                  </a:lnTo>
                  <a:lnTo>
                    <a:pt x="5197" y="12951"/>
                  </a:lnTo>
                  <a:lnTo>
                    <a:pt x="5378" y="13262"/>
                  </a:lnTo>
                  <a:lnTo>
                    <a:pt x="5585" y="13546"/>
                  </a:lnTo>
                  <a:lnTo>
                    <a:pt x="5817" y="13804"/>
                  </a:lnTo>
                  <a:lnTo>
                    <a:pt x="6127" y="14011"/>
                  </a:lnTo>
                  <a:lnTo>
                    <a:pt x="6438" y="14166"/>
                  </a:lnTo>
                  <a:lnTo>
                    <a:pt x="6619" y="14218"/>
                  </a:lnTo>
                  <a:lnTo>
                    <a:pt x="6799" y="14244"/>
                  </a:lnTo>
                  <a:lnTo>
                    <a:pt x="6980" y="14270"/>
                  </a:lnTo>
                  <a:lnTo>
                    <a:pt x="7161" y="14296"/>
                  </a:lnTo>
                  <a:lnTo>
                    <a:pt x="7368" y="14270"/>
                  </a:lnTo>
                  <a:lnTo>
                    <a:pt x="7575" y="14244"/>
                  </a:lnTo>
                  <a:lnTo>
                    <a:pt x="7782" y="14192"/>
                  </a:lnTo>
                  <a:lnTo>
                    <a:pt x="7963" y="14115"/>
                  </a:lnTo>
                  <a:lnTo>
                    <a:pt x="8144" y="14037"/>
                  </a:lnTo>
                  <a:lnTo>
                    <a:pt x="8325" y="13934"/>
                  </a:lnTo>
                  <a:lnTo>
                    <a:pt x="8480" y="13804"/>
                  </a:lnTo>
                  <a:lnTo>
                    <a:pt x="8635" y="13675"/>
                  </a:lnTo>
                  <a:lnTo>
                    <a:pt x="8764" y="13520"/>
                  </a:lnTo>
                  <a:lnTo>
                    <a:pt x="8893" y="13365"/>
                  </a:lnTo>
                  <a:lnTo>
                    <a:pt x="8997" y="13184"/>
                  </a:lnTo>
                  <a:lnTo>
                    <a:pt x="9074" y="13003"/>
                  </a:lnTo>
                  <a:lnTo>
                    <a:pt x="9152" y="12822"/>
                  </a:lnTo>
                  <a:lnTo>
                    <a:pt x="9204" y="12615"/>
                  </a:lnTo>
                  <a:lnTo>
                    <a:pt x="9229" y="12409"/>
                  </a:lnTo>
                  <a:lnTo>
                    <a:pt x="9255" y="12202"/>
                  </a:lnTo>
                  <a:lnTo>
                    <a:pt x="9229" y="11969"/>
                  </a:lnTo>
                  <a:lnTo>
                    <a:pt x="9204" y="11762"/>
                  </a:lnTo>
                  <a:lnTo>
                    <a:pt x="9152" y="11556"/>
                  </a:lnTo>
                  <a:lnTo>
                    <a:pt x="9074" y="11375"/>
                  </a:lnTo>
                  <a:lnTo>
                    <a:pt x="8997" y="11194"/>
                  </a:lnTo>
                  <a:lnTo>
                    <a:pt x="8893" y="11013"/>
                  </a:lnTo>
                  <a:lnTo>
                    <a:pt x="8764" y="10858"/>
                  </a:lnTo>
                  <a:lnTo>
                    <a:pt x="8635" y="10702"/>
                  </a:lnTo>
                  <a:lnTo>
                    <a:pt x="8480" y="10573"/>
                  </a:lnTo>
                  <a:lnTo>
                    <a:pt x="8325" y="10444"/>
                  </a:lnTo>
                  <a:lnTo>
                    <a:pt x="8144" y="10341"/>
                  </a:lnTo>
                  <a:lnTo>
                    <a:pt x="7963" y="10263"/>
                  </a:lnTo>
                  <a:lnTo>
                    <a:pt x="7782" y="10185"/>
                  </a:lnTo>
                  <a:lnTo>
                    <a:pt x="7575" y="10134"/>
                  </a:lnTo>
                  <a:lnTo>
                    <a:pt x="7368" y="10108"/>
                  </a:lnTo>
                  <a:lnTo>
                    <a:pt x="6851" y="10108"/>
                  </a:lnTo>
                  <a:lnTo>
                    <a:pt x="6541" y="10185"/>
                  </a:lnTo>
                  <a:lnTo>
                    <a:pt x="6257" y="10289"/>
                  </a:lnTo>
                  <a:lnTo>
                    <a:pt x="5998" y="10444"/>
                  </a:lnTo>
                  <a:lnTo>
                    <a:pt x="3853" y="8298"/>
                  </a:lnTo>
                  <a:lnTo>
                    <a:pt x="4008" y="8040"/>
                  </a:lnTo>
                  <a:lnTo>
                    <a:pt x="4111" y="7756"/>
                  </a:lnTo>
                  <a:lnTo>
                    <a:pt x="4163" y="7445"/>
                  </a:lnTo>
                  <a:lnTo>
                    <a:pt x="4189" y="7135"/>
                  </a:lnTo>
                  <a:lnTo>
                    <a:pt x="4163" y="6825"/>
                  </a:lnTo>
                  <a:lnTo>
                    <a:pt x="4111" y="6515"/>
                  </a:lnTo>
                  <a:lnTo>
                    <a:pt x="4008" y="6230"/>
                  </a:lnTo>
                  <a:lnTo>
                    <a:pt x="3853" y="5972"/>
                  </a:lnTo>
                  <a:lnTo>
                    <a:pt x="5998" y="3826"/>
                  </a:lnTo>
                  <a:lnTo>
                    <a:pt x="6257" y="3981"/>
                  </a:lnTo>
                  <a:lnTo>
                    <a:pt x="6541" y="4085"/>
                  </a:lnTo>
                  <a:lnTo>
                    <a:pt x="6851" y="4162"/>
                  </a:lnTo>
                  <a:lnTo>
                    <a:pt x="7161" y="4188"/>
                  </a:lnTo>
                  <a:lnTo>
                    <a:pt x="7368" y="4162"/>
                  </a:lnTo>
                  <a:lnTo>
                    <a:pt x="7575" y="4137"/>
                  </a:lnTo>
                  <a:lnTo>
                    <a:pt x="7782" y="4085"/>
                  </a:lnTo>
                  <a:lnTo>
                    <a:pt x="7963" y="4007"/>
                  </a:lnTo>
                  <a:lnTo>
                    <a:pt x="8144" y="3930"/>
                  </a:lnTo>
                  <a:lnTo>
                    <a:pt x="8325" y="3826"/>
                  </a:lnTo>
                  <a:lnTo>
                    <a:pt x="8480" y="3697"/>
                  </a:lnTo>
                  <a:lnTo>
                    <a:pt x="8635" y="3568"/>
                  </a:lnTo>
                  <a:lnTo>
                    <a:pt x="8764" y="3413"/>
                  </a:lnTo>
                  <a:lnTo>
                    <a:pt x="8893" y="3258"/>
                  </a:lnTo>
                  <a:lnTo>
                    <a:pt x="8997" y="3077"/>
                  </a:lnTo>
                  <a:lnTo>
                    <a:pt x="9074" y="2896"/>
                  </a:lnTo>
                  <a:lnTo>
                    <a:pt x="9152" y="2715"/>
                  </a:lnTo>
                  <a:lnTo>
                    <a:pt x="9204" y="2508"/>
                  </a:lnTo>
                  <a:lnTo>
                    <a:pt x="9229" y="2301"/>
                  </a:lnTo>
                  <a:lnTo>
                    <a:pt x="9255" y="2094"/>
                  </a:lnTo>
                  <a:lnTo>
                    <a:pt x="9229" y="1862"/>
                  </a:lnTo>
                  <a:lnTo>
                    <a:pt x="9204" y="1655"/>
                  </a:lnTo>
                  <a:lnTo>
                    <a:pt x="9152" y="1448"/>
                  </a:lnTo>
                  <a:lnTo>
                    <a:pt x="9074" y="1267"/>
                  </a:lnTo>
                  <a:lnTo>
                    <a:pt x="8997" y="1086"/>
                  </a:lnTo>
                  <a:lnTo>
                    <a:pt x="8893" y="905"/>
                  </a:lnTo>
                  <a:lnTo>
                    <a:pt x="8764" y="750"/>
                  </a:lnTo>
                  <a:lnTo>
                    <a:pt x="8635" y="595"/>
                  </a:lnTo>
                  <a:lnTo>
                    <a:pt x="8480" y="466"/>
                  </a:lnTo>
                  <a:lnTo>
                    <a:pt x="8325" y="337"/>
                  </a:lnTo>
                  <a:lnTo>
                    <a:pt x="8144" y="233"/>
                  </a:lnTo>
                  <a:lnTo>
                    <a:pt x="7963" y="156"/>
                  </a:lnTo>
                  <a:lnTo>
                    <a:pt x="7782" y="78"/>
                  </a:lnTo>
                  <a:lnTo>
                    <a:pt x="7575" y="26"/>
                  </a:lnTo>
                  <a:lnTo>
                    <a:pt x="73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9"/>
            <p:cNvSpPr/>
            <p:nvPr/>
          </p:nvSpPr>
          <p:spPr>
            <a:xfrm>
              <a:off x="532800" y="2927275"/>
              <a:ext cx="20700" cy="21350"/>
            </a:xfrm>
            <a:custGeom>
              <a:avLst/>
              <a:gdLst/>
              <a:ahLst/>
              <a:cxnLst/>
              <a:rect l="l" t="t" r="r" b="b"/>
              <a:pathLst>
                <a:path w="828" h="854" extrusionOk="0">
                  <a:moveTo>
                    <a:pt x="414" y="0"/>
                  </a:moveTo>
                  <a:lnTo>
                    <a:pt x="337" y="26"/>
                  </a:lnTo>
                  <a:lnTo>
                    <a:pt x="259" y="52"/>
                  </a:lnTo>
                  <a:lnTo>
                    <a:pt x="182" y="78"/>
                  </a:lnTo>
                  <a:lnTo>
                    <a:pt x="104" y="130"/>
                  </a:lnTo>
                  <a:lnTo>
                    <a:pt x="52" y="181"/>
                  </a:lnTo>
                  <a:lnTo>
                    <a:pt x="27" y="259"/>
                  </a:lnTo>
                  <a:lnTo>
                    <a:pt x="1" y="336"/>
                  </a:lnTo>
                  <a:lnTo>
                    <a:pt x="1" y="440"/>
                  </a:lnTo>
                  <a:lnTo>
                    <a:pt x="1" y="517"/>
                  </a:lnTo>
                  <a:lnTo>
                    <a:pt x="27" y="595"/>
                  </a:lnTo>
                  <a:lnTo>
                    <a:pt x="52" y="672"/>
                  </a:lnTo>
                  <a:lnTo>
                    <a:pt x="104" y="724"/>
                  </a:lnTo>
                  <a:lnTo>
                    <a:pt x="182" y="776"/>
                  </a:lnTo>
                  <a:lnTo>
                    <a:pt x="259" y="802"/>
                  </a:lnTo>
                  <a:lnTo>
                    <a:pt x="337" y="828"/>
                  </a:lnTo>
                  <a:lnTo>
                    <a:pt x="414" y="853"/>
                  </a:lnTo>
                  <a:lnTo>
                    <a:pt x="492" y="828"/>
                  </a:lnTo>
                  <a:lnTo>
                    <a:pt x="569" y="802"/>
                  </a:lnTo>
                  <a:lnTo>
                    <a:pt x="647" y="776"/>
                  </a:lnTo>
                  <a:lnTo>
                    <a:pt x="699" y="724"/>
                  </a:lnTo>
                  <a:lnTo>
                    <a:pt x="750" y="672"/>
                  </a:lnTo>
                  <a:lnTo>
                    <a:pt x="802" y="595"/>
                  </a:lnTo>
                  <a:lnTo>
                    <a:pt x="828" y="517"/>
                  </a:lnTo>
                  <a:lnTo>
                    <a:pt x="828" y="440"/>
                  </a:lnTo>
                  <a:lnTo>
                    <a:pt x="828" y="336"/>
                  </a:lnTo>
                  <a:lnTo>
                    <a:pt x="802" y="259"/>
                  </a:lnTo>
                  <a:lnTo>
                    <a:pt x="750" y="181"/>
                  </a:lnTo>
                  <a:lnTo>
                    <a:pt x="699" y="130"/>
                  </a:lnTo>
                  <a:lnTo>
                    <a:pt x="647" y="78"/>
                  </a:lnTo>
                  <a:lnTo>
                    <a:pt x="569" y="52"/>
                  </a:lnTo>
                  <a:lnTo>
                    <a:pt x="492"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9"/>
            <p:cNvSpPr/>
            <p:nvPr/>
          </p:nvSpPr>
          <p:spPr>
            <a:xfrm>
              <a:off x="406150" y="2927275"/>
              <a:ext cx="21350" cy="21350"/>
            </a:xfrm>
            <a:custGeom>
              <a:avLst/>
              <a:gdLst/>
              <a:ahLst/>
              <a:cxnLst/>
              <a:rect l="l" t="t" r="r" b="b"/>
              <a:pathLst>
                <a:path w="854" h="854" extrusionOk="0">
                  <a:moveTo>
                    <a:pt x="414" y="0"/>
                  </a:moveTo>
                  <a:lnTo>
                    <a:pt x="336" y="26"/>
                  </a:lnTo>
                  <a:lnTo>
                    <a:pt x="259" y="52"/>
                  </a:lnTo>
                  <a:lnTo>
                    <a:pt x="181" y="78"/>
                  </a:lnTo>
                  <a:lnTo>
                    <a:pt x="129" y="130"/>
                  </a:lnTo>
                  <a:lnTo>
                    <a:pt x="78" y="181"/>
                  </a:lnTo>
                  <a:lnTo>
                    <a:pt x="26" y="259"/>
                  </a:lnTo>
                  <a:lnTo>
                    <a:pt x="0" y="336"/>
                  </a:lnTo>
                  <a:lnTo>
                    <a:pt x="0" y="440"/>
                  </a:lnTo>
                  <a:lnTo>
                    <a:pt x="0" y="517"/>
                  </a:lnTo>
                  <a:lnTo>
                    <a:pt x="26" y="595"/>
                  </a:lnTo>
                  <a:lnTo>
                    <a:pt x="78" y="672"/>
                  </a:lnTo>
                  <a:lnTo>
                    <a:pt x="129" y="724"/>
                  </a:lnTo>
                  <a:lnTo>
                    <a:pt x="181" y="776"/>
                  </a:lnTo>
                  <a:lnTo>
                    <a:pt x="259" y="802"/>
                  </a:lnTo>
                  <a:lnTo>
                    <a:pt x="336" y="828"/>
                  </a:lnTo>
                  <a:lnTo>
                    <a:pt x="414" y="853"/>
                  </a:lnTo>
                  <a:lnTo>
                    <a:pt x="517" y="828"/>
                  </a:lnTo>
                  <a:lnTo>
                    <a:pt x="595" y="802"/>
                  </a:lnTo>
                  <a:lnTo>
                    <a:pt x="646" y="776"/>
                  </a:lnTo>
                  <a:lnTo>
                    <a:pt x="724" y="724"/>
                  </a:lnTo>
                  <a:lnTo>
                    <a:pt x="776" y="672"/>
                  </a:lnTo>
                  <a:lnTo>
                    <a:pt x="801" y="595"/>
                  </a:lnTo>
                  <a:lnTo>
                    <a:pt x="827" y="517"/>
                  </a:lnTo>
                  <a:lnTo>
                    <a:pt x="853" y="440"/>
                  </a:lnTo>
                  <a:lnTo>
                    <a:pt x="827" y="336"/>
                  </a:lnTo>
                  <a:lnTo>
                    <a:pt x="801" y="259"/>
                  </a:lnTo>
                  <a:lnTo>
                    <a:pt x="776" y="181"/>
                  </a:lnTo>
                  <a:lnTo>
                    <a:pt x="724" y="130"/>
                  </a:lnTo>
                  <a:lnTo>
                    <a:pt x="646" y="78"/>
                  </a:lnTo>
                  <a:lnTo>
                    <a:pt x="595" y="52"/>
                  </a:lnTo>
                  <a:lnTo>
                    <a:pt x="517"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9"/>
            <p:cNvSpPr/>
            <p:nvPr/>
          </p:nvSpPr>
          <p:spPr>
            <a:xfrm>
              <a:off x="238125" y="2759250"/>
              <a:ext cx="104700" cy="104700"/>
            </a:xfrm>
            <a:custGeom>
              <a:avLst/>
              <a:gdLst/>
              <a:ahLst/>
              <a:cxnLst/>
              <a:rect l="l" t="t" r="r" b="b"/>
              <a:pathLst>
                <a:path w="4188" h="4188" extrusionOk="0">
                  <a:moveTo>
                    <a:pt x="2094" y="827"/>
                  </a:moveTo>
                  <a:lnTo>
                    <a:pt x="2352" y="853"/>
                  </a:lnTo>
                  <a:lnTo>
                    <a:pt x="2585" y="931"/>
                  </a:lnTo>
                  <a:lnTo>
                    <a:pt x="2792" y="1060"/>
                  </a:lnTo>
                  <a:lnTo>
                    <a:pt x="2973" y="1215"/>
                  </a:lnTo>
                  <a:lnTo>
                    <a:pt x="3128" y="1396"/>
                  </a:lnTo>
                  <a:lnTo>
                    <a:pt x="3257" y="1603"/>
                  </a:lnTo>
                  <a:lnTo>
                    <a:pt x="3309" y="1836"/>
                  </a:lnTo>
                  <a:lnTo>
                    <a:pt x="3335" y="2094"/>
                  </a:lnTo>
                  <a:lnTo>
                    <a:pt x="3309" y="2353"/>
                  </a:lnTo>
                  <a:lnTo>
                    <a:pt x="3257" y="2585"/>
                  </a:lnTo>
                  <a:lnTo>
                    <a:pt x="3128" y="2792"/>
                  </a:lnTo>
                  <a:lnTo>
                    <a:pt x="2973" y="2973"/>
                  </a:lnTo>
                  <a:lnTo>
                    <a:pt x="2792" y="3128"/>
                  </a:lnTo>
                  <a:lnTo>
                    <a:pt x="2585" y="3257"/>
                  </a:lnTo>
                  <a:lnTo>
                    <a:pt x="2352" y="3335"/>
                  </a:lnTo>
                  <a:lnTo>
                    <a:pt x="2094" y="3361"/>
                  </a:lnTo>
                  <a:lnTo>
                    <a:pt x="1835" y="3335"/>
                  </a:lnTo>
                  <a:lnTo>
                    <a:pt x="1603" y="3257"/>
                  </a:lnTo>
                  <a:lnTo>
                    <a:pt x="1396" y="3128"/>
                  </a:lnTo>
                  <a:lnTo>
                    <a:pt x="1215" y="2973"/>
                  </a:lnTo>
                  <a:lnTo>
                    <a:pt x="1060" y="2792"/>
                  </a:lnTo>
                  <a:lnTo>
                    <a:pt x="931" y="2585"/>
                  </a:lnTo>
                  <a:lnTo>
                    <a:pt x="853" y="2353"/>
                  </a:lnTo>
                  <a:lnTo>
                    <a:pt x="827" y="2094"/>
                  </a:lnTo>
                  <a:lnTo>
                    <a:pt x="853" y="1836"/>
                  </a:lnTo>
                  <a:lnTo>
                    <a:pt x="931" y="1603"/>
                  </a:lnTo>
                  <a:lnTo>
                    <a:pt x="1060" y="1396"/>
                  </a:lnTo>
                  <a:lnTo>
                    <a:pt x="1215" y="1215"/>
                  </a:lnTo>
                  <a:lnTo>
                    <a:pt x="1396" y="1060"/>
                  </a:lnTo>
                  <a:lnTo>
                    <a:pt x="1603" y="931"/>
                  </a:lnTo>
                  <a:lnTo>
                    <a:pt x="1835" y="853"/>
                  </a:lnTo>
                  <a:lnTo>
                    <a:pt x="2094" y="827"/>
                  </a:lnTo>
                  <a:close/>
                  <a:moveTo>
                    <a:pt x="1887" y="0"/>
                  </a:moveTo>
                  <a:lnTo>
                    <a:pt x="1680" y="52"/>
                  </a:lnTo>
                  <a:lnTo>
                    <a:pt x="1473" y="104"/>
                  </a:lnTo>
                  <a:lnTo>
                    <a:pt x="1267" y="155"/>
                  </a:lnTo>
                  <a:lnTo>
                    <a:pt x="1086" y="259"/>
                  </a:lnTo>
                  <a:lnTo>
                    <a:pt x="931" y="362"/>
                  </a:lnTo>
                  <a:lnTo>
                    <a:pt x="750" y="491"/>
                  </a:lnTo>
                  <a:lnTo>
                    <a:pt x="620" y="621"/>
                  </a:lnTo>
                  <a:lnTo>
                    <a:pt x="465" y="776"/>
                  </a:lnTo>
                  <a:lnTo>
                    <a:pt x="362" y="931"/>
                  </a:lnTo>
                  <a:lnTo>
                    <a:pt x="259" y="1086"/>
                  </a:lnTo>
                  <a:lnTo>
                    <a:pt x="155" y="1293"/>
                  </a:lnTo>
                  <a:lnTo>
                    <a:pt x="103" y="1474"/>
                  </a:lnTo>
                  <a:lnTo>
                    <a:pt x="52" y="1681"/>
                  </a:lnTo>
                  <a:lnTo>
                    <a:pt x="0" y="1887"/>
                  </a:lnTo>
                  <a:lnTo>
                    <a:pt x="0" y="2094"/>
                  </a:lnTo>
                  <a:lnTo>
                    <a:pt x="0" y="2301"/>
                  </a:lnTo>
                  <a:lnTo>
                    <a:pt x="52" y="2508"/>
                  </a:lnTo>
                  <a:lnTo>
                    <a:pt x="103" y="2715"/>
                  </a:lnTo>
                  <a:lnTo>
                    <a:pt x="155" y="2921"/>
                  </a:lnTo>
                  <a:lnTo>
                    <a:pt x="259" y="3102"/>
                  </a:lnTo>
                  <a:lnTo>
                    <a:pt x="362" y="3257"/>
                  </a:lnTo>
                  <a:lnTo>
                    <a:pt x="465" y="3438"/>
                  </a:lnTo>
                  <a:lnTo>
                    <a:pt x="620" y="3568"/>
                  </a:lnTo>
                  <a:lnTo>
                    <a:pt x="750" y="3723"/>
                  </a:lnTo>
                  <a:lnTo>
                    <a:pt x="931" y="3826"/>
                  </a:lnTo>
                  <a:lnTo>
                    <a:pt x="1086" y="3930"/>
                  </a:lnTo>
                  <a:lnTo>
                    <a:pt x="1267" y="4033"/>
                  </a:lnTo>
                  <a:lnTo>
                    <a:pt x="1473" y="4085"/>
                  </a:lnTo>
                  <a:lnTo>
                    <a:pt x="1680" y="4136"/>
                  </a:lnTo>
                  <a:lnTo>
                    <a:pt x="1887" y="4188"/>
                  </a:lnTo>
                  <a:lnTo>
                    <a:pt x="2301" y="4188"/>
                  </a:lnTo>
                  <a:lnTo>
                    <a:pt x="2507" y="4136"/>
                  </a:lnTo>
                  <a:lnTo>
                    <a:pt x="2714" y="4085"/>
                  </a:lnTo>
                  <a:lnTo>
                    <a:pt x="2895" y="4033"/>
                  </a:lnTo>
                  <a:lnTo>
                    <a:pt x="3076" y="3930"/>
                  </a:lnTo>
                  <a:lnTo>
                    <a:pt x="3257" y="3826"/>
                  </a:lnTo>
                  <a:lnTo>
                    <a:pt x="3412" y="3723"/>
                  </a:lnTo>
                  <a:lnTo>
                    <a:pt x="3567" y="3568"/>
                  </a:lnTo>
                  <a:lnTo>
                    <a:pt x="3697" y="3438"/>
                  </a:lnTo>
                  <a:lnTo>
                    <a:pt x="3826" y="3257"/>
                  </a:lnTo>
                  <a:lnTo>
                    <a:pt x="3929" y="3102"/>
                  </a:lnTo>
                  <a:lnTo>
                    <a:pt x="4007" y="2921"/>
                  </a:lnTo>
                  <a:lnTo>
                    <a:pt x="4084" y="2715"/>
                  </a:lnTo>
                  <a:lnTo>
                    <a:pt x="4136" y="2508"/>
                  </a:lnTo>
                  <a:lnTo>
                    <a:pt x="4162" y="2301"/>
                  </a:lnTo>
                  <a:lnTo>
                    <a:pt x="4188" y="2094"/>
                  </a:lnTo>
                  <a:lnTo>
                    <a:pt x="4162" y="1887"/>
                  </a:lnTo>
                  <a:lnTo>
                    <a:pt x="4136" y="1681"/>
                  </a:lnTo>
                  <a:lnTo>
                    <a:pt x="4084" y="1474"/>
                  </a:lnTo>
                  <a:lnTo>
                    <a:pt x="4007" y="1293"/>
                  </a:lnTo>
                  <a:lnTo>
                    <a:pt x="3929" y="1086"/>
                  </a:lnTo>
                  <a:lnTo>
                    <a:pt x="3826" y="931"/>
                  </a:lnTo>
                  <a:lnTo>
                    <a:pt x="3697" y="776"/>
                  </a:lnTo>
                  <a:lnTo>
                    <a:pt x="3567" y="621"/>
                  </a:lnTo>
                  <a:lnTo>
                    <a:pt x="3412" y="491"/>
                  </a:lnTo>
                  <a:lnTo>
                    <a:pt x="3257" y="362"/>
                  </a:lnTo>
                  <a:lnTo>
                    <a:pt x="3076" y="259"/>
                  </a:lnTo>
                  <a:lnTo>
                    <a:pt x="2895" y="155"/>
                  </a:lnTo>
                  <a:lnTo>
                    <a:pt x="2714" y="104"/>
                  </a:lnTo>
                  <a:lnTo>
                    <a:pt x="2507" y="52"/>
                  </a:lnTo>
                  <a:lnTo>
                    <a:pt x="23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9"/>
            <p:cNvSpPr/>
            <p:nvPr/>
          </p:nvSpPr>
          <p:spPr>
            <a:xfrm>
              <a:off x="280125" y="2801250"/>
              <a:ext cx="20700" cy="20700"/>
            </a:xfrm>
            <a:custGeom>
              <a:avLst/>
              <a:gdLst/>
              <a:ahLst/>
              <a:cxnLst/>
              <a:rect l="l" t="t" r="r" b="b"/>
              <a:pathLst>
                <a:path w="828" h="828" extrusionOk="0">
                  <a:moveTo>
                    <a:pt x="336" y="1"/>
                  </a:moveTo>
                  <a:lnTo>
                    <a:pt x="259" y="26"/>
                  </a:lnTo>
                  <a:lnTo>
                    <a:pt x="181" y="78"/>
                  </a:lnTo>
                  <a:lnTo>
                    <a:pt x="104" y="130"/>
                  </a:lnTo>
                  <a:lnTo>
                    <a:pt x="52" y="181"/>
                  </a:lnTo>
                  <a:lnTo>
                    <a:pt x="26" y="259"/>
                  </a:lnTo>
                  <a:lnTo>
                    <a:pt x="0" y="337"/>
                  </a:lnTo>
                  <a:lnTo>
                    <a:pt x="0" y="414"/>
                  </a:lnTo>
                  <a:lnTo>
                    <a:pt x="0" y="492"/>
                  </a:lnTo>
                  <a:lnTo>
                    <a:pt x="26" y="569"/>
                  </a:lnTo>
                  <a:lnTo>
                    <a:pt x="52" y="647"/>
                  </a:lnTo>
                  <a:lnTo>
                    <a:pt x="104" y="698"/>
                  </a:lnTo>
                  <a:lnTo>
                    <a:pt x="181" y="750"/>
                  </a:lnTo>
                  <a:lnTo>
                    <a:pt x="259" y="802"/>
                  </a:lnTo>
                  <a:lnTo>
                    <a:pt x="336" y="828"/>
                  </a:lnTo>
                  <a:lnTo>
                    <a:pt x="491" y="828"/>
                  </a:lnTo>
                  <a:lnTo>
                    <a:pt x="569" y="802"/>
                  </a:lnTo>
                  <a:lnTo>
                    <a:pt x="647" y="750"/>
                  </a:lnTo>
                  <a:lnTo>
                    <a:pt x="698" y="698"/>
                  </a:lnTo>
                  <a:lnTo>
                    <a:pt x="750" y="647"/>
                  </a:lnTo>
                  <a:lnTo>
                    <a:pt x="802" y="569"/>
                  </a:lnTo>
                  <a:lnTo>
                    <a:pt x="827" y="492"/>
                  </a:lnTo>
                  <a:lnTo>
                    <a:pt x="827" y="414"/>
                  </a:lnTo>
                  <a:lnTo>
                    <a:pt x="827" y="337"/>
                  </a:lnTo>
                  <a:lnTo>
                    <a:pt x="802" y="259"/>
                  </a:lnTo>
                  <a:lnTo>
                    <a:pt x="750" y="181"/>
                  </a:lnTo>
                  <a:lnTo>
                    <a:pt x="698" y="130"/>
                  </a:lnTo>
                  <a:lnTo>
                    <a:pt x="647" y="78"/>
                  </a:lnTo>
                  <a:lnTo>
                    <a:pt x="569" y="26"/>
                  </a:lnTo>
                  <a:lnTo>
                    <a:pt x="4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9"/>
            <p:cNvSpPr/>
            <p:nvPr/>
          </p:nvSpPr>
          <p:spPr>
            <a:xfrm>
              <a:off x="490800" y="2759250"/>
              <a:ext cx="104725" cy="104700"/>
            </a:xfrm>
            <a:custGeom>
              <a:avLst/>
              <a:gdLst/>
              <a:ahLst/>
              <a:cxnLst/>
              <a:rect l="l" t="t" r="r" b="b"/>
              <a:pathLst>
                <a:path w="4189" h="4188" extrusionOk="0">
                  <a:moveTo>
                    <a:pt x="2094" y="827"/>
                  </a:moveTo>
                  <a:lnTo>
                    <a:pt x="2353" y="853"/>
                  </a:lnTo>
                  <a:lnTo>
                    <a:pt x="2586" y="931"/>
                  </a:lnTo>
                  <a:lnTo>
                    <a:pt x="2792" y="1060"/>
                  </a:lnTo>
                  <a:lnTo>
                    <a:pt x="2973" y="1215"/>
                  </a:lnTo>
                  <a:lnTo>
                    <a:pt x="3128" y="1396"/>
                  </a:lnTo>
                  <a:lnTo>
                    <a:pt x="3258" y="1603"/>
                  </a:lnTo>
                  <a:lnTo>
                    <a:pt x="3309" y="1836"/>
                  </a:lnTo>
                  <a:lnTo>
                    <a:pt x="3335" y="2094"/>
                  </a:lnTo>
                  <a:lnTo>
                    <a:pt x="3309" y="2353"/>
                  </a:lnTo>
                  <a:lnTo>
                    <a:pt x="3258" y="2585"/>
                  </a:lnTo>
                  <a:lnTo>
                    <a:pt x="3128" y="2792"/>
                  </a:lnTo>
                  <a:lnTo>
                    <a:pt x="2973" y="2973"/>
                  </a:lnTo>
                  <a:lnTo>
                    <a:pt x="2792" y="3128"/>
                  </a:lnTo>
                  <a:lnTo>
                    <a:pt x="2586" y="3257"/>
                  </a:lnTo>
                  <a:lnTo>
                    <a:pt x="2353" y="3335"/>
                  </a:lnTo>
                  <a:lnTo>
                    <a:pt x="2094" y="3361"/>
                  </a:lnTo>
                  <a:lnTo>
                    <a:pt x="1836" y="3335"/>
                  </a:lnTo>
                  <a:lnTo>
                    <a:pt x="1603" y="3257"/>
                  </a:lnTo>
                  <a:lnTo>
                    <a:pt x="1396" y="3128"/>
                  </a:lnTo>
                  <a:lnTo>
                    <a:pt x="1190" y="2973"/>
                  </a:lnTo>
                  <a:lnTo>
                    <a:pt x="1060" y="2792"/>
                  </a:lnTo>
                  <a:lnTo>
                    <a:pt x="931" y="2585"/>
                  </a:lnTo>
                  <a:lnTo>
                    <a:pt x="854" y="2353"/>
                  </a:lnTo>
                  <a:lnTo>
                    <a:pt x="828" y="2094"/>
                  </a:lnTo>
                  <a:lnTo>
                    <a:pt x="854" y="1836"/>
                  </a:lnTo>
                  <a:lnTo>
                    <a:pt x="931" y="1603"/>
                  </a:lnTo>
                  <a:lnTo>
                    <a:pt x="1060" y="1396"/>
                  </a:lnTo>
                  <a:lnTo>
                    <a:pt x="1190" y="1215"/>
                  </a:lnTo>
                  <a:lnTo>
                    <a:pt x="1396" y="1060"/>
                  </a:lnTo>
                  <a:lnTo>
                    <a:pt x="1603" y="931"/>
                  </a:lnTo>
                  <a:lnTo>
                    <a:pt x="1836" y="853"/>
                  </a:lnTo>
                  <a:lnTo>
                    <a:pt x="2094" y="827"/>
                  </a:lnTo>
                  <a:close/>
                  <a:moveTo>
                    <a:pt x="1888" y="0"/>
                  </a:moveTo>
                  <a:lnTo>
                    <a:pt x="1681" y="52"/>
                  </a:lnTo>
                  <a:lnTo>
                    <a:pt x="1474" y="104"/>
                  </a:lnTo>
                  <a:lnTo>
                    <a:pt x="1267" y="155"/>
                  </a:lnTo>
                  <a:lnTo>
                    <a:pt x="1086" y="259"/>
                  </a:lnTo>
                  <a:lnTo>
                    <a:pt x="931" y="362"/>
                  </a:lnTo>
                  <a:lnTo>
                    <a:pt x="750" y="491"/>
                  </a:lnTo>
                  <a:lnTo>
                    <a:pt x="621" y="621"/>
                  </a:lnTo>
                  <a:lnTo>
                    <a:pt x="466" y="776"/>
                  </a:lnTo>
                  <a:lnTo>
                    <a:pt x="362" y="931"/>
                  </a:lnTo>
                  <a:lnTo>
                    <a:pt x="259" y="1086"/>
                  </a:lnTo>
                  <a:lnTo>
                    <a:pt x="156" y="1293"/>
                  </a:lnTo>
                  <a:lnTo>
                    <a:pt x="78" y="1474"/>
                  </a:lnTo>
                  <a:lnTo>
                    <a:pt x="26" y="1681"/>
                  </a:lnTo>
                  <a:lnTo>
                    <a:pt x="0" y="1887"/>
                  </a:lnTo>
                  <a:lnTo>
                    <a:pt x="0" y="2094"/>
                  </a:lnTo>
                  <a:lnTo>
                    <a:pt x="0" y="2301"/>
                  </a:lnTo>
                  <a:lnTo>
                    <a:pt x="26" y="2508"/>
                  </a:lnTo>
                  <a:lnTo>
                    <a:pt x="78" y="2715"/>
                  </a:lnTo>
                  <a:lnTo>
                    <a:pt x="156" y="2921"/>
                  </a:lnTo>
                  <a:lnTo>
                    <a:pt x="259" y="3102"/>
                  </a:lnTo>
                  <a:lnTo>
                    <a:pt x="362" y="3257"/>
                  </a:lnTo>
                  <a:lnTo>
                    <a:pt x="466" y="3438"/>
                  </a:lnTo>
                  <a:lnTo>
                    <a:pt x="621" y="3568"/>
                  </a:lnTo>
                  <a:lnTo>
                    <a:pt x="750" y="3723"/>
                  </a:lnTo>
                  <a:lnTo>
                    <a:pt x="931" y="3826"/>
                  </a:lnTo>
                  <a:lnTo>
                    <a:pt x="1086" y="3930"/>
                  </a:lnTo>
                  <a:lnTo>
                    <a:pt x="1267" y="4033"/>
                  </a:lnTo>
                  <a:lnTo>
                    <a:pt x="1474" y="4085"/>
                  </a:lnTo>
                  <a:lnTo>
                    <a:pt x="1681" y="4136"/>
                  </a:lnTo>
                  <a:lnTo>
                    <a:pt x="1888" y="4188"/>
                  </a:lnTo>
                  <a:lnTo>
                    <a:pt x="2301" y="4188"/>
                  </a:lnTo>
                  <a:lnTo>
                    <a:pt x="2508" y="4136"/>
                  </a:lnTo>
                  <a:lnTo>
                    <a:pt x="2715" y="4085"/>
                  </a:lnTo>
                  <a:lnTo>
                    <a:pt x="2896" y="4033"/>
                  </a:lnTo>
                  <a:lnTo>
                    <a:pt x="3077" y="3930"/>
                  </a:lnTo>
                  <a:lnTo>
                    <a:pt x="3258" y="3826"/>
                  </a:lnTo>
                  <a:lnTo>
                    <a:pt x="3413" y="3723"/>
                  </a:lnTo>
                  <a:lnTo>
                    <a:pt x="3568" y="3568"/>
                  </a:lnTo>
                  <a:lnTo>
                    <a:pt x="3697" y="3438"/>
                  </a:lnTo>
                  <a:lnTo>
                    <a:pt x="3826" y="3257"/>
                  </a:lnTo>
                  <a:lnTo>
                    <a:pt x="3930" y="3102"/>
                  </a:lnTo>
                  <a:lnTo>
                    <a:pt x="4007" y="2921"/>
                  </a:lnTo>
                  <a:lnTo>
                    <a:pt x="4085" y="2715"/>
                  </a:lnTo>
                  <a:lnTo>
                    <a:pt x="4137" y="2508"/>
                  </a:lnTo>
                  <a:lnTo>
                    <a:pt x="4162" y="2301"/>
                  </a:lnTo>
                  <a:lnTo>
                    <a:pt x="4188" y="2094"/>
                  </a:lnTo>
                  <a:lnTo>
                    <a:pt x="4162" y="1887"/>
                  </a:lnTo>
                  <a:lnTo>
                    <a:pt x="4137" y="1681"/>
                  </a:lnTo>
                  <a:lnTo>
                    <a:pt x="4085" y="1474"/>
                  </a:lnTo>
                  <a:lnTo>
                    <a:pt x="4007" y="1293"/>
                  </a:lnTo>
                  <a:lnTo>
                    <a:pt x="3930" y="1086"/>
                  </a:lnTo>
                  <a:lnTo>
                    <a:pt x="3826" y="931"/>
                  </a:lnTo>
                  <a:lnTo>
                    <a:pt x="3697" y="776"/>
                  </a:lnTo>
                  <a:lnTo>
                    <a:pt x="3568" y="621"/>
                  </a:lnTo>
                  <a:lnTo>
                    <a:pt x="3413" y="491"/>
                  </a:lnTo>
                  <a:lnTo>
                    <a:pt x="3258" y="362"/>
                  </a:lnTo>
                  <a:lnTo>
                    <a:pt x="3077" y="259"/>
                  </a:lnTo>
                  <a:lnTo>
                    <a:pt x="2896" y="155"/>
                  </a:lnTo>
                  <a:lnTo>
                    <a:pt x="2715" y="104"/>
                  </a:lnTo>
                  <a:lnTo>
                    <a:pt x="2508" y="52"/>
                  </a:lnTo>
                  <a:lnTo>
                    <a:pt x="23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9"/>
            <p:cNvSpPr/>
            <p:nvPr/>
          </p:nvSpPr>
          <p:spPr>
            <a:xfrm>
              <a:off x="532800" y="2801250"/>
              <a:ext cx="20700" cy="20700"/>
            </a:xfrm>
            <a:custGeom>
              <a:avLst/>
              <a:gdLst/>
              <a:ahLst/>
              <a:cxnLst/>
              <a:rect l="l" t="t" r="r" b="b"/>
              <a:pathLst>
                <a:path w="828" h="828" extrusionOk="0">
                  <a:moveTo>
                    <a:pt x="337" y="1"/>
                  </a:moveTo>
                  <a:lnTo>
                    <a:pt x="259" y="26"/>
                  </a:lnTo>
                  <a:lnTo>
                    <a:pt x="182" y="78"/>
                  </a:lnTo>
                  <a:lnTo>
                    <a:pt x="104" y="130"/>
                  </a:lnTo>
                  <a:lnTo>
                    <a:pt x="52" y="181"/>
                  </a:lnTo>
                  <a:lnTo>
                    <a:pt x="27" y="259"/>
                  </a:lnTo>
                  <a:lnTo>
                    <a:pt x="1" y="337"/>
                  </a:lnTo>
                  <a:lnTo>
                    <a:pt x="1" y="414"/>
                  </a:lnTo>
                  <a:lnTo>
                    <a:pt x="1" y="492"/>
                  </a:lnTo>
                  <a:lnTo>
                    <a:pt x="27" y="569"/>
                  </a:lnTo>
                  <a:lnTo>
                    <a:pt x="52" y="647"/>
                  </a:lnTo>
                  <a:lnTo>
                    <a:pt x="104" y="698"/>
                  </a:lnTo>
                  <a:lnTo>
                    <a:pt x="182" y="750"/>
                  </a:lnTo>
                  <a:lnTo>
                    <a:pt x="259" y="802"/>
                  </a:lnTo>
                  <a:lnTo>
                    <a:pt x="337" y="828"/>
                  </a:lnTo>
                  <a:lnTo>
                    <a:pt x="492" y="828"/>
                  </a:lnTo>
                  <a:lnTo>
                    <a:pt x="569" y="802"/>
                  </a:lnTo>
                  <a:lnTo>
                    <a:pt x="647" y="750"/>
                  </a:lnTo>
                  <a:lnTo>
                    <a:pt x="699" y="698"/>
                  </a:lnTo>
                  <a:lnTo>
                    <a:pt x="750" y="647"/>
                  </a:lnTo>
                  <a:lnTo>
                    <a:pt x="802" y="569"/>
                  </a:lnTo>
                  <a:lnTo>
                    <a:pt x="828" y="492"/>
                  </a:lnTo>
                  <a:lnTo>
                    <a:pt x="828" y="414"/>
                  </a:lnTo>
                  <a:lnTo>
                    <a:pt x="828" y="337"/>
                  </a:lnTo>
                  <a:lnTo>
                    <a:pt x="802" y="259"/>
                  </a:lnTo>
                  <a:lnTo>
                    <a:pt x="750" y="181"/>
                  </a:lnTo>
                  <a:lnTo>
                    <a:pt x="699" y="130"/>
                  </a:lnTo>
                  <a:lnTo>
                    <a:pt x="647" y="78"/>
                  </a:lnTo>
                  <a:lnTo>
                    <a:pt x="569" y="26"/>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9"/>
            <p:cNvSpPr/>
            <p:nvPr/>
          </p:nvSpPr>
          <p:spPr>
            <a:xfrm>
              <a:off x="406150" y="2801250"/>
              <a:ext cx="21350" cy="20700"/>
            </a:xfrm>
            <a:custGeom>
              <a:avLst/>
              <a:gdLst/>
              <a:ahLst/>
              <a:cxnLst/>
              <a:rect l="l" t="t" r="r" b="b"/>
              <a:pathLst>
                <a:path w="854" h="828" extrusionOk="0">
                  <a:moveTo>
                    <a:pt x="336" y="1"/>
                  </a:moveTo>
                  <a:lnTo>
                    <a:pt x="259" y="26"/>
                  </a:lnTo>
                  <a:lnTo>
                    <a:pt x="181" y="78"/>
                  </a:lnTo>
                  <a:lnTo>
                    <a:pt x="129" y="130"/>
                  </a:lnTo>
                  <a:lnTo>
                    <a:pt x="78" y="181"/>
                  </a:lnTo>
                  <a:lnTo>
                    <a:pt x="26" y="259"/>
                  </a:lnTo>
                  <a:lnTo>
                    <a:pt x="0" y="337"/>
                  </a:lnTo>
                  <a:lnTo>
                    <a:pt x="0" y="414"/>
                  </a:lnTo>
                  <a:lnTo>
                    <a:pt x="0" y="492"/>
                  </a:lnTo>
                  <a:lnTo>
                    <a:pt x="26" y="569"/>
                  </a:lnTo>
                  <a:lnTo>
                    <a:pt x="78" y="647"/>
                  </a:lnTo>
                  <a:lnTo>
                    <a:pt x="129" y="698"/>
                  </a:lnTo>
                  <a:lnTo>
                    <a:pt x="181" y="750"/>
                  </a:lnTo>
                  <a:lnTo>
                    <a:pt x="259" y="802"/>
                  </a:lnTo>
                  <a:lnTo>
                    <a:pt x="336" y="828"/>
                  </a:lnTo>
                  <a:lnTo>
                    <a:pt x="517" y="828"/>
                  </a:lnTo>
                  <a:lnTo>
                    <a:pt x="595" y="802"/>
                  </a:lnTo>
                  <a:lnTo>
                    <a:pt x="646" y="750"/>
                  </a:lnTo>
                  <a:lnTo>
                    <a:pt x="724" y="698"/>
                  </a:lnTo>
                  <a:lnTo>
                    <a:pt x="776" y="647"/>
                  </a:lnTo>
                  <a:lnTo>
                    <a:pt x="801" y="569"/>
                  </a:lnTo>
                  <a:lnTo>
                    <a:pt x="827" y="492"/>
                  </a:lnTo>
                  <a:lnTo>
                    <a:pt x="853" y="414"/>
                  </a:lnTo>
                  <a:lnTo>
                    <a:pt x="827" y="337"/>
                  </a:lnTo>
                  <a:lnTo>
                    <a:pt x="801" y="259"/>
                  </a:lnTo>
                  <a:lnTo>
                    <a:pt x="776" y="181"/>
                  </a:lnTo>
                  <a:lnTo>
                    <a:pt x="724" y="130"/>
                  </a:lnTo>
                  <a:lnTo>
                    <a:pt x="646" y="78"/>
                  </a:lnTo>
                  <a:lnTo>
                    <a:pt x="595" y="26"/>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9"/>
            <p:cNvSpPr/>
            <p:nvPr/>
          </p:nvSpPr>
          <p:spPr>
            <a:xfrm>
              <a:off x="238125" y="2633225"/>
              <a:ext cx="104700" cy="104725"/>
            </a:xfrm>
            <a:custGeom>
              <a:avLst/>
              <a:gdLst/>
              <a:ahLst/>
              <a:cxnLst/>
              <a:rect l="l" t="t" r="r" b="b"/>
              <a:pathLst>
                <a:path w="4188" h="4189" extrusionOk="0">
                  <a:moveTo>
                    <a:pt x="2094" y="828"/>
                  </a:moveTo>
                  <a:lnTo>
                    <a:pt x="2352" y="854"/>
                  </a:lnTo>
                  <a:lnTo>
                    <a:pt x="2585" y="931"/>
                  </a:lnTo>
                  <a:lnTo>
                    <a:pt x="2792" y="1034"/>
                  </a:lnTo>
                  <a:lnTo>
                    <a:pt x="2973" y="1190"/>
                  </a:lnTo>
                  <a:lnTo>
                    <a:pt x="3128" y="1371"/>
                  </a:lnTo>
                  <a:lnTo>
                    <a:pt x="3257" y="1603"/>
                  </a:lnTo>
                  <a:lnTo>
                    <a:pt x="3309" y="1836"/>
                  </a:lnTo>
                  <a:lnTo>
                    <a:pt x="3335" y="2094"/>
                  </a:lnTo>
                  <a:lnTo>
                    <a:pt x="3309" y="2327"/>
                  </a:lnTo>
                  <a:lnTo>
                    <a:pt x="3257" y="2560"/>
                  </a:lnTo>
                  <a:lnTo>
                    <a:pt x="3128" y="2792"/>
                  </a:lnTo>
                  <a:lnTo>
                    <a:pt x="2973" y="2973"/>
                  </a:lnTo>
                  <a:lnTo>
                    <a:pt x="2792" y="3128"/>
                  </a:lnTo>
                  <a:lnTo>
                    <a:pt x="2585" y="3232"/>
                  </a:lnTo>
                  <a:lnTo>
                    <a:pt x="2352" y="3309"/>
                  </a:lnTo>
                  <a:lnTo>
                    <a:pt x="2094" y="3335"/>
                  </a:lnTo>
                  <a:lnTo>
                    <a:pt x="1835" y="3309"/>
                  </a:lnTo>
                  <a:lnTo>
                    <a:pt x="1603" y="3232"/>
                  </a:lnTo>
                  <a:lnTo>
                    <a:pt x="1396" y="3128"/>
                  </a:lnTo>
                  <a:lnTo>
                    <a:pt x="1215" y="2973"/>
                  </a:lnTo>
                  <a:lnTo>
                    <a:pt x="1060" y="2792"/>
                  </a:lnTo>
                  <a:lnTo>
                    <a:pt x="931" y="2560"/>
                  </a:lnTo>
                  <a:lnTo>
                    <a:pt x="853" y="2327"/>
                  </a:lnTo>
                  <a:lnTo>
                    <a:pt x="827" y="2094"/>
                  </a:lnTo>
                  <a:lnTo>
                    <a:pt x="853" y="1836"/>
                  </a:lnTo>
                  <a:lnTo>
                    <a:pt x="931" y="1603"/>
                  </a:lnTo>
                  <a:lnTo>
                    <a:pt x="1060" y="1371"/>
                  </a:lnTo>
                  <a:lnTo>
                    <a:pt x="1215" y="1190"/>
                  </a:lnTo>
                  <a:lnTo>
                    <a:pt x="1396" y="1034"/>
                  </a:lnTo>
                  <a:lnTo>
                    <a:pt x="1603" y="931"/>
                  </a:lnTo>
                  <a:lnTo>
                    <a:pt x="1835" y="854"/>
                  </a:lnTo>
                  <a:lnTo>
                    <a:pt x="2094" y="828"/>
                  </a:lnTo>
                  <a:close/>
                  <a:moveTo>
                    <a:pt x="1887" y="0"/>
                  </a:moveTo>
                  <a:lnTo>
                    <a:pt x="1680" y="26"/>
                  </a:lnTo>
                  <a:lnTo>
                    <a:pt x="1473" y="78"/>
                  </a:lnTo>
                  <a:lnTo>
                    <a:pt x="1267" y="156"/>
                  </a:lnTo>
                  <a:lnTo>
                    <a:pt x="1086" y="233"/>
                  </a:lnTo>
                  <a:lnTo>
                    <a:pt x="931" y="337"/>
                  </a:lnTo>
                  <a:lnTo>
                    <a:pt x="750" y="466"/>
                  </a:lnTo>
                  <a:lnTo>
                    <a:pt x="620" y="595"/>
                  </a:lnTo>
                  <a:lnTo>
                    <a:pt x="465" y="750"/>
                  </a:lnTo>
                  <a:lnTo>
                    <a:pt x="362" y="905"/>
                  </a:lnTo>
                  <a:lnTo>
                    <a:pt x="259" y="1086"/>
                  </a:lnTo>
                  <a:lnTo>
                    <a:pt x="155" y="1267"/>
                  </a:lnTo>
                  <a:lnTo>
                    <a:pt x="103" y="1448"/>
                  </a:lnTo>
                  <a:lnTo>
                    <a:pt x="52" y="1655"/>
                  </a:lnTo>
                  <a:lnTo>
                    <a:pt x="0" y="1862"/>
                  </a:lnTo>
                  <a:lnTo>
                    <a:pt x="0" y="2094"/>
                  </a:lnTo>
                  <a:lnTo>
                    <a:pt x="0" y="2301"/>
                  </a:lnTo>
                  <a:lnTo>
                    <a:pt x="52" y="2508"/>
                  </a:lnTo>
                  <a:lnTo>
                    <a:pt x="103" y="2715"/>
                  </a:lnTo>
                  <a:lnTo>
                    <a:pt x="155" y="2896"/>
                  </a:lnTo>
                  <a:lnTo>
                    <a:pt x="259" y="3077"/>
                  </a:lnTo>
                  <a:lnTo>
                    <a:pt x="362" y="3258"/>
                  </a:lnTo>
                  <a:lnTo>
                    <a:pt x="465" y="3413"/>
                  </a:lnTo>
                  <a:lnTo>
                    <a:pt x="620" y="3568"/>
                  </a:lnTo>
                  <a:lnTo>
                    <a:pt x="750" y="3697"/>
                  </a:lnTo>
                  <a:lnTo>
                    <a:pt x="931" y="3826"/>
                  </a:lnTo>
                  <a:lnTo>
                    <a:pt x="1086" y="3930"/>
                  </a:lnTo>
                  <a:lnTo>
                    <a:pt x="1267" y="4007"/>
                  </a:lnTo>
                  <a:lnTo>
                    <a:pt x="1473" y="4085"/>
                  </a:lnTo>
                  <a:lnTo>
                    <a:pt x="1680" y="4137"/>
                  </a:lnTo>
                  <a:lnTo>
                    <a:pt x="1887" y="4162"/>
                  </a:lnTo>
                  <a:lnTo>
                    <a:pt x="2094" y="4188"/>
                  </a:lnTo>
                  <a:lnTo>
                    <a:pt x="2301" y="4162"/>
                  </a:lnTo>
                  <a:lnTo>
                    <a:pt x="2507" y="4137"/>
                  </a:lnTo>
                  <a:lnTo>
                    <a:pt x="2714" y="4085"/>
                  </a:lnTo>
                  <a:lnTo>
                    <a:pt x="2895" y="4007"/>
                  </a:lnTo>
                  <a:lnTo>
                    <a:pt x="3076" y="3930"/>
                  </a:lnTo>
                  <a:lnTo>
                    <a:pt x="3257" y="3826"/>
                  </a:lnTo>
                  <a:lnTo>
                    <a:pt x="3412" y="3697"/>
                  </a:lnTo>
                  <a:lnTo>
                    <a:pt x="3567" y="3568"/>
                  </a:lnTo>
                  <a:lnTo>
                    <a:pt x="3697" y="3413"/>
                  </a:lnTo>
                  <a:lnTo>
                    <a:pt x="3826" y="3258"/>
                  </a:lnTo>
                  <a:lnTo>
                    <a:pt x="3929" y="3077"/>
                  </a:lnTo>
                  <a:lnTo>
                    <a:pt x="4007" y="2896"/>
                  </a:lnTo>
                  <a:lnTo>
                    <a:pt x="4084" y="2715"/>
                  </a:lnTo>
                  <a:lnTo>
                    <a:pt x="4136" y="2508"/>
                  </a:lnTo>
                  <a:lnTo>
                    <a:pt x="4162" y="2301"/>
                  </a:lnTo>
                  <a:lnTo>
                    <a:pt x="4188" y="2094"/>
                  </a:lnTo>
                  <a:lnTo>
                    <a:pt x="4162" y="1862"/>
                  </a:lnTo>
                  <a:lnTo>
                    <a:pt x="4136" y="1655"/>
                  </a:lnTo>
                  <a:lnTo>
                    <a:pt x="4084" y="1448"/>
                  </a:lnTo>
                  <a:lnTo>
                    <a:pt x="4007" y="1267"/>
                  </a:lnTo>
                  <a:lnTo>
                    <a:pt x="3929" y="1086"/>
                  </a:lnTo>
                  <a:lnTo>
                    <a:pt x="3826" y="905"/>
                  </a:lnTo>
                  <a:lnTo>
                    <a:pt x="3697" y="750"/>
                  </a:lnTo>
                  <a:lnTo>
                    <a:pt x="3567" y="595"/>
                  </a:lnTo>
                  <a:lnTo>
                    <a:pt x="3412" y="466"/>
                  </a:lnTo>
                  <a:lnTo>
                    <a:pt x="3257" y="337"/>
                  </a:lnTo>
                  <a:lnTo>
                    <a:pt x="3076" y="233"/>
                  </a:lnTo>
                  <a:lnTo>
                    <a:pt x="2895" y="156"/>
                  </a:lnTo>
                  <a:lnTo>
                    <a:pt x="2714" y="78"/>
                  </a:lnTo>
                  <a:lnTo>
                    <a:pt x="2507" y="26"/>
                  </a:lnTo>
                  <a:lnTo>
                    <a:pt x="23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9"/>
            <p:cNvSpPr/>
            <p:nvPr/>
          </p:nvSpPr>
          <p:spPr>
            <a:xfrm>
              <a:off x="280125" y="2674575"/>
              <a:ext cx="20700" cy="21350"/>
            </a:xfrm>
            <a:custGeom>
              <a:avLst/>
              <a:gdLst/>
              <a:ahLst/>
              <a:cxnLst/>
              <a:rect l="l" t="t" r="r" b="b"/>
              <a:pathLst>
                <a:path w="828" h="854" extrusionOk="0">
                  <a:moveTo>
                    <a:pt x="414" y="1"/>
                  </a:moveTo>
                  <a:lnTo>
                    <a:pt x="336" y="27"/>
                  </a:lnTo>
                  <a:lnTo>
                    <a:pt x="259" y="53"/>
                  </a:lnTo>
                  <a:lnTo>
                    <a:pt x="181" y="78"/>
                  </a:lnTo>
                  <a:lnTo>
                    <a:pt x="104" y="130"/>
                  </a:lnTo>
                  <a:lnTo>
                    <a:pt x="52" y="182"/>
                  </a:lnTo>
                  <a:lnTo>
                    <a:pt x="26" y="259"/>
                  </a:lnTo>
                  <a:lnTo>
                    <a:pt x="0" y="337"/>
                  </a:lnTo>
                  <a:lnTo>
                    <a:pt x="0" y="440"/>
                  </a:lnTo>
                  <a:lnTo>
                    <a:pt x="0" y="518"/>
                  </a:lnTo>
                  <a:lnTo>
                    <a:pt x="26" y="595"/>
                  </a:lnTo>
                  <a:lnTo>
                    <a:pt x="52" y="673"/>
                  </a:lnTo>
                  <a:lnTo>
                    <a:pt x="104" y="725"/>
                  </a:lnTo>
                  <a:lnTo>
                    <a:pt x="181" y="776"/>
                  </a:lnTo>
                  <a:lnTo>
                    <a:pt x="259" y="802"/>
                  </a:lnTo>
                  <a:lnTo>
                    <a:pt x="336" y="828"/>
                  </a:lnTo>
                  <a:lnTo>
                    <a:pt x="414" y="854"/>
                  </a:lnTo>
                  <a:lnTo>
                    <a:pt x="491" y="828"/>
                  </a:lnTo>
                  <a:lnTo>
                    <a:pt x="569" y="802"/>
                  </a:lnTo>
                  <a:lnTo>
                    <a:pt x="647" y="776"/>
                  </a:lnTo>
                  <a:lnTo>
                    <a:pt x="698" y="725"/>
                  </a:lnTo>
                  <a:lnTo>
                    <a:pt x="750" y="673"/>
                  </a:lnTo>
                  <a:lnTo>
                    <a:pt x="802" y="595"/>
                  </a:lnTo>
                  <a:lnTo>
                    <a:pt x="827" y="518"/>
                  </a:lnTo>
                  <a:lnTo>
                    <a:pt x="827" y="440"/>
                  </a:lnTo>
                  <a:lnTo>
                    <a:pt x="827" y="337"/>
                  </a:lnTo>
                  <a:lnTo>
                    <a:pt x="802" y="259"/>
                  </a:lnTo>
                  <a:lnTo>
                    <a:pt x="750" y="182"/>
                  </a:lnTo>
                  <a:lnTo>
                    <a:pt x="698" y="130"/>
                  </a:lnTo>
                  <a:lnTo>
                    <a:pt x="647" y="78"/>
                  </a:lnTo>
                  <a:lnTo>
                    <a:pt x="569" y="53"/>
                  </a:lnTo>
                  <a:lnTo>
                    <a:pt x="491" y="27"/>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9"/>
            <p:cNvSpPr/>
            <p:nvPr/>
          </p:nvSpPr>
          <p:spPr>
            <a:xfrm>
              <a:off x="532800" y="2674575"/>
              <a:ext cx="20700" cy="21350"/>
            </a:xfrm>
            <a:custGeom>
              <a:avLst/>
              <a:gdLst/>
              <a:ahLst/>
              <a:cxnLst/>
              <a:rect l="l" t="t" r="r" b="b"/>
              <a:pathLst>
                <a:path w="828" h="854" extrusionOk="0">
                  <a:moveTo>
                    <a:pt x="414" y="1"/>
                  </a:moveTo>
                  <a:lnTo>
                    <a:pt x="337" y="27"/>
                  </a:lnTo>
                  <a:lnTo>
                    <a:pt x="259" y="53"/>
                  </a:lnTo>
                  <a:lnTo>
                    <a:pt x="182" y="78"/>
                  </a:lnTo>
                  <a:lnTo>
                    <a:pt x="104" y="130"/>
                  </a:lnTo>
                  <a:lnTo>
                    <a:pt x="52" y="182"/>
                  </a:lnTo>
                  <a:lnTo>
                    <a:pt x="27" y="259"/>
                  </a:lnTo>
                  <a:lnTo>
                    <a:pt x="1" y="337"/>
                  </a:lnTo>
                  <a:lnTo>
                    <a:pt x="1" y="440"/>
                  </a:lnTo>
                  <a:lnTo>
                    <a:pt x="1" y="518"/>
                  </a:lnTo>
                  <a:lnTo>
                    <a:pt x="27" y="595"/>
                  </a:lnTo>
                  <a:lnTo>
                    <a:pt x="52" y="673"/>
                  </a:lnTo>
                  <a:lnTo>
                    <a:pt x="104" y="725"/>
                  </a:lnTo>
                  <a:lnTo>
                    <a:pt x="182" y="776"/>
                  </a:lnTo>
                  <a:lnTo>
                    <a:pt x="259" y="802"/>
                  </a:lnTo>
                  <a:lnTo>
                    <a:pt x="337" y="828"/>
                  </a:lnTo>
                  <a:lnTo>
                    <a:pt x="414" y="854"/>
                  </a:lnTo>
                  <a:lnTo>
                    <a:pt x="492" y="828"/>
                  </a:lnTo>
                  <a:lnTo>
                    <a:pt x="569" y="802"/>
                  </a:lnTo>
                  <a:lnTo>
                    <a:pt x="647" y="776"/>
                  </a:lnTo>
                  <a:lnTo>
                    <a:pt x="699" y="725"/>
                  </a:lnTo>
                  <a:lnTo>
                    <a:pt x="750" y="673"/>
                  </a:lnTo>
                  <a:lnTo>
                    <a:pt x="802" y="595"/>
                  </a:lnTo>
                  <a:lnTo>
                    <a:pt x="828" y="518"/>
                  </a:lnTo>
                  <a:lnTo>
                    <a:pt x="828" y="440"/>
                  </a:lnTo>
                  <a:lnTo>
                    <a:pt x="828" y="337"/>
                  </a:lnTo>
                  <a:lnTo>
                    <a:pt x="802" y="259"/>
                  </a:lnTo>
                  <a:lnTo>
                    <a:pt x="750" y="182"/>
                  </a:lnTo>
                  <a:lnTo>
                    <a:pt x="699" y="130"/>
                  </a:lnTo>
                  <a:lnTo>
                    <a:pt x="647" y="78"/>
                  </a:lnTo>
                  <a:lnTo>
                    <a:pt x="569" y="53"/>
                  </a:lnTo>
                  <a:lnTo>
                    <a:pt x="492" y="27"/>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9"/>
            <p:cNvSpPr/>
            <p:nvPr/>
          </p:nvSpPr>
          <p:spPr>
            <a:xfrm>
              <a:off x="364125" y="2633225"/>
              <a:ext cx="104725" cy="104725"/>
            </a:xfrm>
            <a:custGeom>
              <a:avLst/>
              <a:gdLst/>
              <a:ahLst/>
              <a:cxnLst/>
              <a:rect l="l" t="t" r="r" b="b"/>
              <a:pathLst>
                <a:path w="4189" h="4189" extrusionOk="0">
                  <a:moveTo>
                    <a:pt x="2095" y="828"/>
                  </a:moveTo>
                  <a:lnTo>
                    <a:pt x="2353" y="854"/>
                  </a:lnTo>
                  <a:lnTo>
                    <a:pt x="2586" y="931"/>
                  </a:lnTo>
                  <a:lnTo>
                    <a:pt x="2819" y="1034"/>
                  </a:lnTo>
                  <a:lnTo>
                    <a:pt x="2999" y="1190"/>
                  </a:lnTo>
                  <a:lnTo>
                    <a:pt x="3155" y="1371"/>
                  </a:lnTo>
                  <a:lnTo>
                    <a:pt x="3258" y="1603"/>
                  </a:lnTo>
                  <a:lnTo>
                    <a:pt x="3336" y="1836"/>
                  </a:lnTo>
                  <a:lnTo>
                    <a:pt x="3361" y="2094"/>
                  </a:lnTo>
                  <a:lnTo>
                    <a:pt x="3336" y="2327"/>
                  </a:lnTo>
                  <a:lnTo>
                    <a:pt x="3258" y="2560"/>
                  </a:lnTo>
                  <a:lnTo>
                    <a:pt x="3155" y="2792"/>
                  </a:lnTo>
                  <a:lnTo>
                    <a:pt x="2999" y="2973"/>
                  </a:lnTo>
                  <a:lnTo>
                    <a:pt x="2819" y="3128"/>
                  </a:lnTo>
                  <a:lnTo>
                    <a:pt x="2586" y="3232"/>
                  </a:lnTo>
                  <a:lnTo>
                    <a:pt x="2353" y="3309"/>
                  </a:lnTo>
                  <a:lnTo>
                    <a:pt x="2095" y="3335"/>
                  </a:lnTo>
                  <a:lnTo>
                    <a:pt x="1862" y="3309"/>
                  </a:lnTo>
                  <a:lnTo>
                    <a:pt x="1604" y="3232"/>
                  </a:lnTo>
                  <a:lnTo>
                    <a:pt x="1397" y="3128"/>
                  </a:lnTo>
                  <a:lnTo>
                    <a:pt x="1216" y="2973"/>
                  </a:lnTo>
                  <a:lnTo>
                    <a:pt x="1061" y="2792"/>
                  </a:lnTo>
                  <a:lnTo>
                    <a:pt x="957" y="2560"/>
                  </a:lnTo>
                  <a:lnTo>
                    <a:pt x="880" y="2327"/>
                  </a:lnTo>
                  <a:lnTo>
                    <a:pt x="854" y="2094"/>
                  </a:lnTo>
                  <a:lnTo>
                    <a:pt x="880" y="1836"/>
                  </a:lnTo>
                  <a:lnTo>
                    <a:pt x="957" y="1603"/>
                  </a:lnTo>
                  <a:lnTo>
                    <a:pt x="1061" y="1371"/>
                  </a:lnTo>
                  <a:lnTo>
                    <a:pt x="1216" y="1190"/>
                  </a:lnTo>
                  <a:lnTo>
                    <a:pt x="1397" y="1034"/>
                  </a:lnTo>
                  <a:lnTo>
                    <a:pt x="1604" y="931"/>
                  </a:lnTo>
                  <a:lnTo>
                    <a:pt x="1862" y="854"/>
                  </a:lnTo>
                  <a:lnTo>
                    <a:pt x="2095" y="828"/>
                  </a:lnTo>
                  <a:close/>
                  <a:moveTo>
                    <a:pt x="1888" y="0"/>
                  </a:moveTo>
                  <a:lnTo>
                    <a:pt x="1681" y="26"/>
                  </a:lnTo>
                  <a:lnTo>
                    <a:pt x="1474" y="78"/>
                  </a:lnTo>
                  <a:lnTo>
                    <a:pt x="1293" y="156"/>
                  </a:lnTo>
                  <a:lnTo>
                    <a:pt x="1112" y="233"/>
                  </a:lnTo>
                  <a:lnTo>
                    <a:pt x="931" y="337"/>
                  </a:lnTo>
                  <a:lnTo>
                    <a:pt x="776" y="466"/>
                  </a:lnTo>
                  <a:lnTo>
                    <a:pt x="621" y="595"/>
                  </a:lnTo>
                  <a:lnTo>
                    <a:pt x="492" y="750"/>
                  </a:lnTo>
                  <a:lnTo>
                    <a:pt x="363" y="905"/>
                  </a:lnTo>
                  <a:lnTo>
                    <a:pt x="259" y="1086"/>
                  </a:lnTo>
                  <a:lnTo>
                    <a:pt x="182" y="1267"/>
                  </a:lnTo>
                  <a:lnTo>
                    <a:pt x="104" y="1448"/>
                  </a:lnTo>
                  <a:lnTo>
                    <a:pt x="53" y="1655"/>
                  </a:lnTo>
                  <a:lnTo>
                    <a:pt x="27" y="1862"/>
                  </a:lnTo>
                  <a:lnTo>
                    <a:pt x="1" y="2094"/>
                  </a:lnTo>
                  <a:lnTo>
                    <a:pt x="27" y="2301"/>
                  </a:lnTo>
                  <a:lnTo>
                    <a:pt x="53" y="2508"/>
                  </a:lnTo>
                  <a:lnTo>
                    <a:pt x="104" y="2715"/>
                  </a:lnTo>
                  <a:lnTo>
                    <a:pt x="182" y="2896"/>
                  </a:lnTo>
                  <a:lnTo>
                    <a:pt x="259" y="3077"/>
                  </a:lnTo>
                  <a:lnTo>
                    <a:pt x="363" y="3258"/>
                  </a:lnTo>
                  <a:lnTo>
                    <a:pt x="492" y="3413"/>
                  </a:lnTo>
                  <a:lnTo>
                    <a:pt x="621" y="3568"/>
                  </a:lnTo>
                  <a:lnTo>
                    <a:pt x="776" y="3697"/>
                  </a:lnTo>
                  <a:lnTo>
                    <a:pt x="931" y="3826"/>
                  </a:lnTo>
                  <a:lnTo>
                    <a:pt x="1112" y="3930"/>
                  </a:lnTo>
                  <a:lnTo>
                    <a:pt x="1293" y="4007"/>
                  </a:lnTo>
                  <a:lnTo>
                    <a:pt x="1474" y="4085"/>
                  </a:lnTo>
                  <a:lnTo>
                    <a:pt x="1681" y="4137"/>
                  </a:lnTo>
                  <a:lnTo>
                    <a:pt x="1888" y="4162"/>
                  </a:lnTo>
                  <a:lnTo>
                    <a:pt x="2095" y="4188"/>
                  </a:lnTo>
                  <a:lnTo>
                    <a:pt x="2327" y="4162"/>
                  </a:lnTo>
                  <a:lnTo>
                    <a:pt x="2534" y="4137"/>
                  </a:lnTo>
                  <a:lnTo>
                    <a:pt x="2715" y="4085"/>
                  </a:lnTo>
                  <a:lnTo>
                    <a:pt x="2922" y="4007"/>
                  </a:lnTo>
                  <a:lnTo>
                    <a:pt x="3103" y="3930"/>
                  </a:lnTo>
                  <a:lnTo>
                    <a:pt x="3284" y="3826"/>
                  </a:lnTo>
                  <a:lnTo>
                    <a:pt x="3439" y="3697"/>
                  </a:lnTo>
                  <a:lnTo>
                    <a:pt x="3594" y="3568"/>
                  </a:lnTo>
                  <a:lnTo>
                    <a:pt x="3723" y="3413"/>
                  </a:lnTo>
                  <a:lnTo>
                    <a:pt x="3853" y="3258"/>
                  </a:lnTo>
                  <a:lnTo>
                    <a:pt x="3956" y="3077"/>
                  </a:lnTo>
                  <a:lnTo>
                    <a:pt x="4033" y="2896"/>
                  </a:lnTo>
                  <a:lnTo>
                    <a:pt x="4111" y="2715"/>
                  </a:lnTo>
                  <a:lnTo>
                    <a:pt x="4163" y="2508"/>
                  </a:lnTo>
                  <a:lnTo>
                    <a:pt x="4189" y="2301"/>
                  </a:lnTo>
                  <a:lnTo>
                    <a:pt x="4189" y="2094"/>
                  </a:lnTo>
                  <a:lnTo>
                    <a:pt x="4189" y="1862"/>
                  </a:lnTo>
                  <a:lnTo>
                    <a:pt x="4163" y="1655"/>
                  </a:lnTo>
                  <a:lnTo>
                    <a:pt x="4111" y="1448"/>
                  </a:lnTo>
                  <a:lnTo>
                    <a:pt x="4033" y="1267"/>
                  </a:lnTo>
                  <a:lnTo>
                    <a:pt x="3956" y="1086"/>
                  </a:lnTo>
                  <a:lnTo>
                    <a:pt x="3853" y="905"/>
                  </a:lnTo>
                  <a:lnTo>
                    <a:pt x="3723" y="750"/>
                  </a:lnTo>
                  <a:lnTo>
                    <a:pt x="3594" y="595"/>
                  </a:lnTo>
                  <a:lnTo>
                    <a:pt x="3439" y="466"/>
                  </a:lnTo>
                  <a:lnTo>
                    <a:pt x="3284" y="337"/>
                  </a:lnTo>
                  <a:lnTo>
                    <a:pt x="3103" y="233"/>
                  </a:lnTo>
                  <a:lnTo>
                    <a:pt x="2922" y="156"/>
                  </a:lnTo>
                  <a:lnTo>
                    <a:pt x="2715" y="78"/>
                  </a:lnTo>
                  <a:lnTo>
                    <a:pt x="2534" y="26"/>
                  </a:lnTo>
                  <a:lnTo>
                    <a:pt x="23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9"/>
            <p:cNvSpPr/>
            <p:nvPr/>
          </p:nvSpPr>
          <p:spPr>
            <a:xfrm>
              <a:off x="406150" y="2674575"/>
              <a:ext cx="21350" cy="21350"/>
            </a:xfrm>
            <a:custGeom>
              <a:avLst/>
              <a:gdLst/>
              <a:ahLst/>
              <a:cxnLst/>
              <a:rect l="l" t="t" r="r" b="b"/>
              <a:pathLst>
                <a:path w="854" h="854" extrusionOk="0">
                  <a:moveTo>
                    <a:pt x="414" y="1"/>
                  </a:moveTo>
                  <a:lnTo>
                    <a:pt x="336" y="27"/>
                  </a:lnTo>
                  <a:lnTo>
                    <a:pt x="259" y="53"/>
                  </a:lnTo>
                  <a:lnTo>
                    <a:pt x="181" y="78"/>
                  </a:lnTo>
                  <a:lnTo>
                    <a:pt x="129" y="130"/>
                  </a:lnTo>
                  <a:lnTo>
                    <a:pt x="78" y="182"/>
                  </a:lnTo>
                  <a:lnTo>
                    <a:pt x="26" y="259"/>
                  </a:lnTo>
                  <a:lnTo>
                    <a:pt x="0" y="337"/>
                  </a:lnTo>
                  <a:lnTo>
                    <a:pt x="0" y="440"/>
                  </a:lnTo>
                  <a:lnTo>
                    <a:pt x="0" y="518"/>
                  </a:lnTo>
                  <a:lnTo>
                    <a:pt x="26" y="595"/>
                  </a:lnTo>
                  <a:lnTo>
                    <a:pt x="78" y="673"/>
                  </a:lnTo>
                  <a:lnTo>
                    <a:pt x="129" y="725"/>
                  </a:lnTo>
                  <a:lnTo>
                    <a:pt x="181" y="776"/>
                  </a:lnTo>
                  <a:lnTo>
                    <a:pt x="259" y="802"/>
                  </a:lnTo>
                  <a:lnTo>
                    <a:pt x="336" y="828"/>
                  </a:lnTo>
                  <a:lnTo>
                    <a:pt x="414" y="854"/>
                  </a:lnTo>
                  <a:lnTo>
                    <a:pt x="517" y="828"/>
                  </a:lnTo>
                  <a:lnTo>
                    <a:pt x="595" y="802"/>
                  </a:lnTo>
                  <a:lnTo>
                    <a:pt x="646" y="776"/>
                  </a:lnTo>
                  <a:lnTo>
                    <a:pt x="724" y="725"/>
                  </a:lnTo>
                  <a:lnTo>
                    <a:pt x="776" y="673"/>
                  </a:lnTo>
                  <a:lnTo>
                    <a:pt x="801" y="595"/>
                  </a:lnTo>
                  <a:lnTo>
                    <a:pt x="827" y="518"/>
                  </a:lnTo>
                  <a:lnTo>
                    <a:pt x="853" y="440"/>
                  </a:lnTo>
                  <a:lnTo>
                    <a:pt x="827" y="337"/>
                  </a:lnTo>
                  <a:lnTo>
                    <a:pt x="801" y="259"/>
                  </a:lnTo>
                  <a:lnTo>
                    <a:pt x="776" y="182"/>
                  </a:lnTo>
                  <a:lnTo>
                    <a:pt x="724" y="130"/>
                  </a:lnTo>
                  <a:lnTo>
                    <a:pt x="646" y="78"/>
                  </a:lnTo>
                  <a:lnTo>
                    <a:pt x="595" y="53"/>
                  </a:lnTo>
                  <a:lnTo>
                    <a:pt x="517" y="27"/>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 name="Google Shape;895;p59"/>
          <p:cNvGrpSpPr/>
          <p:nvPr/>
        </p:nvGrpSpPr>
        <p:grpSpPr>
          <a:xfrm>
            <a:off x="1548890" y="2721100"/>
            <a:ext cx="383454" cy="383454"/>
            <a:chOff x="992300" y="2633225"/>
            <a:chExt cx="357400" cy="357400"/>
          </a:xfrm>
        </p:grpSpPr>
        <p:sp>
          <p:nvSpPr>
            <p:cNvPr id="896" name="Google Shape;896;p59"/>
            <p:cNvSpPr/>
            <p:nvPr/>
          </p:nvSpPr>
          <p:spPr>
            <a:xfrm>
              <a:off x="992300" y="2704325"/>
              <a:ext cx="357400" cy="286300"/>
            </a:xfrm>
            <a:custGeom>
              <a:avLst/>
              <a:gdLst/>
              <a:ahLst/>
              <a:cxnLst/>
              <a:rect l="l" t="t" r="r" b="b"/>
              <a:pathLst>
                <a:path w="14296" h="11452" extrusionOk="0">
                  <a:moveTo>
                    <a:pt x="8221" y="5480"/>
                  </a:moveTo>
                  <a:lnTo>
                    <a:pt x="7626" y="8918"/>
                  </a:lnTo>
                  <a:lnTo>
                    <a:pt x="6644" y="8918"/>
                  </a:lnTo>
                  <a:lnTo>
                    <a:pt x="6049" y="5480"/>
                  </a:lnTo>
                  <a:lnTo>
                    <a:pt x="6902" y="6075"/>
                  </a:lnTo>
                  <a:lnTo>
                    <a:pt x="7032" y="6127"/>
                  </a:lnTo>
                  <a:lnTo>
                    <a:pt x="7264" y="6127"/>
                  </a:lnTo>
                  <a:lnTo>
                    <a:pt x="7368" y="6075"/>
                  </a:lnTo>
                  <a:lnTo>
                    <a:pt x="8221" y="5480"/>
                  </a:lnTo>
                  <a:close/>
                  <a:moveTo>
                    <a:pt x="7135" y="827"/>
                  </a:moveTo>
                  <a:lnTo>
                    <a:pt x="7471" y="853"/>
                  </a:lnTo>
                  <a:lnTo>
                    <a:pt x="7781" y="905"/>
                  </a:lnTo>
                  <a:lnTo>
                    <a:pt x="8092" y="982"/>
                  </a:lnTo>
                  <a:lnTo>
                    <a:pt x="8376" y="1086"/>
                  </a:lnTo>
                  <a:lnTo>
                    <a:pt x="8660" y="1215"/>
                  </a:lnTo>
                  <a:lnTo>
                    <a:pt x="8945" y="1370"/>
                  </a:lnTo>
                  <a:lnTo>
                    <a:pt x="9177" y="1551"/>
                  </a:lnTo>
                  <a:lnTo>
                    <a:pt x="9410" y="1784"/>
                  </a:lnTo>
                  <a:lnTo>
                    <a:pt x="9617" y="1990"/>
                  </a:lnTo>
                  <a:lnTo>
                    <a:pt x="9798" y="2249"/>
                  </a:lnTo>
                  <a:lnTo>
                    <a:pt x="9953" y="2507"/>
                  </a:lnTo>
                  <a:lnTo>
                    <a:pt x="10108" y="2792"/>
                  </a:lnTo>
                  <a:lnTo>
                    <a:pt x="10211" y="3076"/>
                  </a:lnTo>
                  <a:lnTo>
                    <a:pt x="10289" y="3386"/>
                  </a:lnTo>
                  <a:lnTo>
                    <a:pt x="10341" y="3722"/>
                  </a:lnTo>
                  <a:lnTo>
                    <a:pt x="10341" y="4033"/>
                  </a:lnTo>
                  <a:lnTo>
                    <a:pt x="10341" y="8918"/>
                  </a:lnTo>
                  <a:lnTo>
                    <a:pt x="8479" y="8918"/>
                  </a:lnTo>
                  <a:lnTo>
                    <a:pt x="9229" y="4679"/>
                  </a:lnTo>
                  <a:lnTo>
                    <a:pt x="9229" y="4550"/>
                  </a:lnTo>
                  <a:lnTo>
                    <a:pt x="9203" y="4420"/>
                  </a:lnTo>
                  <a:lnTo>
                    <a:pt x="9126" y="4317"/>
                  </a:lnTo>
                  <a:lnTo>
                    <a:pt x="9048" y="4239"/>
                  </a:lnTo>
                  <a:lnTo>
                    <a:pt x="8945" y="4188"/>
                  </a:lnTo>
                  <a:lnTo>
                    <a:pt x="8712" y="4188"/>
                  </a:lnTo>
                  <a:lnTo>
                    <a:pt x="8583" y="4239"/>
                  </a:lnTo>
                  <a:lnTo>
                    <a:pt x="7135" y="5222"/>
                  </a:lnTo>
                  <a:lnTo>
                    <a:pt x="5687" y="4239"/>
                  </a:lnTo>
                  <a:lnTo>
                    <a:pt x="5584" y="4188"/>
                  </a:lnTo>
                  <a:lnTo>
                    <a:pt x="5351" y="4188"/>
                  </a:lnTo>
                  <a:lnTo>
                    <a:pt x="5248" y="4239"/>
                  </a:lnTo>
                  <a:lnTo>
                    <a:pt x="5145" y="4317"/>
                  </a:lnTo>
                  <a:lnTo>
                    <a:pt x="5093" y="4420"/>
                  </a:lnTo>
                  <a:lnTo>
                    <a:pt x="5041" y="4550"/>
                  </a:lnTo>
                  <a:lnTo>
                    <a:pt x="5041" y="4679"/>
                  </a:lnTo>
                  <a:lnTo>
                    <a:pt x="5791" y="8918"/>
                  </a:lnTo>
                  <a:lnTo>
                    <a:pt x="3930" y="8918"/>
                  </a:lnTo>
                  <a:lnTo>
                    <a:pt x="3930" y="4033"/>
                  </a:lnTo>
                  <a:lnTo>
                    <a:pt x="3955" y="3722"/>
                  </a:lnTo>
                  <a:lnTo>
                    <a:pt x="4007" y="3386"/>
                  </a:lnTo>
                  <a:lnTo>
                    <a:pt x="4085" y="3076"/>
                  </a:lnTo>
                  <a:lnTo>
                    <a:pt x="4188" y="2792"/>
                  </a:lnTo>
                  <a:lnTo>
                    <a:pt x="4317" y="2507"/>
                  </a:lnTo>
                  <a:lnTo>
                    <a:pt x="4472" y="2249"/>
                  </a:lnTo>
                  <a:lnTo>
                    <a:pt x="4653" y="1990"/>
                  </a:lnTo>
                  <a:lnTo>
                    <a:pt x="4860" y="1784"/>
                  </a:lnTo>
                  <a:lnTo>
                    <a:pt x="5093" y="1551"/>
                  </a:lnTo>
                  <a:lnTo>
                    <a:pt x="5351" y="1370"/>
                  </a:lnTo>
                  <a:lnTo>
                    <a:pt x="5610" y="1215"/>
                  </a:lnTo>
                  <a:lnTo>
                    <a:pt x="5894" y="1086"/>
                  </a:lnTo>
                  <a:lnTo>
                    <a:pt x="6179" y="982"/>
                  </a:lnTo>
                  <a:lnTo>
                    <a:pt x="6489" y="905"/>
                  </a:lnTo>
                  <a:lnTo>
                    <a:pt x="6825" y="853"/>
                  </a:lnTo>
                  <a:lnTo>
                    <a:pt x="7135" y="827"/>
                  </a:lnTo>
                  <a:close/>
                  <a:moveTo>
                    <a:pt x="11685" y="9771"/>
                  </a:moveTo>
                  <a:lnTo>
                    <a:pt x="11762" y="9797"/>
                  </a:lnTo>
                  <a:lnTo>
                    <a:pt x="11840" y="9823"/>
                  </a:lnTo>
                  <a:lnTo>
                    <a:pt x="11892" y="9875"/>
                  </a:lnTo>
                  <a:lnTo>
                    <a:pt x="11943" y="9952"/>
                  </a:lnTo>
                  <a:lnTo>
                    <a:pt x="11995" y="10030"/>
                  </a:lnTo>
                  <a:lnTo>
                    <a:pt x="12021" y="10107"/>
                  </a:lnTo>
                  <a:lnTo>
                    <a:pt x="12021" y="10185"/>
                  </a:lnTo>
                  <a:lnTo>
                    <a:pt x="12021" y="10599"/>
                  </a:lnTo>
                  <a:lnTo>
                    <a:pt x="2249" y="10599"/>
                  </a:lnTo>
                  <a:lnTo>
                    <a:pt x="2249" y="10185"/>
                  </a:lnTo>
                  <a:lnTo>
                    <a:pt x="2275" y="10107"/>
                  </a:lnTo>
                  <a:lnTo>
                    <a:pt x="2275" y="10030"/>
                  </a:lnTo>
                  <a:lnTo>
                    <a:pt x="2327" y="9952"/>
                  </a:lnTo>
                  <a:lnTo>
                    <a:pt x="2379" y="9875"/>
                  </a:lnTo>
                  <a:lnTo>
                    <a:pt x="2430" y="9823"/>
                  </a:lnTo>
                  <a:lnTo>
                    <a:pt x="2508" y="9797"/>
                  </a:lnTo>
                  <a:lnTo>
                    <a:pt x="2585" y="9771"/>
                  </a:lnTo>
                  <a:close/>
                  <a:moveTo>
                    <a:pt x="7135" y="0"/>
                  </a:moveTo>
                  <a:lnTo>
                    <a:pt x="6721" y="26"/>
                  </a:lnTo>
                  <a:lnTo>
                    <a:pt x="6334" y="78"/>
                  </a:lnTo>
                  <a:lnTo>
                    <a:pt x="5946" y="181"/>
                  </a:lnTo>
                  <a:lnTo>
                    <a:pt x="5558" y="310"/>
                  </a:lnTo>
                  <a:lnTo>
                    <a:pt x="5222" y="491"/>
                  </a:lnTo>
                  <a:lnTo>
                    <a:pt x="4886" y="672"/>
                  </a:lnTo>
                  <a:lnTo>
                    <a:pt x="4576" y="905"/>
                  </a:lnTo>
                  <a:lnTo>
                    <a:pt x="4292" y="1189"/>
                  </a:lnTo>
                  <a:lnTo>
                    <a:pt x="4007" y="1473"/>
                  </a:lnTo>
                  <a:lnTo>
                    <a:pt x="3775" y="1784"/>
                  </a:lnTo>
                  <a:lnTo>
                    <a:pt x="3594" y="2120"/>
                  </a:lnTo>
                  <a:lnTo>
                    <a:pt x="3413" y="2456"/>
                  </a:lnTo>
                  <a:lnTo>
                    <a:pt x="3283" y="2844"/>
                  </a:lnTo>
                  <a:lnTo>
                    <a:pt x="3180" y="3231"/>
                  </a:lnTo>
                  <a:lnTo>
                    <a:pt x="3102" y="3619"/>
                  </a:lnTo>
                  <a:lnTo>
                    <a:pt x="3102" y="4033"/>
                  </a:lnTo>
                  <a:lnTo>
                    <a:pt x="3102" y="8918"/>
                  </a:lnTo>
                  <a:lnTo>
                    <a:pt x="2663" y="8918"/>
                  </a:lnTo>
                  <a:lnTo>
                    <a:pt x="2430" y="8944"/>
                  </a:lnTo>
                  <a:lnTo>
                    <a:pt x="2172" y="9022"/>
                  </a:lnTo>
                  <a:lnTo>
                    <a:pt x="1965" y="9151"/>
                  </a:lnTo>
                  <a:lnTo>
                    <a:pt x="1784" y="9306"/>
                  </a:lnTo>
                  <a:lnTo>
                    <a:pt x="1629" y="9487"/>
                  </a:lnTo>
                  <a:lnTo>
                    <a:pt x="1526" y="9694"/>
                  </a:lnTo>
                  <a:lnTo>
                    <a:pt x="1448" y="9926"/>
                  </a:lnTo>
                  <a:lnTo>
                    <a:pt x="1422" y="10185"/>
                  </a:lnTo>
                  <a:lnTo>
                    <a:pt x="1422" y="10599"/>
                  </a:lnTo>
                  <a:lnTo>
                    <a:pt x="336" y="10599"/>
                  </a:lnTo>
                  <a:lnTo>
                    <a:pt x="259" y="10624"/>
                  </a:lnTo>
                  <a:lnTo>
                    <a:pt x="181" y="10676"/>
                  </a:lnTo>
                  <a:lnTo>
                    <a:pt x="104" y="10728"/>
                  </a:lnTo>
                  <a:lnTo>
                    <a:pt x="52" y="10780"/>
                  </a:lnTo>
                  <a:lnTo>
                    <a:pt x="26" y="10857"/>
                  </a:lnTo>
                  <a:lnTo>
                    <a:pt x="0" y="10935"/>
                  </a:lnTo>
                  <a:lnTo>
                    <a:pt x="0" y="11012"/>
                  </a:lnTo>
                  <a:lnTo>
                    <a:pt x="0" y="11116"/>
                  </a:lnTo>
                  <a:lnTo>
                    <a:pt x="26" y="11193"/>
                  </a:lnTo>
                  <a:lnTo>
                    <a:pt x="52" y="11245"/>
                  </a:lnTo>
                  <a:lnTo>
                    <a:pt x="104" y="11322"/>
                  </a:lnTo>
                  <a:lnTo>
                    <a:pt x="181" y="11374"/>
                  </a:lnTo>
                  <a:lnTo>
                    <a:pt x="259" y="11400"/>
                  </a:lnTo>
                  <a:lnTo>
                    <a:pt x="336" y="11426"/>
                  </a:lnTo>
                  <a:lnTo>
                    <a:pt x="414" y="11452"/>
                  </a:lnTo>
                  <a:lnTo>
                    <a:pt x="13856" y="11452"/>
                  </a:lnTo>
                  <a:lnTo>
                    <a:pt x="13960" y="11426"/>
                  </a:lnTo>
                  <a:lnTo>
                    <a:pt x="14037" y="11400"/>
                  </a:lnTo>
                  <a:lnTo>
                    <a:pt x="14115" y="11374"/>
                  </a:lnTo>
                  <a:lnTo>
                    <a:pt x="14166" y="11322"/>
                  </a:lnTo>
                  <a:lnTo>
                    <a:pt x="14218" y="11245"/>
                  </a:lnTo>
                  <a:lnTo>
                    <a:pt x="14244" y="11193"/>
                  </a:lnTo>
                  <a:lnTo>
                    <a:pt x="14270" y="11116"/>
                  </a:lnTo>
                  <a:lnTo>
                    <a:pt x="14296" y="11012"/>
                  </a:lnTo>
                  <a:lnTo>
                    <a:pt x="14270" y="10935"/>
                  </a:lnTo>
                  <a:lnTo>
                    <a:pt x="14244" y="10857"/>
                  </a:lnTo>
                  <a:lnTo>
                    <a:pt x="14218" y="10780"/>
                  </a:lnTo>
                  <a:lnTo>
                    <a:pt x="14166" y="10728"/>
                  </a:lnTo>
                  <a:lnTo>
                    <a:pt x="14115" y="10676"/>
                  </a:lnTo>
                  <a:lnTo>
                    <a:pt x="14037" y="10624"/>
                  </a:lnTo>
                  <a:lnTo>
                    <a:pt x="13960" y="10599"/>
                  </a:lnTo>
                  <a:lnTo>
                    <a:pt x="12874" y="10599"/>
                  </a:lnTo>
                  <a:lnTo>
                    <a:pt x="12874" y="10185"/>
                  </a:lnTo>
                  <a:lnTo>
                    <a:pt x="12848" y="9926"/>
                  </a:lnTo>
                  <a:lnTo>
                    <a:pt x="12770" y="9694"/>
                  </a:lnTo>
                  <a:lnTo>
                    <a:pt x="12641" y="9487"/>
                  </a:lnTo>
                  <a:lnTo>
                    <a:pt x="12486" y="9306"/>
                  </a:lnTo>
                  <a:lnTo>
                    <a:pt x="12305" y="9151"/>
                  </a:lnTo>
                  <a:lnTo>
                    <a:pt x="12098" y="9022"/>
                  </a:lnTo>
                  <a:lnTo>
                    <a:pt x="11866" y="8944"/>
                  </a:lnTo>
                  <a:lnTo>
                    <a:pt x="11607" y="8918"/>
                  </a:lnTo>
                  <a:lnTo>
                    <a:pt x="11194" y="8918"/>
                  </a:lnTo>
                  <a:lnTo>
                    <a:pt x="11194" y="4033"/>
                  </a:lnTo>
                  <a:lnTo>
                    <a:pt x="11168" y="3619"/>
                  </a:lnTo>
                  <a:lnTo>
                    <a:pt x="11116" y="3231"/>
                  </a:lnTo>
                  <a:lnTo>
                    <a:pt x="11013" y="2844"/>
                  </a:lnTo>
                  <a:lnTo>
                    <a:pt x="10858" y="2456"/>
                  </a:lnTo>
                  <a:lnTo>
                    <a:pt x="10702" y="2120"/>
                  </a:lnTo>
                  <a:lnTo>
                    <a:pt x="10496" y="1784"/>
                  </a:lnTo>
                  <a:lnTo>
                    <a:pt x="10263" y="1473"/>
                  </a:lnTo>
                  <a:lnTo>
                    <a:pt x="10004" y="1189"/>
                  </a:lnTo>
                  <a:lnTo>
                    <a:pt x="9720" y="905"/>
                  </a:lnTo>
                  <a:lnTo>
                    <a:pt x="9410" y="672"/>
                  </a:lnTo>
                  <a:lnTo>
                    <a:pt x="9074" y="491"/>
                  </a:lnTo>
                  <a:lnTo>
                    <a:pt x="8712" y="310"/>
                  </a:lnTo>
                  <a:lnTo>
                    <a:pt x="8350" y="181"/>
                  </a:lnTo>
                  <a:lnTo>
                    <a:pt x="7962" y="78"/>
                  </a:lnTo>
                  <a:lnTo>
                    <a:pt x="7549" y="26"/>
                  </a:lnTo>
                  <a:lnTo>
                    <a:pt x="7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9"/>
            <p:cNvSpPr/>
            <p:nvPr/>
          </p:nvSpPr>
          <p:spPr>
            <a:xfrm>
              <a:off x="1160325" y="2633225"/>
              <a:ext cx="20700" cy="48500"/>
            </a:xfrm>
            <a:custGeom>
              <a:avLst/>
              <a:gdLst/>
              <a:ahLst/>
              <a:cxnLst/>
              <a:rect l="l" t="t" r="r" b="b"/>
              <a:pathLst>
                <a:path w="828" h="1940" extrusionOk="0">
                  <a:moveTo>
                    <a:pt x="337" y="0"/>
                  </a:moveTo>
                  <a:lnTo>
                    <a:pt x="259" y="26"/>
                  </a:lnTo>
                  <a:lnTo>
                    <a:pt x="181" y="52"/>
                  </a:lnTo>
                  <a:lnTo>
                    <a:pt x="130" y="104"/>
                  </a:lnTo>
                  <a:lnTo>
                    <a:pt x="78" y="181"/>
                  </a:lnTo>
                  <a:lnTo>
                    <a:pt x="26" y="233"/>
                  </a:lnTo>
                  <a:lnTo>
                    <a:pt x="0" y="311"/>
                  </a:lnTo>
                  <a:lnTo>
                    <a:pt x="0" y="414"/>
                  </a:lnTo>
                  <a:lnTo>
                    <a:pt x="0" y="1526"/>
                  </a:lnTo>
                  <a:lnTo>
                    <a:pt x="0" y="1603"/>
                  </a:lnTo>
                  <a:lnTo>
                    <a:pt x="26" y="1681"/>
                  </a:lnTo>
                  <a:lnTo>
                    <a:pt x="78" y="1758"/>
                  </a:lnTo>
                  <a:lnTo>
                    <a:pt x="130" y="1810"/>
                  </a:lnTo>
                  <a:lnTo>
                    <a:pt x="181" y="1862"/>
                  </a:lnTo>
                  <a:lnTo>
                    <a:pt x="259" y="1913"/>
                  </a:lnTo>
                  <a:lnTo>
                    <a:pt x="337" y="1939"/>
                  </a:lnTo>
                  <a:lnTo>
                    <a:pt x="492" y="1939"/>
                  </a:lnTo>
                  <a:lnTo>
                    <a:pt x="569" y="1913"/>
                  </a:lnTo>
                  <a:lnTo>
                    <a:pt x="647" y="1862"/>
                  </a:lnTo>
                  <a:lnTo>
                    <a:pt x="724" y="1810"/>
                  </a:lnTo>
                  <a:lnTo>
                    <a:pt x="776" y="1758"/>
                  </a:lnTo>
                  <a:lnTo>
                    <a:pt x="802" y="1681"/>
                  </a:lnTo>
                  <a:lnTo>
                    <a:pt x="828" y="1603"/>
                  </a:lnTo>
                  <a:lnTo>
                    <a:pt x="828" y="1526"/>
                  </a:lnTo>
                  <a:lnTo>
                    <a:pt x="828" y="414"/>
                  </a:lnTo>
                  <a:lnTo>
                    <a:pt x="828" y="311"/>
                  </a:lnTo>
                  <a:lnTo>
                    <a:pt x="802" y="233"/>
                  </a:lnTo>
                  <a:lnTo>
                    <a:pt x="776" y="181"/>
                  </a:lnTo>
                  <a:lnTo>
                    <a:pt x="724" y="104"/>
                  </a:lnTo>
                  <a:lnTo>
                    <a:pt x="647" y="52"/>
                  </a:lnTo>
                  <a:lnTo>
                    <a:pt x="569"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9"/>
            <p:cNvSpPr/>
            <p:nvPr/>
          </p:nvSpPr>
          <p:spPr>
            <a:xfrm>
              <a:off x="1080200" y="2654550"/>
              <a:ext cx="34900" cy="45275"/>
            </a:xfrm>
            <a:custGeom>
              <a:avLst/>
              <a:gdLst/>
              <a:ahLst/>
              <a:cxnLst/>
              <a:rect l="l" t="t" r="r" b="b"/>
              <a:pathLst>
                <a:path w="1396" h="1811" extrusionOk="0">
                  <a:moveTo>
                    <a:pt x="362" y="1"/>
                  </a:moveTo>
                  <a:lnTo>
                    <a:pt x="284" y="26"/>
                  </a:lnTo>
                  <a:lnTo>
                    <a:pt x="207" y="52"/>
                  </a:lnTo>
                  <a:lnTo>
                    <a:pt x="129" y="104"/>
                  </a:lnTo>
                  <a:lnTo>
                    <a:pt x="78" y="156"/>
                  </a:lnTo>
                  <a:lnTo>
                    <a:pt x="26" y="233"/>
                  </a:lnTo>
                  <a:lnTo>
                    <a:pt x="0" y="311"/>
                  </a:lnTo>
                  <a:lnTo>
                    <a:pt x="0" y="388"/>
                  </a:lnTo>
                  <a:lnTo>
                    <a:pt x="0" y="466"/>
                  </a:lnTo>
                  <a:lnTo>
                    <a:pt x="26" y="543"/>
                  </a:lnTo>
                  <a:lnTo>
                    <a:pt x="52" y="621"/>
                  </a:lnTo>
                  <a:lnTo>
                    <a:pt x="620" y="1603"/>
                  </a:lnTo>
                  <a:lnTo>
                    <a:pt x="646" y="1655"/>
                  </a:lnTo>
                  <a:lnTo>
                    <a:pt x="724" y="1707"/>
                  </a:lnTo>
                  <a:lnTo>
                    <a:pt x="776" y="1758"/>
                  </a:lnTo>
                  <a:lnTo>
                    <a:pt x="853" y="1784"/>
                  </a:lnTo>
                  <a:lnTo>
                    <a:pt x="931" y="1810"/>
                  </a:lnTo>
                  <a:lnTo>
                    <a:pt x="1034" y="1810"/>
                  </a:lnTo>
                  <a:lnTo>
                    <a:pt x="1112" y="1784"/>
                  </a:lnTo>
                  <a:lnTo>
                    <a:pt x="1189" y="1733"/>
                  </a:lnTo>
                  <a:lnTo>
                    <a:pt x="1241" y="1707"/>
                  </a:lnTo>
                  <a:lnTo>
                    <a:pt x="1318" y="1629"/>
                  </a:lnTo>
                  <a:lnTo>
                    <a:pt x="1344" y="1577"/>
                  </a:lnTo>
                  <a:lnTo>
                    <a:pt x="1370" y="1500"/>
                  </a:lnTo>
                  <a:lnTo>
                    <a:pt x="1396" y="1422"/>
                  </a:lnTo>
                  <a:lnTo>
                    <a:pt x="1396" y="1319"/>
                  </a:lnTo>
                  <a:lnTo>
                    <a:pt x="1370" y="1241"/>
                  </a:lnTo>
                  <a:lnTo>
                    <a:pt x="1344" y="1164"/>
                  </a:lnTo>
                  <a:lnTo>
                    <a:pt x="776" y="207"/>
                  </a:lnTo>
                  <a:lnTo>
                    <a:pt x="724" y="130"/>
                  </a:lnTo>
                  <a:lnTo>
                    <a:pt x="672" y="78"/>
                  </a:lnTo>
                  <a:lnTo>
                    <a:pt x="595" y="26"/>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9"/>
            <p:cNvSpPr/>
            <p:nvPr/>
          </p:nvSpPr>
          <p:spPr>
            <a:xfrm>
              <a:off x="1021375" y="2713350"/>
              <a:ext cx="45275" cy="34925"/>
            </a:xfrm>
            <a:custGeom>
              <a:avLst/>
              <a:gdLst/>
              <a:ahLst/>
              <a:cxnLst/>
              <a:rect l="l" t="t" r="r" b="b"/>
              <a:pathLst>
                <a:path w="1811" h="1397" extrusionOk="0">
                  <a:moveTo>
                    <a:pt x="311" y="1"/>
                  </a:moveTo>
                  <a:lnTo>
                    <a:pt x="233" y="27"/>
                  </a:lnTo>
                  <a:lnTo>
                    <a:pt x="156" y="78"/>
                  </a:lnTo>
                  <a:lnTo>
                    <a:pt x="104" y="130"/>
                  </a:lnTo>
                  <a:lnTo>
                    <a:pt x="52" y="208"/>
                  </a:lnTo>
                  <a:lnTo>
                    <a:pt x="27" y="285"/>
                  </a:lnTo>
                  <a:lnTo>
                    <a:pt x="1" y="363"/>
                  </a:lnTo>
                  <a:lnTo>
                    <a:pt x="1" y="440"/>
                  </a:lnTo>
                  <a:lnTo>
                    <a:pt x="1" y="518"/>
                  </a:lnTo>
                  <a:lnTo>
                    <a:pt x="27" y="595"/>
                  </a:lnTo>
                  <a:lnTo>
                    <a:pt x="78" y="673"/>
                  </a:lnTo>
                  <a:lnTo>
                    <a:pt x="130" y="725"/>
                  </a:lnTo>
                  <a:lnTo>
                    <a:pt x="207" y="776"/>
                  </a:lnTo>
                  <a:lnTo>
                    <a:pt x="1164" y="1345"/>
                  </a:lnTo>
                  <a:lnTo>
                    <a:pt x="1241" y="1371"/>
                  </a:lnTo>
                  <a:lnTo>
                    <a:pt x="1319" y="1397"/>
                  </a:lnTo>
                  <a:lnTo>
                    <a:pt x="1422" y="1397"/>
                  </a:lnTo>
                  <a:lnTo>
                    <a:pt x="1500" y="1371"/>
                  </a:lnTo>
                  <a:lnTo>
                    <a:pt x="1578" y="1345"/>
                  </a:lnTo>
                  <a:lnTo>
                    <a:pt x="1629" y="1293"/>
                  </a:lnTo>
                  <a:lnTo>
                    <a:pt x="1707" y="1242"/>
                  </a:lnTo>
                  <a:lnTo>
                    <a:pt x="1758" y="1190"/>
                  </a:lnTo>
                  <a:lnTo>
                    <a:pt x="1784" y="1112"/>
                  </a:lnTo>
                  <a:lnTo>
                    <a:pt x="1810" y="1035"/>
                  </a:lnTo>
                  <a:lnTo>
                    <a:pt x="1810" y="932"/>
                  </a:lnTo>
                  <a:lnTo>
                    <a:pt x="1784" y="854"/>
                  </a:lnTo>
                  <a:lnTo>
                    <a:pt x="1758" y="776"/>
                  </a:lnTo>
                  <a:lnTo>
                    <a:pt x="1707" y="725"/>
                  </a:lnTo>
                  <a:lnTo>
                    <a:pt x="1655" y="647"/>
                  </a:lnTo>
                  <a:lnTo>
                    <a:pt x="1603" y="621"/>
                  </a:lnTo>
                  <a:lnTo>
                    <a:pt x="621" y="53"/>
                  </a:lnTo>
                  <a:lnTo>
                    <a:pt x="544" y="27"/>
                  </a:lnTo>
                  <a:lnTo>
                    <a:pt x="46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9"/>
            <p:cNvSpPr/>
            <p:nvPr/>
          </p:nvSpPr>
          <p:spPr>
            <a:xfrm>
              <a:off x="1000050" y="2793500"/>
              <a:ext cx="48500" cy="20700"/>
            </a:xfrm>
            <a:custGeom>
              <a:avLst/>
              <a:gdLst/>
              <a:ahLst/>
              <a:cxnLst/>
              <a:rect l="l" t="t" r="r" b="b"/>
              <a:pathLst>
                <a:path w="1940" h="828" extrusionOk="0">
                  <a:moveTo>
                    <a:pt x="337" y="0"/>
                  </a:moveTo>
                  <a:lnTo>
                    <a:pt x="233" y="26"/>
                  </a:lnTo>
                  <a:lnTo>
                    <a:pt x="182" y="78"/>
                  </a:lnTo>
                  <a:lnTo>
                    <a:pt x="104" y="130"/>
                  </a:lnTo>
                  <a:lnTo>
                    <a:pt x="52" y="181"/>
                  </a:lnTo>
                  <a:lnTo>
                    <a:pt x="26" y="259"/>
                  </a:lnTo>
                  <a:lnTo>
                    <a:pt x="1" y="336"/>
                  </a:lnTo>
                  <a:lnTo>
                    <a:pt x="1" y="414"/>
                  </a:lnTo>
                  <a:lnTo>
                    <a:pt x="1" y="491"/>
                  </a:lnTo>
                  <a:lnTo>
                    <a:pt x="26" y="569"/>
                  </a:lnTo>
                  <a:lnTo>
                    <a:pt x="52" y="647"/>
                  </a:lnTo>
                  <a:lnTo>
                    <a:pt x="104" y="724"/>
                  </a:lnTo>
                  <a:lnTo>
                    <a:pt x="182" y="776"/>
                  </a:lnTo>
                  <a:lnTo>
                    <a:pt x="233" y="802"/>
                  </a:lnTo>
                  <a:lnTo>
                    <a:pt x="337" y="828"/>
                  </a:lnTo>
                  <a:lnTo>
                    <a:pt x="1603" y="828"/>
                  </a:lnTo>
                  <a:lnTo>
                    <a:pt x="1681" y="802"/>
                  </a:lnTo>
                  <a:lnTo>
                    <a:pt x="1758" y="776"/>
                  </a:lnTo>
                  <a:lnTo>
                    <a:pt x="1810" y="724"/>
                  </a:lnTo>
                  <a:lnTo>
                    <a:pt x="1862" y="647"/>
                  </a:lnTo>
                  <a:lnTo>
                    <a:pt x="1914" y="569"/>
                  </a:lnTo>
                  <a:lnTo>
                    <a:pt x="1939" y="491"/>
                  </a:lnTo>
                  <a:lnTo>
                    <a:pt x="1939" y="414"/>
                  </a:lnTo>
                  <a:lnTo>
                    <a:pt x="1939" y="336"/>
                  </a:lnTo>
                  <a:lnTo>
                    <a:pt x="1914" y="259"/>
                  </a:lnTo>
                  <a:lnTo>
                    <a:pt x="1862" y="181"/>
                  </a:lnTo>
                  <a:lnTo>
                    <a:pt x="1810" y="130"/>
                  </a:lnTo>
                  <a:lnTo>
                    <a:pt x="1758" y="78"/>
                  </a:lnTo>
                  <a:lnTo>
                    <a:pt x="1681" y="26"/>
                  </a:lnTo>
                  <a:lnTo>
                    <a:pt x="16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9"/>
            <p:cNvSpPr/>
            <p:nvPr/>
          </p:nvSpPr>
          <p:spPr>
            <a:xfrm>
              <a:off x="1292800" y="2793500"/>
              <a:ext cx="49150" cy="20700"/>
            </a:xfrm>
            <a:custGeom>
              <a:avLst/>
              <a:gdLst/>
              <a:ahLst/>
              <a:cxnLst/>
              <a:rect l="l" t="t" r="r" b="b"/>
              <a:pathLst>
                <a:path w="1966" h="828" extrusionOk="0">
                  <a:moveTo>
                    <a:pt x="337" y="0"/>
                  </a:moveTo>
                  <a:lnTo>
                    <a:pt x="259" y="26"/>
                  </a:lnTo>
                  <a:lnTo>
                    <a:pt x="182" y="78"/>
                  </a:lnTo>
                  <a:lnTo>
                    <a:pt x="130" y="130"/>
                  </a:lnTo>
                  <a:lnTo>
                    <a:pt x="78" y="181"/>
                  </a:lnTo>
                  <a:lnTo>
                    <a:pt x="27" y="259"/>
                  </a:lnTo>
                  <a:lnTo>
                    <a:pt x="27" y="336"/>
                  </a:lnTo>
                  <a:lnTo>
                    <a:pt x="1" y="414"/>
                  </a:lnTo>
                  <a:lnTo>
                    <a:pt x="27" y="491"/>
                  </a:lnTo>
                  <a:lnTo>
                    <a:pt x="27" y="569"/>
                  </a:lnTo>
                  <a:lnTo>
                    <a:pt x="78" y="647"/>
                  </a:lnTo>
                  <a:lnTo>
                    <a:pt x="130" y="724"/>
                  </a:lnTo>
                  <a:lnTo>
                    <a:pt x="182" y="776"/>
                  </a:lnTo>
                  <a:lnTo>
                    <a:pt x="259" y="802"/>
                  </a:lnTo>
                  <a:lnTo>
                    <a:pt x="337" y="828"/>
                  </a:lnTo>
                  <a:lnTo>
                    <a:pt x="1629" y="828"/>
                  </a:lnTo>
                  <a:lnTo>
                    <a:pt x="1707" y="802"/>
                  </a:lnTo>
                  <a:lnTo>
                    <a:pt x="1784" y="776"/>
                  </a:lnTo>
                  <a:lnTo>
                    <a:pt x="1836" y="724"/>
                  </a:lnTo>
                  <a:lnTo>
                    <a:pt x="1888" y="647"/>
                  </a:lnTo>
                  <a:lnTo>
                    <a:pt x="1940" y="569"/>
                  </a:lnTo>
                  <a:lnTo>
                    <a:pt x="1940" y="491"/>
                  </a:lnTo>
                  <a:lnTo>
                    <a:pt x="1965" y="414"/>
                  </a:lnTo>
                  <a:lnTo>
                    <a:pt x="1940" y="336"/>
                  </a:lnTo>
                  <a:lnTo>
                    <a:pt x="1940" y="259"/>
                  </a:lnTo>
                  <a:lnTo>
                    <a:pt x="1888" y="181"/>
                  </a:lnTo>
                  <a:lnTo>
                    <a:pt x="1836" y="130"/>
                  </a:lnTo>
                  <a:lnTo>
                    <a:pt x="1784" y="78"/>
                  </a:lnTo>
                  <a:lnTo>
                    <a:pt x="1707" y="26"/>
                  </a:lnTo>
                  <a:lnTo>
                    <a:pt x="16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9"/>
            <p:cNvSpPr/>
            <p:nvPr/>
          </p:nvSpPr>
          <p:spPr>
            <a:xfrm>
              <a:off x="1275350" y="2713350"/>
              <a:ext cx="44625" cy="34925"/>
            </a:xfrm>
            <a:custGeom>
              <a:avLst/>
              <a:gdLst/>
              <a:ahLst/>
              <a:cxnLst/>
              <a:rect l="l" t="t" r="r" b="b"/>
              <a:pathLst>
                <a:path w="1785" h="1397" extrusionOk="0">
                  <a:moveTo>
                    <a:pt x="1319" y="1"/>
                  </a:moveTo>
                  <a:lnTo>
                    <a:pt x="1242" y="27"/>
                  </a:lnTo>
                  <a:lnTo>
                    <a:pt x="1164" y="53"/>
                  </a:lnTo>
                  <a:lnTo>
                    <a:pt x="208" y="621"/>
                  </a:lnTo>
                  <a:lnTo>
                    <a:pt x="130" y="647"/>
                  </a:lnTo>
                  <a:lnTo>
                    <a:pt x="78" y="725"/>
                  </a:lnTo>
                  <a:lnTo>
                    <a:pt x="27" y="776"/>
                  </a:lnTo>
                  <a:lnTo>
                    <a:pt x="1" y="854"/>
                  </a:lnTo>
                  <a:lnTo>
                    <a:pt x="1" y="932"/>
                  </a:lnTo>
                  <a:lnTo>
                    <a:pt x="1" y="1035"/>
                  </a:lnTo>
                  <a:lnTo>
                    <a:pt x="27" y="1112"/>
                  </a:lnTo>
                  <a:lnTo>
                    <a:pt x="53" y="1190"/>
                  </a:lnTo>
                  <a:lnTo>
                    <a:pt x="104" y="1242"/>
                  </a:lnTo>
                  <a:lnTo>
                    <a:pt x="156" y="1293"/>
                  </a:lnTo>
                  <a:lnTo>
                    <a:pt x="234" y="1345"/>
                  </a:lnTo>
                  <a:lnTo>
                    <a:pt x="311" y="1371"/>
                  </a:lnTo>
                  <a:lnTo>
                    <a:pt x="389" y="1397"/>
                  </a:lnTo>
                  <a:lnTo>
                    <a:pt x="466" y="1397"/>
                  </a:lnTo>
                  <a:lnTo>
                    <a:pt x="544" y="1371"/>
                  </a:lnTo>
                  <a:lnTo>
                    <a:pt x="621" y="1345"/>
                  </a:lnTo>
                  <a:lnTo>
                    <a:pt x="1578" y="776"/>
                  </a:lnTo>
                  <a:lnTo>
                    <a:pt x="1655" y="725"/>
                  </a:lnTo>
                  <a:lnTo>
                    <a:pt x="1707" y="673"/>
                  </a:lnTo>
                  <a:lnTo>
                    <a:pt x="1759" y="595"/>
                  </a:lnTo>
                  <a:lnTo>
                    <a:pt x="1785" y="518"/>
                  </a:lnTo>
                  <a:lnTo>
                    <a:pt x="1785" y="440"/>
                  </a:lnTo>
                  <a:lnTo>
                    <a:pt x="1785" y="363"/>
                  </a:lnTo>
                  <a:lnTo>
                    <a:pt x="1785" y="285"/>
                  </a:lnTo>
                  <a:lnTo>
                    <a:pt x="1733" y="208"/>
                  </a:lnTo>
                  <a:lnTo>
                    <a:pt x="1681" y="130"/>
                  </a:lnTo>
                  <a:lnTo>
                    <a:pt x="1629" y="78"/>
                  </a:lnTo>
                  <a:lnTo>
                    <a:pt x="1552" y="27"/>
                  </a:lnTo>
                  <a:lnTo>
                    <a:pt x="15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9"/>
            <p:cNvSpPr/>
            <p:nvPr/>
          </p:nvSpPr>
          <p:spPr>
            <a:xfrm>
              <a:off x="1226900" y="2654550"/>
              <a:ext cx="34900" cy="45275"/>
            </a:xfrm>
            <a:custGeom>
              <a:avLst/>
              <a:gdLst/>
              <a:ahLst/>
              <a:cxnLst/>
              <a:rect l="l" t="t" r="r" b="b"/>
              <a:pathLst>
                <a:path w="1396" h="1811" extrusionOk="0">
                  <a:moveTo>
                    <a:pt x="853" y="1"/>
                  </a:moveTo>
                  <a:lnTo>
                    <a:pt x="776" y="26"/>
                  </a:lnTo>
                  <a:lnTo>
                    <a:pt x="724" y="78"/>
                  </a:lnTo>
                  <a:lnTo>
                    <a:pt x="646" y="130"/>
                  </a:lnTo>
                  <a:lnTo>
                    <a:pt x="595" y="207"/>
                  </a:lnTo>
                  <a:lnTo>
                    <a:pt x="52" y="1164"/>
                  </a:lnTo>
                  <a:lnTo>
                    <a:pt x="0" y="1241"/>
                  </a:lnTo>
                  <a:lnTo>
                    <a:pt x="0" y="1319"/>
                  </a:lnTo>
                  <a:lnTo>
                    <a:pt x="0" y="1422"/>
                  </a:lnTo>
                  <a:lnTo>
                    <a:pt x="0" y="1500"/>
                  </a:lnTo>
                  <a:lnTo>
                    <a:pt x="26" y="1577"/>
                  </a:lnTo>
                  <a:lnTo>
                    <a:pt x="78" y="1629"/>
                  </a:lnTo>
                  <a:lnTo>
                    <a:pt x="129" y="1707"/>
                  </a:lnTo>
                  <a:lnTo>
                    <a:pt x="207" y="1733"/>
                  </a:lnTo>
                  <a:lnTo>
                    <a:pt x="284" y="1784"/>
                  </a:lnTo>
                  <a:lnTo>
                    <a:pt x="362" y="1810"/>
                  </a:lnTo>
                  <a:lnTo>
                    <a:pt x="440" y="1810"/>
                  </a:lnTo>
                  <a:lnTo>
                    <a:pt x="517" y="1784"/>
                  </a:lnTo>
                  <a:lnTo>
                    <a:pt x="595" y="1758"/>
                  </a:lnTo>
                  <a:lnTo>
                    <a:pt x="672" y="1707"/>
                  </a:lnTo>
                  <a:lnTo>
                    <a:pt x="724" y="1655"/>
                  </a:lnTo>
                  <a:lnTo>
                    <a:pt x="776" y="1603"/>
                  </a:lnTo>
                  <a:lnTo>
                    <a:pt x="1318" y="621"/>
                  </a:lnTo>
                  <a:lnTo>
                    <a:pt x="1370" y="543"/>
                  </a:lnTo>
                  <a:lnTo>
                    <a:pt x="1370" y="466"/>
                  </a:lnTo>
                  <a:lnTo>
                    <a:pt x="1396" y="388"/>
                  </a:lnTo>
                  <a:lnTo>
                    <a:pt x="1370" y="311"/>
                  </a:lnTo>
                  <a:lnTo>
                    <a:pt x="1344" y="233"/>
                  </a:lnTo>
                  <a:lnTo>
                    <a:pt x="1293" y="156"/>
                  </a:lnTo>
                  <a:lnTo>
                    <a:pt x="1241" y="104"/>
                  </a:lnTo>
                  <a:lnTo>
                    <a:pt x="1189" y="52"/>
                  </a:lnTo>
                  <a:lnTo>
                    <a:pt x="1112" y="26"/>
                  </a:lnTo>
                  <a:lnTo>
                    <a:pt x="10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 name="Google Shape;904;p59"/>
          <p:cNvGrpSpPr/>
          <p:nvPr/>
        </p:nvGrpSpPr>
        <p:grpSpPr>
          <a:xfrm>
            <a:off x="2358044" y="2721100"/>
            <a:ext cx="383481" cy="383454"/>
            <a:chOff x="1746475" y="2633225"/>
            <a:chExt cx="357425" cy="357400"/>
          </a:xfrm>
        </p:grpSpPr>
        <p:sp>
          <p:nvSpPr>
            <p:cNvPr id="905" name="Google Shape;905;p59"/>
            <p:cNvSpPr/>
            <p:nvPr/>
          </p:nvSpPr>
          <p:spPr>
            <a:xfrm>
              <a:off x="1816275" y="2723700"/>
              <a:ext cx="146075" cy="90500"/>
            </a:xfrm>
            <a:custGeom>
              <a:avLst/>
              <a:gdLst/>
              <a:ahLst/>
              <a:cxnLst/>
              <a:rect l="l" t="t" r="r" b="b"/>
              <a:pathLst>
                <a:path w="5843" h="3620" extrusionOk="0">
                  <a:moveTo>
                    <a:pt x="5016" y="828"/>
                  </a:moveTo>
                  <a:lnTo>
                    <a:pt x="5016" y="2792"/>
                  </a:lnTo>
                  <a:lnTo>
                    <a:pt x="828" y="2792"/>
                  </a:lnTo>
                  <a:lnTo>
                    <a:pt x="828" y="828"/>
                  </a:lnTo>
                  <a:close/>
                  <a:moveTo>
                    <a:pt x="311" y="1"/>
                  </a:moveTo>
                  <a:lnTo>
                    <a:pt x="233" y="26"/>
                  </a:lnTo>
                  <a:lnTo>
                    <a:pt x="182" y="78"/>
                  </a:lnTo>
                  <a:lnTo>
                    <a:pt x="104" y="130"/>
                  </a:lnTo>
                  <a:lnTo>
                    <a:pt x="52" y="181"/>
                  </a:lnTo>
                  <a:lnTo>
                    <a:pt x="26" y="259"/>
                  </a:lnTo>
                  <a:lnTo>
                    <a:pt x="1" y="337"/>
                  </a:lnTo>
                  <a:lnTo>
                    <a:pt x="1" y="414"/>
                  </a:lnTo>
                  <a:lnTo>
                    <a:pt x="1" y="3206"/>
                  </a:lnTo>
                  <a:lnTo>
                    <a:pt x="1" y="3283"/>
                  </a:lnTo>
                  <a:lnTo>
                    <a:pt x="26" y="3361"/>
                  </a:lnTo>
                  <a:lnTo>
                    <a:pt x="52" y="3439"/>
                  </a:lnTo>
                  <a:lnTo>
                    <a:pt x="104" y="3516"/>
                  </a:lnTo>
                  <a:lnTo>
                    <a:pt x="182" y="3568"/>
                  </a:lnTo>
                  <a:lnTo>
                    <a:pt x="233" y="3594"/>
                  </a:lnTo>
                  <a:lnTo>
                    <a:pt x="311" y="3620"/>
                  </a:lnTo>
                  <a:lnTo>
                    <a:pt x="5507" y="3620"/>
                  </a:lnTo>
                  <a:lnTo>
                    <a:pt x="5584" y="3594"/>
                  </a:lnTo>
                  <a:lnTo>
                    <a:pt x="5662" y="3568"/>
                  </a:lnTo>
                  <a:lnTo>
                    <a:pt x="5739" y="3516"/>
                  </a:lnTo>
                  <a:lnTo>
                    <a:pt x="5791" y="3439"/>
                  </a:lnTo>
                  <a:lnTo>
                    <a:pt x="5817" y="3361"/>
                  </a:lnTo>
                  <a:lnTo>
                    <a:pt x="5843" y="3283"/>
                  </a:lnTo>
                  <a:lnTo>
                    <a:pt x="5843" y="3206"/>
                  </a:lnTo>
                  <a:lnTo>
                    <a:pt x="5843" y="414"/>
                  </a:lnTo>
                  <a:lnTo>
                    <a:pt x="5843" y="337"/>
                  </a:lnTo>
                  <a:lnTo>
                    <a:pt x="5817" y="259"/>
                  </a:lnTo>
                  <a:lnTo>
                    <a:pt x="5791" y="181"/>
                  </a:lnTo>
                  <a:lnTo>
                    <a:pt x="5739" y="130"/>
                  </a:lnTo>
                  <a:lnTo>
                    <a:pt x="5662" y="78"/>
                  </a:lnTo>
                  <a:lnTo>
                    <a:pt x="5584" y="26"/>
                  </a:lnTo>
                  <a:lnTo>
                    <a:pt x="55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9"/>
            <p:cNvSpPr/>
            <p:nvPr/>
          </p:nvSpPr>
          <p:spPr>
            <a:xfrm>
              <a:off x="1746475" y="2633225"/>
              <a:ext cx="357425" cy="357400"/>
            </a:xfrm>
            <a:custGeom>
              <a:avLst/>
              <a:gdLst/>
              <a:ahLst/>
              <a:cxnLst/>
              <a:rect l="l" t="t" r="r" b="b"/>
              <a:pathLst>
                <a:path w="14297" h="14296" extrusionOk="0">
                  <a:moveTo>
                    <a:pt x="7808" y="828"/>
                  </a:moveTo>
                  <a:lnTo>
                    <a:pt x="7808" y="2353"/>
                  </a:lnTo>
                  <a:lnTo>
                    <a:pt x="7808" y="2456"/>
                  </a:lnTo>
                  <a:lnTo>
                    <a:pt x="7833" y="2534"/>
                  </a:lnTo>
                  <a:lnTo>
                    <a:pt x="7885" y="2586"/>
                  </a:lnTo>
                  <a:lnTo>
                    <a:pt x="7937" y="2663"/>
                  </a:lnTo>
                  <a:lnTo>
                    <a:pt x="7989" y="2715"/>
                  </a:lnTo>
                  <a:lnTo>
                    <a:pt x="8066" y="2741"/>
                  </a:lnTo>
                  <a:lnTo>
                    <a:pt x="8144" y="2766"/>
                  </a:lnTo>
                  <a:lnTo>
                    <a:pt x="8221" y="2792"/>
                  </a:lnTo>
                  <a:lnTo>
                    <a:pt x="8299" y="2766"/>
                  </a:lnTo>
                  <a:lnTo>
                    <a:pt x="8376" y="2741"/>
                  </a:lnTo>
                  <a:lnTo>
                    <a:pt x="8454" y="2715"/>
                  </a:lnTo>
                  <a:lnTo>
                    <a:pt x="8531" y="2663"/>
                  </a:lnTo>
                  <a:lnTo>
                    <a:pt x="8583" y="2586"/>
                  </a:lnTo>
                  <a:lnTo>
                    <a:pt x="8609" y="2534"/>
                  </a:lnTo>
                  <a:lnTo>
                    <a:pt x="8635" y="2456"/>
                  </a:lnTo>
                  <a:lnTo>
                    <a:pt x="8635" y="2353"/>
                  </a:lnTo>
                  <a:lnTo>
                    <a:pt x="8635" y="1422"/>
                  </a:lnTo>
                  <a:lnTo>
                    <a:pt x="9488" y="2249"/>
                  </a:lnTo>
                  <a:lnTo>
                    <a:pt x="9488" y="7600"/>
                  </a:lnTo>
                  <a:lnTo>
                    <a:pt x="9074" y="7730"/>
                  </a:lnTo>
                  <a:lnTo>
                    <a:pt x="8661" y="7885"/>
                  </a:lnTo>
                  <a:lnTo>
                    <a:pt x="8557" y="7962"/>
                  </a:lnTo>
                  <a:lnTo>
                    <a:pt x="8480" y="8040"/>
                  </a:lnTo>
                  <a:lnTo>
                    <a:pt x="8428" y="8169"/>
                  </a:lnTo>
                  <a:lnTo>
                    <a:pt x="8428" y="8273"/>
                  </a:lnTo>
                  <a:lnTo>
                    <a:pt x="8428" y="10005"/>
                  </a:lnTo>
                  <a:lnTo>
                    <a:pt x="8428" y="10289"/>
                  </a:lnTo>
                  <a:lnTo>
                    <a:pt x="8454" y="10599"/>
                  </a:lnTo>
                  <a:lnTo>
                    <a:pt x="8506" y="10883"/>
                  </a:lnTo>
                  <a:lnTo>
                    <a:pt x="8583" y="11194"/>
                  </a:lnTo>
                  <a:lnTo>
                    <a:pt x="8661" y="11478"/>
                  </a:lnTo>
                  <a:lnTo>
                    <a:pt x="8764" y="11736"/>
                  </a:lnTo>
                  <a:lnTo>
                    <a:pt x="8893" y="12021"/>
                  </a:lnTo>
                  <a:lnTo>
                    <a:pt x="9023" y="12279"/>
                  </a:lnTo>
                  <a:lnTo>
                    <a:pt x="828" y="12279"/>
                  </a:lnTo>
                  <a:lnTo>
                    <a:pt x="828" y="10315"/>
                  </a:lnTo>
                  <a:lnTo>
                    <a:pt x="1603" y="10315"/>
                  </a:lnTo>
                  <a:lnTo>
                    <a:pt x="1681" y="10289"/>
                  </a:lnTo>
                  <a:lnTo>
                    <a:pt x="1759" y="10237"/>
                  </a:lnTo>
                  <a:lnTo>
                    <a:pt x="1810" y="10185"/>
                  </a:lnTo>
                  <a:lnTo>
                    <a:pt x="1862" y="10134"/>
                  </a:lnTo>
                  <a:lnTo>
                    <a:pt x="1914" y="10056"/>
                  </a:lnTo>
                  <a:lnTo>
                    <a:pt x="1940" y="9979"/>
                  </a:lnTo>
                  <a:lnTo>
                    <a:pt x="1940" y="9901"/>
                  </a:lnTo>
                  <a:lnTo>
                    <a:pt x="1940" y="8221"/>
                  </a:lnTo>
                  <a:lnTo>
                    <a:pt x="1940" y="8143"/>
                  </a:lnTo>
                  <a:lnTo>
                    <a:pt x="1914" y="8066"/>
                  </a:lnTo>
                  <a:lnTo>
                    <a:pt x="1862" y="7988"/>
                  </a:lnTo>
                  <a:lnTo>
                    <a:pt x="1810" y="7936"/>
                  </a:lnTo>
                  <a:lnTo>
                    <a:pt x="1759" y="7885"/>
                  </a:lnTo>
                  <a:lnTo>
                    <a:pt x="1681" y="7833"/>
                  </a:lnTo>
                  <a:lnTo>
                    <a:pt x="1603" y="7807"/>
                  </a:lnTo>
                  <a:lnTo>
                    <a:pt x="828" y="7807"/>
                  </a:lnTo>
                  <a:lnTo>
                    <a:pt x="828" y="5843"/>
                  </a:lnTo>
                  <a:lnTo>
                    <a:pt x="1603" y="5843"/>
                  </a:lnTo>
                  <a:lnTo>
                    <a:pt x="1681" y="5817"/>
                  </a:lnTo>
                  <a:lnTo>
                    <a:pt x="1759" y="5791"/>
                  </a:lnTo>
                  <a:lnTo>
                    <a:pt x="1810" y="5739"/>
                  </a:lnTo>
                  <a:lnTo>
                    <a:pt x="1862" y="5662"/>
                  </a:lnTo>
                  <a:lnTo>
                    <a:pt x="1914" y="5584"/>
                  </a:lnTo>
                  <a:lnTo>
                    <a:pt x="1940" y="5507"/>
                  </a:lnTo>
                  <a:lnTo>
                    <a:pt x="1940" y="5429"/>
                  </a:lnTo>
                  <a:lnTo>
                    <a:pt x="1940" y="828"/>
                  </a:lnTo>
                  <a:lnTo>
                    <a:pt x="2793" y="828"/>
                  </a:lnTo>
                  <a:lnTo>
                    <a:pt x="2793" y="2353"/>
                  </a:lnTo>
                  <a:lnTo>
                    <a:pt x="2793" y="2456"/>
                  </a:lnTo>
                  <a:lnTo>
                    <a:pt x="2818" y="2534"/>
                  </a:lnTo>
                  <a:lnTo>
                    <a:pt x="2844" y="2586"/>
                  </a:lnTo>
                  <a:lnTo>
                    <a:pt x="2896" y="2663"/>
                  </a:lnTo>
                  <a:lnTo>
                    <a:pt x="2974" y="2715"/>
                  </a:lnTo>
                  <a:lnTo>
                    <a:pt x="3025" y="2741"/>
                  </a:lnTo>
                  <a:lnTo>
                    <a:pt x="3103" y="2766"/>
                  </a:lnTo>
                  <a:lnTo>
                    <a:pt x="3206" y="2792"/>
                  </a:lnTo>
                  <a:lnTo>
                    <a:pt x="3284" y="2766"/>
                  </a:lnTo>
                  <a:lnTo>
                    <a:pt x="3361" y="2741"/>
                  </a:lnTo>
                  <a:lnTo>
                    <a:pt x="3439" y="2715"/>
                  </a:lnTo>
                  <a:lnTo>
                    <a:pt x="3491" y="2663"/>
                  </a:lnTo>
                  <a:lnTo>
                    <a:pt x="3542" y="2586"/>
                  </a:lnTo>
                  <a:lnTo>
                    <a:pt x="3594" y="2534"/>
                  </a:lnTo>
                  <a:lnTo>
                    <a:pt x="3620" y="2456"/>
                  </a:lnTo>
                  <a:lnTo>
                    <a:pt x="3620" y="2353"/>
                  </a:lnTo>
                  <a:lnTo>
                    <a:pt x="3620" y="828"/>
                  </a:lnTo>
                  <a:lnTo>
                    <a:pt x="4447" y="828"/>
                  </a:lnTo>
                  <a:lnTo>
                    <a:pt x="4447" y="2353"/>
                  </a:lnTo>
                  <a:lnTo>
                    <a:pt x="4473" y="2456"/>
                  </a:lnTo>
                  <a:lnTo>
                    <a:pt x="4499" y="2534"/>
                  </a:lnTo>
                  <a:lnTo>
                    <a:pt x="4525" y="2586"/>
                  </a:lnTo>
                  <a:lnTo>
                    <a:pt x="4576" y="2663"/>
                  </a:lnTo>
                  <a:lnTo>
                    <a:pt x="4628" y="2715"/>
                  </a:lnTo>
                  <a:lnTo>
                    <a:pt x="4706" y="2741"/>
                  </a:lnTo>
                  <a:lnTo>
                    <a:pt x="4783" y="2766"/>
                  </a:lnTo>
                  <a:lnTo>
                    <a:pt x="4886" y="2792"/>
                  </a:lnTo>
                  <a:lnTo>
                    <a:pt x="4964" y="2766"/>
                  </a:lnTo>
                  <a:lnTo>
                    <a:pt x="5042" y="2741"/>
                  </a:lnTo>
                  <a:lnTo>
                    <a:pt x="5119" y="2715"/>
                  </a:lnTo>
                  <a:lnTo>
                    <a:pt x="5171" y="2663"/>
                  </a:lnTo>
                  <a:lnTo>
                    <a:pt x="5223" y="2586"/>
                  </a:lnTo>
                  <a:lnTo>
                    <a:pt x="5248" y="2534"/>
                  </a:lnTo>
                  <a:lnTo>
                    <a:pt x="5274" y="2456"/>
                  </a:lnTo>
                  <a:lnTo>
                    <a:pt x="5300" y="2353"/>
                  </a:lnTo>
                  <a:lnTo>
                    <a:pt x="5300" y="828"/>
                  </a:lnTo>
                  <a:lnTo>
                    <a:pt x="6127" y="828"/>
                  </a:lnTo>
                  <a:lnTo>
                    <a:pt x="6127" y="2353"/>
                  </a:lnTo>
                  <a:lnTo>
                    <a:pt x="6127" y="2456"/>
                  </a:lnTo>
                  <a:lnTo>
                    <a:pt x="6153" y="2534"/>
                  </a:lnTo>
                  <a:lnTo>
                    <a:pt x="6205" y="2586"/>
                  </a:lnTo>
                  <a:lnTo>
                    <a:pt x="6257" y="2663"/>
                  </a:lnTo>
                  <a:lnTo>
                    <a:pt x="6308" y="2715"/>
                  </a:lnTo>
                  <a:lnTo>
                    <a:pt x="6386" y="2741"/>
                  </a:lnTo>
                  <a:lnTo>
                    <a:pt x="6463" y="2766"/>
                  </a:lnTo>
                  <a:lnTo>
                    <a:pt x="6541" y="2792"/>
                  </a:lnTo>
                  <a:lnTo>
                    <a:pt x="6644" y="2766"/>
                  </a:lnTo>
                  <a:lnTo>
                    <a:pt x="6722" y="2741"/>
                  </a:lnTo>
                  <a:lnTo>
                    <a:pt x="6774" y="2715"/>
                  </a:lnTo>
                  <a:lnTo>
                    <a:pt x="6851" y="2663"/>
                  </a:lnTo>
                  <a:lnTo>
                    <a:pt x="6903" y="2586"/>
                  </a:lnTo>
                  <a:lnTo>
                    <a:pt x="6929" y="2534"/>
                  </a:lnTo>
                  <a:lnTo>
                    <a:pt x="6955" y="2456"/>
                  </a:lnTo>
                  <a:lnTo>
                    <a:pt x="6980" y="2353"/>
                  </a:lnTo>
                  <a:lnTo>
                    <a:pt x="6980" y="828"/>
                  </a:lnTo>
                  <a:close/>
                  <a:moveTo>
                    <a:pt x="11349" y="8143"/>
                  </a:moveTo>
                  <a:lnTo>
                    <a:pt x="11866" y="8169"/>
                  </a:lnTo>
                  <a:lnTo>
                    <a:pt x="12409" y="8247"/>
                  </a:lnTo>
                  <a:lnTo>
                    <a:pt x="12926" y="8376"/>
                  </a:lnTo>
                  <a:lnTo>
                    <a:pt x="13443" y="8557"/>
                  </a:lnTo>
                  <a:lnTo>
                    <a:pt x="13443" y="10005"/>
                  </a:lnTo>
                  <a:lnTo>
                    <a:pt x="13443" y="10263"/>
                  </a:lnTo>
                  <a:lnTo>
                    <a:pt x="13417" y="10522"/>
                  </a:lnTo>
                  <a:lnTo>
                    <a:pt x="13365" y="10780"/>
                  </a:lnTo>
                  <a:lnTo>
                    <a:pt x="13288" y="11039"/>
                  </a:lnTo>
                  <a:lnTo>
                    <a:pt x="13210" y="11297"/>
                  </a:lnTo>
                  <a:lnTo>
                    <a:pt x="13133" y="11530"/>
                  </a:lnTo>
                  <a:lnTo>
                    <a:pt x="13004" y="11762"/>
                  </a:lnTo>
                  <a:lnTo>
                    <a:pt x="12874" y="11995"/>
                  </a:lnTo>
                  <a:lnTo>
                    <a:pt x="12745" y="12202"/>
                  </a:lnTo>
                  <a:lnTo>
                    <a:pt x="12564" y="12409"/>
                  </a:lnTo>
                  <a:lnTo>
                    <a:pt x="12409" y="12615"/>
                  </a:lnTo>
                  <a:lnTo>
                    <a:pt x="12228" y="12796"/>
                  </a:lnTo>
                  <a:lnTo>
                    <a:pt x="12021" y="12977"/>
                  </a:lnTo>
                  <a:lnTo>
                    <a:pt x="11814" y="13132"/>
                  </a:lnTo>
                  <a:lnTo>
                    <a:pt x="11582" y="13262"/>
                  </a:lnTo>
                  <a:lnTo>
                    <a:pt x="11349" y="13391"/>
                  </a:lnTo>
                  <a:lnTo>
                    <a:pt x="11116" y="13262"/>
                  </a:lnTo>
                  <a:lnTo>
                    <a:pt x="10884" y="13132"/>
                  </a:lnTo>
                  <a:lnTo>
                    <a:pt x="10677" y="12977"/>
                  </a:lnTo>
                  <a:lnTo>
                    <a:pt x="10496" y="12796"/>
                  </a:lnTo>
                  <a:lnTo>
                    <a:pt x="10289" y="12615"/>
                  </a:lnTo>
                  <a:lnTo>
                    <a:pt x="10134" y="12409"/>
                  </a:lnTo>
                  <a:lnTo>
                    <a:pt x="9979" y="12202"/>
                  </a:lnTo>
                  <a:lnTo>
                    <a:pt x="9824" y="11995"/>
                  </a:lnTo>
                  <a:lnTo>
                    <a:pt x="9695" y="11762"/>
                  </a:lnTo>
                  <a:lnTo>
                    <a:pt x="9591" y="11530"/>
                  </a:lnTo>
                  <a:lnTo>
                    <a:pt x="9488" y="11297"/>
                  </a:lnTo>
                  <a:lnTo>
                    <a:pt x="9410" y="11039"/>
                  </a:lnTo>
                  <a:lnTo>
                    <a:pt x="9333" y="10780"/>
                  </a:lnTo>
                  <a:lnTo>
                    <a:pt x="9307" y="10522"/>
                  </a:lnTo>
                  <a:lnTo>
                    <a:pt x="9255" y="10263"/>
                  </a:lnTo>
                  <a:lnTo>
                    <a:pt x="9255" y="10005"/>
                  </a:lnTo>
                  <a:lnTo>
                    <a:pt x="9255" y="8557"/>
                  </a:lnTo>
                  <a:lnTo>
                    <a:pt x="9772" y="8376"/>
                  </a:lnTo>
                  <a:lnTo>
                    <a:pt x="10315" y="8247"/>
                  </a:lnTo>
                  <a:lnTo>
                    <a:pt x="10832" y="8169"/>
                  </a:lnTo>
                  <a:lnTo>
                    <a:pt x="11349" y="8143"/>
                  </a:lnTo>
                  <a:close/>
                  <a:moveTo>
                    <a:pt x="1448" y="0"/>
                  </a:moveTo>
                  <a:lnTo>
                    <a:pt x="1371" y="26"/>
                  </a:lnTo>
                  <a:lnTo>
                    <a:pt x="1293" y="52"/>
                  </a:lnTo>
                  <a:lnTo>
                    <a:pt x="1216" y="104"/>
                  </a:lnTo>
                  <a:lnTo>
                    <a:pt x="1190" y="181"/>
                  </a:lnTo>
                  <a:lnTo>
                    <a:pt x="1138" y="233"/>
                  </a:lnTo>
                  <a:lnTo>
                    <a:pt x="1112" y="311"/>
                  </a:lnTo>
                  <a:lnTo>
                    <a:pt x="1112" y="414"/>
                  </a:lnTo>
                  <a:lnTo>
                    <a:pt x="1112" y="5015"/>
                  </a:lnTo>
                  <a:lnTo>
                    <a:pt x="311" y="5015"/>
                  </a:lnTo>
                  <a:lnTo>
                    <a:pt x="233" y="5041"/>
                  </a:lnTo>
                  <a:lnTo>
                    <a:pt x="182" y="5093"/>
                  </a:lnTo>
                  <a:lnTo>
                    <a:pt x="104" y="5145"/>
                  </a:lnTo>
                  <a:lnTo>
                    <a:pt x="52" y="5196"/>
                  </a:lnTo>
                  <a:lnTo>
                    <a:pt x="27" y="5274"/>
                  </a:lnTo>
                  <a:lnTo>
                    <a:pt x="1" y="5351"/>
                  </a:lnTo>
                  <a:lnTo>
                    <a:pt x="1" y="5429"/>
                  </a:lnTo>
                  <a:lnTo>
                    <a:pt x="1" y="8221"/>
                  </a:lnTo>
                  <a:lnTo>
                    <a:pt x="1" y="8298"/>
                  </a:lnTo>
                  <a:lnTo>
                    <a:pt x="27" y="8376"/>
                  </a:lnTo>
                  <a:lnTo>
                    <a:pt x="52" y="8454"/>
                  </a:lnTo>
                  <a:lnTo>
                    <a:pt x="104" y="8531"/>
                  </a:lnTo>
                  <a:lnTo>
                    <a:pt x="182" y="8583"/>
                  </a:lnTo>
                  <a:lnTo>
                    <a:pt x="233" y="8609"/>
                  </a:lnTo>
                  <a:lnTo>
                    <a:pt x="311" y="8634"/>
                  </a:lnTo>
                  <a:lnTo>
                    <a:pt x="1112" y="8634"/>
                  </a:lnTo>
                  <a:lnTo>
                    <a:pt x="1112" y="9488"/>
                  </a:lnTo>
                  <a:lnTo>
                    <a:pt x="311" y="9488"/>
                  </a:lnTo>
                  <a:lnTo>
                    <a:pt x="233" y="9513"/>
                  </a:lnTo>
                  <a:lnTo>
                    <a:pt x="182" y="9565"/>
                  </a:lnTo>
                  <a:lnTo>
                    <a:pt x="104" y="9591"/>
                  </a:lnTo>
                  <a:lnTo>
                    <a:pt x="52" y="9668"/>
                  </a:lnTo>
                  <a:lnTo>
                    <a:pt x="27" y="9746"/>
                  </a:lnTo>
                  <a:lnTo>
                    <a:pt x="1" y="9824"/>
                  </a:lnTo>
                  <a:lnTo>
                    <a:pt x="1" y="9901"/>
                  </a:lnTo>
                  <a:lnTo>
                    <a:pt x="1" y="12693"/>
                  </a:lnTo>
                  <a:lnTo>
                    <a:pt x="1" y="12770"/>
                  </a:lnTo>
                  <a:lnTo>
                    <a:pt x="27" y="12848"/>
                  </a:lnTo>
                  <a:lnTo>
                    <a:pt x="52" y="12926"/>
                  </a:lnTo>
                  <a:lnTo>
                    <a:pt x="104" y="12977"/>
                  </a:lnTo>
                  <a:lnTo>
                    <a:pt x="182" y="13029"/>
                  </a:lnTo>
                  <a:lnTo>
                    <a:pt x="233" y="13081"/>
                  </a:lnTo>
                  <a:lnTo>
                    <a:pt x="311" y="13107"/>
                  </a:lnTo>
                  <a:lnTo>
                    <a:pt x="9617" y="13107"/>
                  </a:lnTo>
                  <a:lnTo>
                    <a:pt x="9953" y="13443"/>
                  </a:lnTo>
                  <a:lnTo>
                    <a:pt x="10341" y="13753"/>
                  </a:lnTo>
                  <a:lnTo>
                    <a:pt x="10755" y="14011"/>
                  </a:lnTo>
                  <a:lnTo>
                    <a:pt x="11194" y="14244"/>
                  </a:lnTo>
                  <a:lnTo>
                    <a:pt x="11272" y="14270"/>
                  </a:lnTo>
                  <a:lnTo>
                    <a:pt x="11349" y="14296"/>
                  </a:lnTo>
                  <a:lnTo>
                    <a:pt x="11427" y="14270"/>
                  </a:lnTo>
                  <a:lnTo>
                    <a:pt x="11530" y="14244"/>
                  </a:lnTo>
                  <a:lnTo>
                    <a:pt x="11840" y="14089"/>
                  </a:lnTo>
                  <a:lnTo>
                    <a:pt x="12125" y="13934"/>
                  </a:lnTo>
                  <a:lnTo>
                    <a:pt x="12409" y="13727"/>
                  </a:lnTo>
                  <a:lnTo>
                    <a:pt x="12667" y="13520"/>
                  </a:lnTo>
                  <a:lnTo>
                    <a:pt x="12900" y="13313"/>
                  </a:lnTo>
                  <a:lnTo>
                    <a:pt x="13133" y="13055"/>
                  </a:lnTo>
                  <a:lnTo>
                    <a:pt x="13340" y="12796"/>
                  </a:lnTo>
                  <a:lnTo>
                    <a:pt x="13521" y="12538"/>
                  </a:lnTo>
                  <a:lnTo>
                    <a:pt x="13701" y="12253"/>
                  </a:lnTo>
                  <a:lnTo>
                    <a:pt x="13857" y="11943"/>
                  </a:lnTo>
                  <a:lnTo>
                    <a:pt x="13986" y="11659"/>
                  </a:lnTo>
                  <a:lnTo>
                    <a:pt x="14089" y="11323"/>
                  </a:lnTo>
                  <a:lnTo>
                    <a:pt x="14167" y="11013"/>
                  </a:lnTo>
                  <a:lnTo>
                    <a:pt x="14244" y="10677"/>
                  </a:lnTo>
                  <a:lnTo>
                    <a:pt x="14270" y="10341"/>
                  </a:lnTo>
                  <a:lnTo>
                    <a:pt x="14296" y="10005"/>
                  </a:lnTo>
                  <a:lnTo>
                    <a:pt x="14296" y="8273"/>
                  </a:lnTo>
                  <a:lnTo>
                    <a:pt x="14270" y="8169"/>
                  </a:lnTo>
                  <a:lnTo>
                    <a:pt x="14218" y="8040"/>
                  </a:lnTo>
                  <a:lnTo>
                    <a:pt x="14141" y="7962"/>
                  </a:lnTo>
                  <a:lnTo>
                    <a:pt x="14038" y="7885"/>
                  </a:lnTo>
                  <a:lnTo>
                    <a:pt x="13572" y="7704"/>
                  </a:lnTo>
                  <a:lnTo>
                    <a:pt x="13107" y="7549"/>
                  </a:lnTo>
                  <a:lnTo>
                    <a:pt x="12642" y="7445"/>
                  </a:lnTo>
                  <a:lnTo>
                    <a:pt x="12176" y="7368"/>
                  </a:lnTo>
                  <a:lnTo>
                    <a:pt x="11711" y="7316"/>
                  </a:lnTo>
                  <a:lnTo>
                    <a:pt x="11246" y="7316"/>
                  </a:lnTo>
                  <a:lnTo>
                    <a:pt x="10780" y="7342"/>
                  </a:lnTo>
                  <a:lnTo>
                    <a:pt x="10315" y="7394"/>
                  </a:lnTo>
                  <a:lnTo>
                    <a:pt x="10315" y="2094"/>
                  </a:lnTo>
                  <a:lnTo>
                    <a:pt x="10315" y="1991"/>
                  </a:lnTo>
                  <a:lnTo>
                    <a:pt x="10289" y="1913"/>
                  </a:lnTo>
                  <a:lnTo>
                    <a:pt x="10238" y="1862"/>
                  </a:lnTo>
                  <a:lnTo>
                    <a:pt x="10186" y="1784"/>
                  </a:lnTo>
                  <a:lnTo>
                    <a:pt x="8531" y="104"/>
                  </a:lnTo>
                  <a:lnTo>
                    <a:pt x="8454" y="52"/>
                  </a:lnTo>
                  <a:lnTo>
                    <a:pt x="8376" y="26"/>
                  </a:lnTo>
                  <a:lnTo>
                    <a:pt x="82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9"/>
            <p:cNvSpPr/>
            <p:nvPr/>
          </p:nvSpPr>
          <p:spPr>
            <a:xfrm>
              <a:off x="1997875" y="2877500"/>
              <a:ext cx="65300" cy="51100"/>
            </a:xfrm>
            <a:custGeom>
              <a:avLst/>
              <a:gdLst/>
              <a:ahLst/>
              <a:cxnLst/>
              <a:rect l="l" t="t" r="r" b="b"/>
              <a:pathLst>
                <a:path w="2612" h="2044" extrusionOk="0">
                  <a:moveTo>
                    <a:pt x="2172" y="1"/>
                  </a:moveTo>
                  <a:lnTo>
                    <a:pt x="2094" y="27"/>
                  </a:lnTo>
                  <a:lnTo>
                    <a:pt x="2017" y="53"/>
                  </a:lnTo>
                  <a:lnTo>
                    <a:pt x="1965" y="78"/>
                  </a:lnTo>
                  <a:lnTo>
                    <a:pt x="1888" y="130"/>
                  </a:lnTo>
                  <a:lnTo>
                    <a:pt x="1009" y="1035"/>
                  </a:lnTo>
                  <a:lnTo>
                    <a:pt x="699" y="725"/>
                  </a:lnTo>
                  <a:lnTo>
                    <a:pt x="647" y="673"/>
                  </a:lnTo>
                  <a:lnTo>
                    <a:pt x="569" y="621"/>
                  </a:lnTo>
                  <a:lnTo>
                    <a:pt x="492" y="621"/>
                  </a:lnTo>
                  <a:lnTo>
                    <a:pt x="414" y="595"/>
                  </a:lnTo>
                  <a:lnTo>
                    <a:pt x="337" y="621"/>
                  </a:lnTo>
                  <a:lnTo>
                    <a:pt x="259" y="621"/>
                  </a:lnTo>
                  <a:lnTo>
                    <a:pt x="182" y="673"/>
                  </a:lnTo>
                  <a:lnTo>
                    <a:pt x="104" y="725"/>
                  </a:lnTo>
                  <a:lnTo>
                    <a:pt x="52" y="802"/>
                  </a:lnTo>
                  <a:lnTo>
                    <a:pt x="26" y="854"/>
                  </a:lnTo>
                  <a:lnTo>
                    <a:pt x="1" y="931"/>
                  </a:lnTo>
                  <a:lnTo>
                    <a:pt x="1" y="1035"/>
                  </a:lnTo>
                  <a:lnTo>
                    <a:pt x="1" y="1112"/>
                  </a:lnTo>
                  <a:lnTo>
                    <a:pt x="26" y="1190"/>
                  </a:lnTo>
                  <a:lnTo>
                    <a:pt x="52" y="1242"/>
                  </a:lnTo>
                  <a:lnTo>
                    <a:pt x="104" y="1319"/>
                  </a:lnTo>
                  <a:lnTo>
                    <a:pt x="699" y="1914"/>
                  </a:lnTo>
                  <a:lnTo>
                    <a:pt x="776" y="1965"/>
                  </a:lnTo>
                  <a:lnTo>
                    <a:pt x="828" y="1991"/>
                  </a:lnTo>
                  <a:lnTo>
                    <a:pt x="905" y="2017"/>
                  </a:lnTo>
                  <a:lnTo>
                    <a:pt x="1009" y="2043"/>
                  </a:lnTo>
                  <a:lnTo>
                    <a:pt x="1086" y="2017"/>
                  </a:lnTo>
                  <a:lnTo>
                    <a:pt x="1164" y="1991"/>
                  </a:lnTo>
                  <a:lnTo>
                    <a:pt x="1241" y="1965"/>
                  </a:lnTo>
                  <a:lnTo>
                    <a:pt x="1293" y="1914"/>
                  </a:lnTo>
                  <a:lnTo>
                    <a:pt x="2482" y="725"/>
                  </a:lnTo>
                  <a:lnTo>
                    <a:pt x="2534" y="673"/>
                  </a:lnTo>
                  <a:lnTo>
                    <a:pt x="2560" y="595"/>
                  </a:lnTo>
                  <a:lnTo>
                    <a:pt x="2586" y="518"/>
                  </a:lnTo>
                  <a:lnTo>
                    <a:pt x="2611" y="440"/>
                  </a:lnTo>
                  <a:lnTo>
                    <a:pt x="2586" y="363"/>
                  </a:lnTo>
                  <a:lnTo>
                    <a:pt x="2560" y="285"/>
                  </a:lnTo>
                  <a:lnTo>
                    <a:pt x="2534" y="208"/>
                  </a:lnTo>
                  <a:lnTo>
                    <a:pt x="2482" y="130"/>
                  </a:lnTo>
                  <a:lnTo>
                    <a:pt x="2405" y="78"/>
                  </a:lnTo>
                  <a:lnTo>
                    <a:pt x="2353" y="53"/>
                  </a:lnTo>
                  <a:lnTo>
                    <a:pt x="2275" y="27"/>
                  </a:lnTo>
                  <a:lnTo>
                    <a:pt x="21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59"/>
          <p:cNvGrpSpPr/>
          <p:nvPr/>
        </p:nvGrpSpPr>
        <p:grpSpPr>
          <a:xfrm>
            <a:off x="3166528" y="2721100"/>
            <a:ext cx="383454" cy="383454"/>
            <a:chOff x="2500025" y="2633225"/>
            <a:chExt cx="357400" cy="357400"/>
          </a:xfrm>
        </p:grpSpPr>
        <p:sp>
          <p:nvSpPr>
            <p:cNvPr id="909" name="Google Shape;909;p59"/>
            <p:cNvSpPr/>
            <p:nvPr/>
          </p:nvSpPr>
          <p:spPr>
            <a:xfrm>
              <a:off x="2500025" y="2633225"/>
              <a:ext cx="357400" cy="357400"/>
            </a:xfrm>
            <a:custGeom>
              <a:avLst/>
              <a:gdLst/>
              <a:ahLst/>
              <a:cxnLst/>
              <a:rect l="l" t="t" r="r" b="b"/>
              <a:pathLst>
                <a:path w="14296" h="14296" extrusionOk="0">
                  <a:moveTo>
                    <a:pt x="13132" y="828"/>
                  </a:moveTo>
                  <a:lnTo>
                    <a:pt x="13210" y="854"/>
                  </a:lnTo>
                  <a:lnTo>
                    <a:pt x="13287" y="905"/>
                  </a:lnTo>
                  <a:lnTo>
                    <a:pt x="13339" y="957"/>
                  </a:lnTo>
                  <a:lnTo>
                    <a:pt x="13391" y="1009"/>
                  </a:lnTo>
                  <a:lnTo>
                    <a:pt x="13442" y="1086"/>
                  </a:lnTo>
                  <a:lnTo>
                    <a:pt x="13468" y="1164"/>
                  </a:lnTo>
                  <a:lnTo>
                    <a:pt x="13468" y="1241"/>
                  </a:lnTo>
                  <a:lnTo>
                    <a:pt x="13468" y="9488"/>
                  </a:lnTo>
                  <a:lnTo>
                    <a:pt x="853" y="9488"/>
                  </a:lnTo>
                  <a:lnTo>
                    <a:pt x="853" y="1241"/>
                  </a:lnTo>
                  <a:lnTo>
                    <a:pt x="853" y="1164"/>
                  </a:lnTo>
                  <a:lnTo>
                    <a:pt x="879" y="1086"/>
                  </a:lnTo>
                  <a:lnTo>
                    <a:pt x="931" y="1009"/>
                  </a:lnTo>
                  <a:lnTo>
                    <a:pt x="983" y="957"/>
                  </a:lnTo>
                  <a:lnTo>
                    <a:pt x="1034" y="905"/>
                  </a:lnTo>
                  <a:lnTo>
                    <a:pt x="1112" y="854"/>
                  </a:lnTo>
                  <a:lnTo>
                    <a:pt x="1189" y="828"/>
                  </a:lnTo>
                  <a:close/>
                  <a:moveTo>
                    <a:pt x="13468" y="10315"/>
                  </a:moveTo>
                  <a:lnTo>
                    <a:pt x="13468" y="10728"/>
                  </a:lnTo>
                  <a:lnTo>
                    <a:pt x="13468" y="10832"/>
                  </a:lnTo>
                  <a:lnTo>
                    <a:pt x="13442" y="10909"/>
                  </a:lnTo>
                  <a:lnTo>
                    <a:pt x="13391" y="10961"/>
                  </a:lnTo>
                  <a:lnTo>
                    <a:pt x="13339" y="11039"/>
                  </a:lnTo>
                  <a:lnTo>
                    <a:pt x="13287" y="11090"/>
                  </a:lnTo>
                  <a:lnTo>
                    <a:pt x="13210" y="11116"/>
                  </a:lnTo>
                  <a:lnTo>
                    <a:pt x="13132" y="11142"/>
                  </a:lnTo>
                  <a:lnTo>
                    <a:pt x="13055" y="11168"/>
                  </a:lnTo>
                  <a:lnTo>
                    <a:pt x="1267" y="11168"/>
                  </a:lnTo>
                  <a:lnTo>
                    <a:pt x="1189" y="11142"/>
                  </a:lnTo>
                  <a:lnTo>
                    <a:pt x="1112" y="11116"/>
                  </a:lnTo>
                  <a:lnTo>
                    <a:pt x="1034" y="11090"/>
                  </a:lnTo>
                  <a:lnTo>
                    <a:pt x="983" y="11039"/>
                  </a:lnTo>
                  <a:lnTo>
                    <a:pt x="931" y="10961"/>
                  </a:lnTo>
                  <a:lnTo>
                    <a:pt x="879" y="10909"/>
                  </a:lnTo>
                  <a:lnTo>
                    <a:pt x="853" y="10832"/>
                  </a:lnTo>
                  <a:lnTo>
                    <a:pt x="853" y="10728"/>
                  </a:lnTo>
                  <a:lnTo>
                    <a:pt x="853" y="10315"/>
                  </a:lnTo>
                  <a:close/>
                  <a:moveTo>
                    <a:pt x="8402" y="11995"/>
                  </a:moveTo>
                  <a:lnTo>
                    <a:pt x="8402" y="13443"/>
                  </a:lnTo>
                  <a:lnTo>
                    <a:pt x="5894" y="13443"/>
                  </a:lnTo>
                  <a:lnTo>
                    <a:pt x="5894" y="11995"/>
                  </a:lnTo>
                  <a:close/>
                  <a:moveTo>
                    <a:pt x="1267" y="0"/>
                  </a:moveTo>
                  <a:lnTo>
                    <a:pt x="1008" y="26"/>
                  </a:lnTo>
                  <a:lnTo>
                    <a:pt x="776" y="78"/>
                  </a:lnTo>
                  <a:lnTo>
                    <a:pt x="569" y="207"/>
                  </a:lnTo>
                  <a:lnTo>
                    <a:pt x="388" y="362"/>
                  </a:lnTo>
                  <a:lnTo>
                    <a:pt x="233" y="543"/>
                  </a:lnTo>
                  <a:lnTo>
                    <a:pt x="104" y="750"/>
                  </a:lnTo>
                  <a:lnTo>
                    <a:pt x="26" y="983"/>
                  </a:lnTo>
                  <a:lnTo>
                    <a:pt x="0" y="1241"/>
                  </a:lnTo>
                  <a:lnTo>
                    <a:pt x="0" y="10728"/>
                  </a:lnTo>
                  <a:lnTo>
                    <a:pt x="26" y="10987"/>
                  </a:lnTo>
                  <a:lnTo>
                    <a:pt x="104" y="11219"/>
                  </a:lnTo>
                  <a:lnTo>
                    <a:pt x="233" y="11452"/>
                  </a:lnTo>
                  <a:lnTo>
                    <a:pt x="388" y="11633"/>
                  </a:lnTo>
                  <a:lnTo>
                    <a:pt x="569" y="11788"/>
                  </a:lnTo>
                  <a:lnTo>
                    <a:pt x="776" y="11892"/>
                  </a:lnTo>
                  <a:lnTo>
                    <a:pt x="1008" y="11969"/>
                  </a:lnTo>
                  <a:lnTo>
                    <a:pt x="1267" y="11995"/>
                  </a:lnTo>
                  <a:lnTo>
                    <a:pt x="5067" y="11995"/>
                  </a:lnTo>
                  <a:lnTo>
                    <a:pt x="5067" y="13443"/>
                  </a:lnTo>
                  <a:lnTo>
                    <a:pt x="4291" y="13443"/>
                  </a:lnTo>
                  <a:lnTo>
                    <a:pt x="4214" y="13468"/>
                  </a:lnTo>
                  <a:lnTo>
                    <a:pt x="4136" y="13520"/>
                  </a:lnTo>
                  <a:lnTo>
                    <a:pt x="4059" y="13572"/>
                  </a:lnTo>
                  <a:lnTo>
                    <a:pt x="4007" y="13624"/>
                  </a:lnTo>
                  <a:lnTo>
                    <a:pt x="3981" y="13701"/>
                  </a:lnTo>
                  <a:lnTo>
                    <a:pt x="3955" y="13779"/>
                  </a:lnTo>
                  <a:lnTo>
                    <a:pt x="3955" y="13856"/>
                  </a:lnTo>
                  <a:lnTo>
                    <a:pt x="3955" y="13960"/>
                  </a:lnTo>
                  <a:lnTo>
                    <a:pt x="3981" y="14037"/>
                  </a:lnTo>
                  <a:lnTo>
                    <a:pt x="4007" y="14089"/>
                  </a:lnTo>
                  <a:lnTo>
                    <a:pt x="4059" y="14166"/>
                  </a:lnTo>
                  <a:lnTo>
                    <a:pt x="4136" y="14218"/>
                  </a:lnTo>
                  <a:lnTo>
                    <a:pt x="4214" y="14244"/>
                  </a:lnTo>
                  <a:lnTo>
                    <a:pt x="4291" y="14270"/>
                  </a:lnTo>
                  <a:lnTo>
                    <a:pt x="4369" y="14296"/>
                  </a:lnTo>
                  <a:lnTo>
                    <a:pt x="9953" y="14296"/>
                  </a:lnTo>
                  <a:lnTo>
                    <a:pt x="10030" y="14270"/>
                  </a:lnTo>
                  <a:lnTo>
                    <a:pt x="10108" y="14244"/>
                  </a:lnTo>
                  <a:lnTo>
                    <a:pt x="10185" y="14218"/>
                  </a:lnTo>
                  <a:lnTo>
                    <a:pt x="10237" y="14166"/>
                  </a:lnTo>
                  <a:lnTo>
                    <a:pt x="10289" y="14089"/>
                  </a:lnTo>
                  <a:lnTo>
                    <a:pt x="10340" y="14037"/>
                  </a:lnTo>
                  <a:lnTo>
                    <a:pt x="10366" y="13960"/>
                  </a:lnTo>
                  <a:lnTo>
                    <a:pt x="10366" y="13856"/>
                  </a:lnTo>
                  <a:lnTo>
                    <a:pt x="10366" y="13779"/>
                  </a:lnTo>
                  <a:lnTo>
                    <a:pt x="10340" y="13701"/>
                  </a:lnTo>
                  <a:lnTo>
                    <a:pt x="10289" y="13624"/>
                  </a:lnTo>
                  <a:lnTo>
                    <a:pt x="10237" y="13572"/>
                  </a:lnTo>
                  <a:lnTo>
                    <a:pt x="10185" y="13520"/>
                  </a:lnTo>
                  <a:lnTo>
                    <a:pt x="10108" y="13468"/>
                  </a:lnTo>
                  <a:lnTo>
                    <a:pt x="10030" y="13443"/>
                  </a:lnTo>
                  <a:lnTo>
                    <a:pt x="9255" y="13443"/>
                  </a:lnTo>
                  <a:lnTo>
                    <a:pt x="9255" y="11995"/>
                  </a:lnTo>
                  <a:lnTo>
                    <a:pt x="13055" y="11995"/>
                  </a:lnTo>
                  <a:lnTo>
                    <a:pt x="13313" y="11969"/>
                  </a:lnTo>
                  <a:lnTo>
                    <a:pt x="13546" y="11892"/>
                  </a:lnTo>
                  <a:lnTo>
                    <a:pt x="13753" y="11788"/>
                  </a:lnTo>
                  <a:lnTo>
                    <a:pt x="13934" y="11633"/>
                  </a:lnTo>
                  <a:lnTo>
                    <a:pt x="14089" y="11452"/>
                  </a:lnTo>
                  <a:lnTo>
                    <a:pt x="14218" y="11219"/>
                  </a:lnTo>
                  <a:lnTo>
                    <a:pt x="14270" y="10987"/>
                  </a:lnTo>
                  <a:lnTo>
                    <a:pt x="14296" y="10728"/>
                  </a:lnTo>
                  <a:lnTo>
                    <a:pt x="14296" y="1241"/>
                  </a:lnTo>
                  <a:lnTo>
                    <a:pt x="14270" y="983"/>
                  </a:lnTo>
                  <a:lnTo>
                    <a:pt x="14218" y="750"/>
                  </a:lnTo>
                  <a:lnTo>
                    <a:pt x="14089" y="543"/>
                  </a:lnTo>
                  <a:lnTo>
                    <a:pt x="13934" y="362"/>
                  </a:lnTo>
                  <a:lnTo>
                    <a:pt x="13753" y="207"/>
                  </a:lnTo>
                  <a:lnTo>
                    <a:pt x="13546" y="78"/>
                  </a:lnTo>
                  <a:lnTo>
                    <a:pt x="13313" y="26"/>
                  </a:lnTo>
                  <a:lnTo>
                    <a:pt x="130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9"/>
            <p:cNvSpPr/>
            <p:nvPr/>
          </p:nvSpPr>
          <p:spPr>
            <a:xfrm>
              <a:off x="2612475" y="2668125"/>
              <a:ext cx="132500" cy="180975"/>
            </a:xfrm>
            <a:custGeom>
              <a:avLst/>
              <a:gdLst/>
              <a:ahLst/>
              <a:cxnLst/>
              <a:rect l="l" t="t" r="r" b="b"/>
              <a:pathLst>
                <a:path w="5300" h="7239" extrusionOk="0">
                  <a:moveTo>
                    <a:pt x="2663" y="828"/>
                  </a:moveTo>
                  <a:lnTo>
                    <a:pt x="2921" y="853"/>
                  </a:lnTo>
                  <a:lnTo>
                    <a:pt x="3154" y="931"/>
                  </a:lnTo>
                  <a:lnTo>
                    <a:pt x="3361" y="1034"/>
                  </a:lnTo>
                  <a:lnTo>
                    <a:pt x="3542" y="1190"/>
                  </a:lnTo>
                  <a:lnTo>
                    <a:pt x="3697" y="1370"/>
                  </a:lnTo>
                  <a:lnTo>
                    <a:pt x="3826" y="1603"/>
                  </a:lnTo>
                  <a:lnTo>
                    <a:pt x="3878" y="1836"/>
                  </a:lnTo>
                  <a:lnTo>
                    <a:pt x="3904" y="2094"/>
                  </a:lnTo>
                  <a:lnTo>
                    <a:pt x="3904" y="2508"/>
                  </a:lnTo>
                  <a:lnTo>
                    <a:pt x="1396" y="2508"/>
                  </a:lnTo>
                  <a:lnTo>
                    <a:pt x="1396" y="2094"/>
                  </a:lnTo>
                  <a:lnTo>
                    <a:pt x="1422" y="1836"/>
                  </a:lnTo>
                  <a:lnTo>
                    <a:pt x="1500" y="1603"/>
                  </a:lnTo>
                  <a:lnTo>
                    <a:pt x="1629" y="1370"/>
                  </a:lnTo>
                  <a:lnTo>
                    <a:pt x="1784" y="1190"/>
                  </a:lnTo>
                  <a:lnTo>
                    <a:pt x="1965" y="1034"/>
                  </a:lnTo>
                  <a:lnTo>
                    <a:pt x="2172" y="931"/>
                  </a:lnTo>
                  <a:lnTo>
                    <a:pt x="2404" y="853"/>
                  </a:lnTo>
                  <a:lnTo>
                    <a:pt x="2663" y="828"/>
                  </a:lnTo>
                  <a:close/>
                  <a:moveTo>
                    <a:pt x="4343" y="3335"/>
                  </a:moveTo>
                  <a:lnTo>
                    <a:pt x="4395" y="3361"/>
                  </a:lnTo>
                  <a:lnTo>
                    <a:pt x="4421" y="3387"/>
                  </a:lnTo>
                  <a:lnTo>
                    <a:pt x="4472" y="3413"/>
                  </a:lnTo>
                  <a:lnTo>
                    <a:pt x="4472" y="3490"/>
                  </a:lnTo>
                  <a:lnTo>
                    <a:pt x="4472" y="6282"/>
                  </a:lnTo>
                  <a:lnTo>
                    <a:pt x="4472" y="6334"/>
                  </a:lnTo>
                  <a:lnTo>
                    <a:pt x="4421" y="6360"/>
                  </a:lnTo>
                  <a:lnTo>
                    <a:pt x="4395" y="6411"/>
                  </a:lnTo>
                  <a:lnTo>
                    <a:pt x="931" y="6411"/>
                  </a:lnTo>
                  <a:lnTo>
                    <a:pt x="879" y="6360"/>
                  </a:lnTo>
                  <a:lnTo>
                    <a:pt x="853" y="6334"/>
                  </a:lnTo>
                  <a:lnTo>
                    <a:pt x="853" y="6282"/>
                  </a:lnTo>
                  <a:lnTo>
                    <a:pt x="853" y="3490"/>
                  </a:lnTo>
                  <a:lnTo>
                    <a:pt x="853" y="3413"/>
                  </a:lnTo>
                  <a:lnTo>
                    <a:pt x="879" y="3387"/>
                  </a:lnTo>
                  <a:lnTo>
                    <a:pt x="931" y="3361"/>
                  </a:lnTo>
                  <a:lnTo>
                    <a:pt x="983" y="3335"/>
                  </a:lnTo>
                  <a:close/>
                  <a:moveTo>
                    <a:pt x="2456" y="0"/>
                  </a:moveTo>
                  <a:lnTo>
                    <a:pt x="2249" y="26"/>
                  </a:lnTo>
                  <a:lnTo>
                    <a:pt x="2042" y="78"/>
                  </a:lnTo>
                  <a:lnTo>
                    <a:pt x="1836" y="155"/>
                  </a:lnTo>
                  <a:lnTo>
                    <a:pt x="1655" y="233"/>
                  </a:lnTo>
                  <a:lnTo>
                    <a:pt x="1500" y="336"/>
                  </a:lnTo>
                  <a:lnTo>
                    <a:pt x="1319" y="466"/>
                  </a:lnTo>
                  <a:lnTo>
                    <a:pt x="1189" y="595"/>
                  </a:lnTo>
                  <a:lnTo>
                    <a:pt x="1034" y="750"/>
                  </a:lnTo>
                  <a:lnTo>
                    <a:pt x="931" y="905"/>
                  </a:lnTo>
                  <a:lnTo>
                    <a:pt x="827" y="1086"/>
                  </a:lnTo>
                  <a:lnTo>
                    <a:pt x="724" y="1267"/>
                  </a:lnTo>
                  <a:lnTo>
                    <a:pt x="672" y="1448"/>
                  </a:lnTo>
                  <a:lnTo>
                    <a:pt x="621" y="1655"/>
                  </a:lnTo>
                  <a:lnTo>
                    <a:pt x="569" y="1862"/>
                  </a:lnTo>
                  <a:lnTo>
                    <a:pt x="569" y="2094"/>
                  </a:lnTo>
                  <a:lnTo>
                    <a:pt x="569" y="2585"/>
                  </a:lnTo>
                  <a:lnTo>
                    <a:pt x="440" y="2663"/>
                  </a:lnTo>
                  <a:lnTo>
                    <a:pt x="336" y="2741"/>
                  </a:lnTo>
                  <a:lnTo>
                    <a:pt x="233" y="2844"/>
                  </a:lnTo>
                  <a:lnTo>
                    <a:pt x="155" y="2947"/>
                  </a:lnTo>
                  <a:lnTo>
                    <a:pt x="104" y="3077"/>
                  </a:lnTo>
                  <a:lnTo>
                    <a:pt x="52" y="3206"/>
                  </a:lnTo>
                  <a:lnTo>
                    <a:pt x="26" y="3335"/>
                  </a:lnTo>
                  <a:lnTo>
                    <a:pt x="0" y="3490"/>
                  </a:lnTo>
                  <a:lnTo>
                    <a:pt x="0" y="6282"/>
                  </a:lnTo>
                  <a:lnTo>
                    <a:pt x="26" y="6463"/>
                  </a:lnTo>
                  <a:lnTo>
                    <a:pt x="78" y="6644"/>
                  </a:lnTo>
                  <a:lnTo>
                    <a:pt x="181" y="6825"/>
                  </a:lnTo>
                  <a:lnTo>
                    <a:pt x="285" y="6954"/>
                  </a:lnTo>
                  <a:lnTo>
                    <a:pt x="440" y="7083"/>
                  </a:lnTo>
                  <a:lnTo>
                    <a:pt x="595" y="7161"/>
                  </a:lnTo>
                  <a:lnTo>
                    <a:pt x="776" y="7238"/>
                  </a:lnTo>
                  <a:lnTo>
                    <a:pt x="4524" y="7238"/>
                  </a:lnTo>
                  <a:lnTo>
                    <a:pt x="4705" y="7161"/>
                  </a:lnTo>
                  <a:lnTo>
                    <a:pt x="4886" y="7083"/>
                  </a:lnTo>
                  <a:lnTo>
                    <a:pt x="5015" y="6954"/>
                  </a:lnTo>
                  <a:lnTo>
                    <a:pt x="5144" y="6825"/>
                  </a:lnTo>
                  <a:lnTo>
                    <a:pt x="5222" y="6644"/>
                  </a:lnTo>
                  <a:lnTo>
                    <a:pt x="5300" y="6463"/>
                  </a:lnTo>
                  <a:lnTo>
                    <a:pt x="5300" y="6282"/>
                  </a:lnTo>
                  <a:lnTo>
                    <a:pt x="5300" y="3490"/>
                  </a:lnTo>
                  <a:lnTo>
                    <a:pt x="5300" y="3335"/>
                  </a:lnTo>
                  <a:lnTo>
                    <a:pt x="5274" y="3206"/>
                  </a:lnTo>
                  <a:lnTo>
                    <a:pt x="5222" y="3077"/>
                  </a:lnTo>
                  <a:lnTo>
                    <a:pt x="5144" y="2947"/>
                  </a:lnTo>
                  <a:lnTo>
                    <a:pt x="5067" y="2844"/>
                  </a:lnTo>
                  <a:lnTo>
                    <a:pt x="4989" y="2741"/>
                  </a:lnTo>
                  <a:lnTo>
                    <a:pt x="4860" y="2663"/>
                  </a:lnTo>
                  <a:lnTo>
                    <a:pt x="4757" y="2585"/>
                  </a:lnTo>
                  <a:lnTo>
                    <a:pt x="4757" y="2094"/>
                  </a:lnTo>
                  <a:lnTo>
                    <a:pt x="4731" y="1862"/>
                  </a:lnTo>
                  <a:lnTo>
                    <a:pt x="4705" y="1655"/>
                  </a:lnTo>
                  <a:lnTo>
                    <a:pt x="4653" y="1448"/>
                  </a:lnTo>
                  <a:lnTo>
                    <a:pt x="4576" y="1267"/>
                  </a:lnTo>
                  <a:lnTo>
                    <a:pt x="4498" y="1086"/>
                  </a:lnTo>
                  <a:lnTo>
                    <a:pt x="4395" y="905"/>
                  </a:lnTo>
                  <a:lnTo>
                    <a:pt x="4266" y="750"/>
                  </a:lnTo>
                  <a:lnTo>
                    <a:pt x="4136" y="595"/>
                  </a:lnTo>
                  <a:lnTo>
                    <a:pt x="3981" y="466"/>
                  </a:lnTo>
                  <a:lnTo>
                    <a:pt x="3826" y="336"/>
                  </a:lnTo>
                  <a:lnTo>
                    <a:pt x="3645" y="233"/>
                  </a:lnTo>
                  <a:lnTo>
                    <a:pt x="3464" y="155"/>
                  </a:lnTo>
                  <a:lnTo>
                    <a:pt x="3283" y="78"/>
                  </a:lnTo>
                  <a:lnTo>
                    <a:pt x="3076" y="26"/>
                  </a:lnTo>
                  <a:lnTo>
                    <a:pt x="28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9"/>
            <p:cNvSpPr/>
            <p:nvPr/>
          </p:nvSpPr>
          <p:spPr>
            <a:xfrm>
              <a:off x="2646075" y="2764425"/>
              <a:ext cx="65300" cy="51075"/>
            </a:xfrm>
            <a:custGeom>
              <a:avLst/>
              <a:gdLst/>
              <a:ahLst/>
              <a:cxnLst/>
              <a:rect l="l" t="t" r="r" b="b"/>
              <a:pathLst>
                <a:path w="2612" h="2043" extrusionOk="0">
                  <a:moveTo>
                    <a:pt x="2198" y="0"/>
                  </a:moveTo>
                  <a:lnTo>
                    <a:pt x="2120" y="26"/>
                  </a:lnTo>
                  <a:lnTo>
                    <a:pt x="2043" y="52"/>
                  </a:lnTo>
                  <a:lnTo>
                    <a:pt x="1965" y="78"/>
                  </a:lnTo>
                  <a:lnTo>
                    <a:pt x="1913" y="129"/>
                  </a:lnTo>
                  <a:lnTo>
                    <a:pt x="1009" y="1034"/>
                  </a:lnTo>
                  <a:lnTo>
                    <a:pt x="724" y="724"/>
                  </a:lnTo>
                  <a:lnTo>
                    <a:pt x="647" y="672"/>
                  </a:lnTo>
                  <a:lnTo>
                    <a:pt x="595" y="646"/>
                  </a:lnTo>
                  <a:lnTo>
                    <a:pt x="517" y="620"/>
                  </a:lnTo>
                  <a:lnTo>
                    <a:pt x="440" y="595"/>
                  </a:lnTo>
                  <a:lnTo>
                    <a:pt x="337" y="620"/>
                  </a:lnTo>
                  <a:lnTo>
                    <a:pt x="259" y="646"/>
                  </a:lnTo>
                  <a:lnTo>
                    <a:pt x="207" y="672"/>
                  </a:lnTo>
                  <a:lnTo>
                    <a:pt x="130" y="724"/>
                  </a:lnTo>
                  <a:lnTo>
                    <a:pt x="78" y="801"/>
                  </a:lnTo>
                  <a:lnTo>
                    <a:pt x="26" y="853"/>
                  </a:lnTo>
                  <a:lnTo>
                    <a:pt x="26" y="931"/>
                  </a:lnTo>
                  <a:lnTo>
                    <a:pt x="0" y="1034"/>
                  </a:lnTo>
                  <a:lnTo>
                    <a:pt x="26" y="1112"/>
                  </a:lnTo>
                  <a:lnTo>
                    <a:pt x="26" y="1189"/>
                  </a:lnTo>
                  <a:lnTo>
                    <a:pt x="78" y="1241"/>
                  </a:lnTo>
                  <a:lnTo>
                    <a:pt x="130" y="1318"/>
                  </a:lnTo>
                  <a:lnTo>
                    <a:pt x="724" y="1913"/>
                  </a:lnTo>
                  <a:lnTo>
                    <a:pt x="802" y="1965"/>
                  </a:lnTo>
                  <a:lnTo>
                    <a:pt x="879" y="2016"/>
                  </a:lnTo>
                  <a:lnTo>
                    <a:pt x="983" y="2042"/>
                  </a:lnTo>
                  <a:lnTo>
                    <a:pt x="1112" y="2016"/>
                  </a:lnTo>
                  <a:lnTo>
                    <a:pt x="1215" y="1991"/>
                  </a:lnTo>
                  <a:lnTo>
                    <a:pt x="1319" y="1913"/>
                  </a:lnTo>
                  <a:lnTo>
                    <a:pt x="2508" y="724"/>
                  </a:lnTo>
                  <a:lnTo>
                    <a:pt x="2560" y="672"/>
                  </a:lnTo>
                  <a:lnTo>
                    <a:pt x="2586" y="595"/>
                  </a:lnTo>
                  <a:lnTo>
                    <a:pt x="2611" y="517"/>
                  </a:lnTo>
                  <a:lnTo>
                    <a:pt x="2611" y="440"/>
                  </a:lnTo>
                  <a:lnTo>
                    <a:pt x="2611" y="362"/>
                  </a:lnTo>
                  <a:lnTo>
                    <a:pt x="2586" y="284"/>
                  </a:lnTo>
                  <a:lnTo>
                    <a:pt x="2560" y="207"/>
                  </a:lnTo>
                  <a:lnTo>
                    <a:pt x="2508" y="129"/>
                  </a:lnTo>
                  <a:lnTo>
                    <a:pt x="2430" y="78"/>
                  </a:lnTo>
                  <a:lnTo>
                    <a:pt x="2353" y="52"/>
                  </a:lnTo>
                  <a:lnTo>
                    <a:pt x="2275" y="26"/>
                  </a:lnTo>
                  <a:lnTo>
                    <a:pt x="21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 name="Google Shape;912;p59"/>
          <p:cNvGrpSpPr/>
          <p:nvPr/>
        </p:nvGrpSpPr>
        <p:grpSpPr>
          <a:xfrm>
            <a:off x="3975682" y="2721100"/>
            <a:ext cx="383454" cy="383454"/>
            <a:chOff x="3254200" y="2633225"/>
            <a:chExt cx="357400" cy="357400"/>
          </a:xfrm>
        </p:grpSpPr>
        <p:sp>
          <p:nvSpPr>
            <p:cNvPr id="913" name="Google Shape;913;p59"/>
            <p:cNvSpPr/>
            <p:nvPr/>
          </p:nvSpPr>
          <p:spPr>
            <a:xfrm>
              <a:off x="3254200" y="2633225"/>
              <a:ext cx="357400" cy="357400"/>
            </a:xfrm>
            <a:custGeom>
              <a:avLst/>
              <a:gdLst/>
              <a:ahLst/>
              <a:cxnLst/>
              <a:rect l="l" t="t" r="r" b="b"/>
              <a:pathLst>
                <a:path w="14296" h="14296" extrusionOk="0">
                  <a:moveTo>
                    <a:pt x="9953" y="7575"/>
                  </a:moveTo>
                  <a:lnTo>
                    <a:pt x="10186" y="7600"/>
                  </a:lnTo>
                  <a:lnTo>
                    <a:pt x="10444" y="7678"/>
                  </a:lnTo>
                  <a:lnTo>
                    <a:pt x="10651" y="7807"/>
                  </a:lnTo>
                  <a:lnTo>
                    <a:pt x="10832" y="7962"/>
                  </a:lnTo>
                  <a:lnTo>
                    <a:pt x="10987" y="8143"/>
                  </a:lnTo>
                  <a:lnTo>
                    <a:pt x="11090" y="8350"/>
                  </a:lnTo>
                  <a:lnTo>
                    <a:pt x="11168" y="8583"/>
                  </a:lnTo>
                  <a:lnTo>
                    <a:pt x="11194" y="8841"/>
                  </a:lnTo>
                  <a:lnTo>
                    <a:pt x="11194" y="9539"/>
                  </a:lnTo>
                  <a:lnTo>
                    <a:pt x="8686" y="9539"/>
                  </a:lnTo>
                  <a:lnTo>
                    <a:pt x="8686" y="8841"/>
                  </a:lnTo>
                  <a:lnTo>
                    <a:pt x="8712" y="8583"/>
                  </a:lnTo>
                  <a:lnTo>
                    <a:pt x="8790" y="8350"/>
                  </a:lnTo>
                  <a:lnTo>
                    <a:pt x="8893" y="8143"/>
                  </a:lnTo>
                  <a:lnTo>
                    <a:pt x="9048" y="7962"/>
                  </a:lnTo>
                  <a:lnTo>
                    <a:pt x="9255" y="7807"/>
                  </a:lnTo>
                  <a:lnTo>
                    <a:pt x="9462" y="7678"/>
                  </a:lnTo>
                  <a:lnTo>
                    <a:pt x="9695" y="7600"/>
                  </a:lnTo>
                  <a:lnTo>
                    <a:pt x="9953" y="7575"/>
                  </a:lnTo>
                  <a:close/>
                  <a:moveTo>
                    <a:pt x="13133" y="828"/>
                  </a:moveTo>
                  <a:lnTo>
                    <a:pt x="13210" y="854"/>
                  </a:lnTo>
                  <a:lnTo>
                    <a:pt x="13288" y="905"/>
                  </a:lnTo>
                  <a:lnTo>
                    <a:pt x="13339" y="957"/>
                  </a:lnTo>
                  <a:lnTo>
                    <a:pt x="13391" y="1009"/>
                  </a:lnTo>
                  <a:lnTo>
                    <a:pt x="13443" y="1086"/>
                  </a:lnTo>
                  <a:lnTo>
                    <a:pt x="13443" y="1164"/>
                  </a:lnTo>
                  <a:lnTo>
                    <a:pt x="13469" y="1241"/>
                  </a:lnTo>
                  <a:lnTo>
                    <a:pt x="13469" y="10806"/>
                  </a:lnTo>
                  <a:lnTo>
                    <a:pt x="13443" y="10883"/>
                  </a:lnTo>
                  <a:lnTo>
                    <a:pt x="13443" y="10961"/>
                  </a:lnTo>
                  <a:lnTo>
                    <a:pt x="13391" y="11039"/>
                  </a:lnTo>
                  <a:lnTo>
                    <a:pt x="13339" y="11090"/>
                  </a:lnTo>
                  <a:lnTo>
                    <a:pt x="13288" y="11142"/>
                  </a:lnTo>
                  <a:lnTo>
                    <a:pt x="13210" y="11168"/>
                  </a:lnTo>
                  <a:lnTo>
                    <a:pt x="13133" y="11194"/>
                  </a:lnTo>
                  <a:lnTo>
                    <a:pt x="13055" y="11219"/>
                  </a:lnTo>
                  <a:lnTo>
                    <a:pt x="12590" y="11219"/>
                  </a:lnTo>
                  <a:lnTo>
                    <a:pt x="12590" y="10522"/>
                  </a:lnTo>
                  <a:lnTo>
                    <a:pt x="12590" y="10366"/>
                  </a:lnTo>
                  <a:lnTo>
                    <a:pt x="12564" y="10237"/>
                  </a:lnTo>
                  <a:lnTo>
                    <a:pt x="12512" y="10108"/>
                  </a:lnTo>
                  <a:lnTo>
                    <a:pt x="12435" y="9979"/>
                  </a:lnTo>
                  <a:lnTo>
                    <a:pt x="12357" y="9875"/>
                  </a:lnTo>
                  <a:lnTo>
                    <a:pt x="12254" y="9772"/>
                  </a:lnTo>
                  <a:lnTo>
                    <a:pt x="12150" y="9694"/>
                  </a:lnTo>
                  <a:lnTo>
                    <a:pt x="12047" y="9643"/>
                  </a:lnTo>
                  <a:lnTo>
                    <a:pt x="12047" y="8841"/>
                  </a:lnTo>
                  <a:lnTo>
                    <a:pt x="12021" y="8634"/>
                  </a:lnTo>
                  <a:lnTo>
                    <a:pt x="11995" y="8428"/>
                  </a:lnTo>
                  <a:lnTo>
                    <a:pt x="11944" y="8221"/>
                  </a:lnTo>
                  <a:lnTo>
                    <a:pt x="11866" y="8014"/>
                  </a:lnTo>
                  <a:lnTo>
                    <a:pt x="11788" y="7833"/>
                  </a:lnTo>
                  <a:lnTo>
                    <a:pt x="11685" y="7678"/>
                  </a:lnTo>
                  <a:lnTo>
                    <a:pt x="11556" y="7497"/>
                  </a:lnTo>
                  <a:lnTo>
                    <a:pt x="11427" y="7368"/>
                  </a:lnTo>
                  <a:lnTo>
                    <a:pt x="11271" y="7213"/>
                  </a:lnTo>
                  <a:lnTo>
                    <a:pt x="11116" y="7109"/>
                  </a:lnTo>
                  <a:lnTo>
                    <a:pt x="10935" y="7006"/>
                  </a:lnTo>
                  <a:lnTo>
                    <a:pt x="10754" y="6902"/>
                  </a:lnTo>
                  <a:lnTo>
                    <a:pt x="10573" y="6851"/>
                  </a:lnTo>
                  <a:lnTo>
                    <a:pt x="10367" y="6799"/>
                  </a:lnTo>
                  <a:lnTo>
                    <a:pt x="10160" y="6747"/>
                  </a:lnTo>
                  <a:lnTo>
                    <a:pt x="9720" y="6747"/>
                  </a:lnTo>
                  <a:lnTo>
                    <a:pt x="9514" y="6799"/>
                  </a:lnTo>
                  <a:lnTo>
                    <a:pt x="9333" y="6851"/>
                  </a:lnTo>
                  <a:lnTo>
                    <a:pt x="9126" y="6902"/>
                  </a:lnTo>
                  <a:lnTo>
                    <a:pt x="8945" y="7006"/>
                  </a:lnTo>
                  <a:lnTo>
                    <a:pt x="8764" y="7109"/>
                  </a:lnTo>
                  <a:lnTo>
                    <a:pt x="8609" y="7213"/>
                  </a:lnTo>
                  <a:lnTo>
                    <a:pt x="8454" y="7368"/>
                  </a:lnTo>
                  <a:lnTo>
                    <a:pt x="8325" y="7497"/>
                  </a:lnTo>
                  <a:lnTo>
                    <a:pt x="8221" y="7678"/>
                  </a:lnTo>
                  <a:lnTo>
                    <a:pt x="8092" y="7833"/>
                  </a:lnTo>
                  <a:lnTo>
                    <a:pt x="8014" y="8014"/>
                  </a:lnTo>
                  <a:lnTo>
                    <a:pt x="7937" y="8221"/>
                  </a:lnTo>
                  <a:lnTo>
                    <a:pt x="7885" y="8428"/>
                  </a:lnTo>
                  <a:lnTo>
                    <a:pt x="7859" y="8634"/>
                  </a:lnTo>
                  <a:lnTo>
                    <a:pt x="7859" y="8841"/>
                  </a:lnTo>
                  <a:lnTo>
                    <a:pt x="7859" y="9643"/>
                  </a:lnTo>
                  <a:lnTo>
                    <a:pt x="7730" y="9694"/>
                  </a:lnTo>
                  <a:lnTo>
                    <a:pt x="7627" y="9772"/>
                  </a:lnTo>
                  <a:lnTo>
                    <a:pt x="7523" y="9875"/>
                  </a:lnTo>
                  <a:lnTo>
                    <a:pt x="7446" y="9979"/>
                  </a:lnTo>
                  <a:lnTo>
                    <a:pt x="7394" y="10108"/>
                  </a:lnTo>
                  <a:lnTo>
                    <a:pt x="7342" y="10237"/>
                  </a:lnTo>
                  <a:lnTo>
                    <a:pt x="7316" y="10366"/>
                  </a:lnTo>
                  <a:lnTo>
                    <a:pt x="7290" y="10522"/>
                  </a:lnTo>
                  <a:lnTo>
                    <a:pt x="7290" y="11219"/>
                  </a:lnTo>
                  <a:lnTo>
                    <a:pt x="1267" y="11219"/>
                  </a:lnTo>
                  <a:lnTo>
                    <a:pt x="1190" y="11194"/>
                  </a:lnTo>
                  <a:lnTo>
                    <a:pt x="1112" y="11168"/>
                  </a:lnTo>
                  <a:lnTo>
                    <a:pt x="1035" y="11142"/>
                  </a:lnTo>
                  <a:lnTo>
                    <a:pt x="957" y="11090"/>
                  </a:lnTo>
                  <a:lnTo>
                    <a:pt x="905" y="11039"/>
                  </a:lnTo>
                  <a:lnTo>
                    <a:pt x="880" y="10961"/>
                  </a:lnTo>
                  <a:lnTo>
                    <a:pt x="854" y="10883"/>
                  </a:lnTo>
                  <a:lnTo>
                    <a:pt x="854" y="10806"/>
                  </a:lnTo>
                  <a:lnTo>
                    <a:pt x="854" y="1241"/>
                  </a:lnTo>
                  <a:lnTo>
                    <a:pt x="854" y="1164"/>
                  </a:lnTo>
                  <a:lnTo>
                    <a:pt x="880" y="1086"/>
                  </a:lnTo>
                  <a:lnTo>
                    <a:pt x="905" y="1009"/>
                  </a:lnTo>
                  <a:lnTo>
                    <a:pt x="957" y="957"/>
                  </a:lnTo>
                  <a:lnTo>
                    <a:pt x="1035" y="905"/>
                  </a:lnTo>
                  <a:lnTo>
                    <a:pt x="1112" y="854"/>
                  </a:lnTo>
                  <a:lnTo>
                    <a:pt x="1190" y="828"/>
                  </a:lnTo>
                  <a:close/>
                  <a:moveTo>
                    <a:pt x="11633" y="10366"/>
                  </a:moveTo>
                  <a:lnTo>
                    <a:pt x="11685" y="10392"/>
                  </a:lnTo>
                  <a:lnTo>
                    <a:pt x="11711" y="10418"/>
                  </a:lnTo>
                  <a:lnTo>
                    <a:pt x="11737" y="10470"/>
                  </a:lnTo>
                  <a:lnTo>
                    <a:pt x="11763" y="10522"/>
                  </a:lnTo>
                  <a:lnTo>
                    <a:pt x="11763" y="13313"/>
                  </a:lnTo>
                  <a:lnTo>
                    <a:pt x="11737" y="13365"/>
                  </a:lnTo>
                  <a:lnTo>
                    <a:pt x="11711" y="13417"/>
                  </a:lnTo>
                  <a:lnTo>
                    <a:pt x="11685" y="13443"/>
                  </a:lnTo>
                  <a:lnTo>
                    <a:pt x="8221" y="13443"/>
                  </a:lnTo>
                  <a:lnTo>
                    <a:pt x="8169" y="13417"/>
                  </a:lnTo>
                  <a:lnTo>
                    <a:pt x="8144" y="13365"/>
                  </a:lnTo>
                  <a:lnTo>
                    <a:pt x="8144" y="13313"/>
                  </a:lnTo>
                  <a:lnTo>
                    <a:pt x="8144" y="10522"/>
                  </a:lnTo>
                  <a:lnTo>
                    <a:pt x="8144" y="10470"/>
                  </a:lnTo>
                  <a:lnTo>
                    <a:pt x="8169" y="10418"/>
                  </a:lnTo>
                  <a:lnTo>
                    <a:pt x="8221" y="10392"/>
                  </a:lnTo>
                  <a:lnTo>
                    <a:pt x="8273" y="10366"/>
                  </a:lnTo>
                  <a:close/>
                  <a:moveTo>
                    <a:pt x="1267" y="0"/>
                  </a:moveTo>
                  <a:lnTo>
                    <a:pt x="1009" y="26"/>
                  </a:lnTo>
                  <a:lnTo>
                    <a:pt x="776" y="78"/>
                  </a:lnTo>
                  <a:lnTo>
                    <a:pt x="569" y="207"/>
                  </a:lnTo>
                  <a:lnTo>
                    <a:pt x="363" y="362"/>
                  </a:lnTo>
                  <a:lnTo>
                    <a:pt x="233" y="543"/>
                  </a:lnTo>
                  <a:lnTo>
                    <a:pt x="104" y="750"/>
                  </a:lnTo>
                  <a:lnTo>
                    <a:pt x="27" y="983"/>
                  </a:lnTo>
                  <a:lnTo>
                    <a:pt x="1" y="1241"/>
                  </a:lnTo>
                  <a:lnTo>
                    <a:pt x="1" y="10806"/>
                  </a:lnTo>
                  <a:lnTo>
                    <a:pt x="27" y="11039"/>
                  </a:lnTo>
                  <a:lnTo>
                    <a:pt x="104" y="11271"/>
                  </a:lnTo>
                  <a:lnTo>
                    <a:pt x="233" y="11504"/>
                  </a:lnTo>
                  <a:lnTo>
                    <a:pt x="363" y="11685"/>
                  </a:lnTo>
                  <a:lnTo>
                    <a:pt x="569" y="11840"/>
                  </a:lnTo>
                  <a:lnTo>
                    <a:pt x="776" y="11943"/>
                  </a:lnTo>
                  <a:lnTo>
                    <a:pt x="1009" y="12021"/>
                  </a:lnTo>
                  <a:lnTo>
                    <a:pt x="1267" y="12047"/>
                  </a:lnTo>
                  <a:lnTo>
                    <a:pt x="7290" y="12047"/>
                  </a:lnTo>
                  <a:lnTo>
                    <a:pt x="7290" y="13313"/>
                  </a:lnTo>
                  <a:lnTo>
                    <a:pt x="7316" y="13494"/>
                  </a:lnTo>
                  <a:lnTo>
                    <a:pt x="7368" y="13675"/>
                  </a:lnTo>
                  <a:lnTo>
                    <a:pt x="7471" y="13856"/>
                  </a:lnTo>
                  <a:lnTo>
                    <a:pt x="7575" y="13985"/>
                  </a:lnTo>
                  <a:lnTo>
                    <a:pt x="7730" y="14115"/>
                  </a:lnTo>
                  <a:lnTo>
                    <a:pt x="7885" y="14218"/>
                  </a:lnTo>
                  <a:lnTo>
                    <a:pt x="8066" y="14270"/>
                  </a:lnTo>
                  <a:lnTo>
                    <a:pt x="8273" y="14296"/>
                  </a:lnTo>
                  <a:lnTo>
                    <a:pt x="11633" y="14296"/>
                  </a:lnTo>
                  <a:lnTo>
                    <a:pt x="11814" y="14270"/>
                  </a:lnTo>
                  <a:lnTo>
                    <a:pt x="11995" y="14218"/>
                  </a:lnTo>
                  <a:lnTo>
                    <a:pt x="12176" y="14115"/>
                  </a:lnTo>
                  <a:lnTo>
                    <a:pt x="12305" y="13985"/>
                  </a:lnTo>
                  <a:lnTo>
                    <a:pt x="12435" y="13856"/>
                  </a:lnTo>
                  <a:lnTo>
                    <a:pt x="12512" y="13675"/>
                  </a:lnTo>
                  <a:lnTo>
                    <a:pt x="12590" y="13494"/>
                  </a:lnTo>
                  <a:lnTo>
                    <a:pt x="12590" y="13313"/>
                  </a:lnTo>
                  <a:lnTo>
                    <a:pt x="12590" y="12047"/>
                  </a:lnTo>
                  <a:lnTo>
                    <a:pt x="13055" y="12047"/>
                  </a:lnTo>
                  <a:lnTo>
                    <a:pt x="13288" y="12021"/>
                  </a:lnTo>
                  <a:lnTo>
                    <a:pt x="13520" y="11943"/>
                  </a:lnTo>
                  <a:lnTo>
                    <a:pt x="13753" y="11840"/>
                  </a:lnTo>
                  <a:lnTo>
                    <a:pt x="13934" y="11685"/>
                  </a:lnTo>
                  <a:lnTo>
                    <a:pt x="14089" y="11504"/>
                  </a:lnTo>
                  <a:lnTo>
                    <a:pt x="14193" y="11271"/>
                  </a:lnTo>
                  <a:lnTo>
                    <a:pt x="14270" y="11039"/>
                  </a:lnTo>
                  <a:lnTo>
                    <a:pt x="14296" y="10806"/>
                  </a:lnTo>
                  <a:lnTo>
                    <a:pt x="14296" y="1241"/>
                  </a:lnTo>
                  <a:lnTo>
                    <a:pt x="14270" y="983"/>
                  </a:lnTo>
                  <a:lnTo>
                    <a:pt x="14193" y="750"/>
                  </a:lnTo>
                  <a:lnTo>
                    <a:pt x="14089" y="543"/>
                  </a:lnTo>
                  <a:lnTo>
                    <a:pt x="13934" y="362"/>
                  </a:lnTo>
                  <a:lnTo>
                    <a:pt x="13753" y="207"/>
                  </a:lnTo>
                  <a:lnTo>
                    <a:pt x="13520" y="78"/>
                  </a:lnTo>
                  <a:lnTo>
                    <a:pt x="13288" y="26"/>
                  </a:lnTo>
                  <a:lnTo>
                    <a:pt x="130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9"/>
            <p:cNvSpPr/>
            <p:nvPr/>
          </p:nvSpPr>
          <p:spPr>
            <a:xfrm>
              <a:off x="3296850" y="2779275"/>
              <a:ext cx="139625" cy="21350"/>
            </a:xfrm>
            <a:custGeom>
              <a:avLst/>
              <a:gdLst/>
              <a:ahLst/>
              <a:cxnLst/>
              <a:rect l="l" t="t" r="r" b="b"/>
              <a:pathLst>
                <a:path w="5585" h="854" extrusionOk="0">
                  <a:moveTo>
                    <a:pt x="414" y="1"/>
                  </a:moveTo>
                  <a:lnTo>
                    <a:pt x="337" y="26"/>
                  </a:lnTo>
                  <a:lnTo>
                    <a:pt x="259" y="52"/>
                  </a:lnTo>
                  <a:lnTo>
                    <a:pt x="182" y="78"/>
                  </a:lnTo>
                  <a:lnTo>
                    <a:pt x="130" y="130"/>
                  </a:lnTo>
                  <a:lnTo>
                    <a:pt x="78" y="182"/>
                  </a:lnTo>
                  <a:lnTo>
                    <a:pt x="27" y="259"/>
                  </a:lnTo>
                  <a:lnTo>
                    <a:pt x="1" y="337"/>
                  </a:lnTo>
                  <a:lnTo>
                    <a:pt x="1" y="440"/>
                  </a:lnTo>
                  <a:lnTo>
                    <a:pt x="1" y="518"/>
                  </a:lnTo>
                  <a:lnTo>
                    <a:pt x="27" y="595"/>
                  </a:lnTo>
                  <a:lnTo>
                    <a:pt x="78" y="673"/>
                  </a:lnTo>
                  <a:lnTo>
                    <a:pt x="130" y="724"/>
                  </a:lnTo>
                  <a:lnTo>
                    <a:pt x="182" y="776"/>
                  </a:lnTo>
                  <a:lnTo>
                    <a:pt x="259" y="802"/>
                  </a:lnTo>
                  <a:lnTo>
                    <a:pt x="337" y="828"/>
                  </a:lnTo>
                  <a:lnTo>
                    <a:pt x="414" y="854"/>
                  </a:lnTo>
                  <a:lnTo>
                    <a:pt x="5171" y="854"/>
                  </a:lnTo>
                  <a:lnTo>
                    <a:pt x="5248" y="828"/>
                  </a:lnTo>
                  <a:lnTo>
                    <a:pt x="5326" y="802"/>
                  </a:lnTo>
                  <a:lnTo>
                    <a:pt x="5404" y="776"/>
                  </a:lnTo>
                  <a:lnTo>
                    <a:pt x="5455" y="724"/>
                  </a:lnTo>
                  <a:lnTo>
                    <a:pt x="5507" y="673"/>
                  </a:lnTo>
                  <a:lnTo>
                    <a:pt x="5559" y="595"/>
                  </a:lnTo>
                  <a:lnTo>
                    <a:pt x="5584" y="518"/>
                  </a:lnTo>
                  <a:lnTo>
                    <a:pt x="5584" y="440"/>
                  </a:lnTo>
                  <a:lnTo>
                    <a:pt x="5584" y="337"/>
                  </a:lnTo>
                  <a:lnTo>
                    <a:pt x="5559" y="259"/>
                  </a:lnTo>
                  <a:lnTo>
                    <a:pt x="5507" y="182"/>
                  </a:lnTo>
                  <a:lnTo>
                    <a:pt x="5455" y="130"/>
                  </a:lnTo>
                  <a:lnTo>
                    <a:pt x="5404" y="78"/>
                  </a:lnTo>
                  <a:lnTo>
                    <a:pt x="5326" y="52"/>
                  </a:lnTo>
                  <a:lnTo>
                    <a:pt x="5248" y="26"/>
                  </a:lnTo>
                  <a:lnTo>
                    <a:pt x="51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9"/>
            <p:cNvSpPr/>
            <p:nvPr/>
          </p:nvSpPr>
          <p:spPr>
            <a:xfrm>
              <a:off x="3296850" y="2821275"/>
              <a:ext cx="139625" cy="21350"/>
            </a:xfrm>
            <a:custGeom>
              <a:avLst/>
              <a:gdLst/>
              <a:ahLst/>
              <a:cxnLst/>
              <a:rect l="l" t="t" r="r" b="b"/>
              <a:pathLst>
                <a:path w="5585" h="854" extrusionOk="0">
                  <a:moveTo>
                    <a:pt x="337" y="1"/>
                  </a:moveTo>
                  <a:lnTo>
                    <a:pt x="259" y="27"/>
                  </a:lnTo>
                  <a:lnTo>
                    <a:pt x="182" y="78"/>
                  </a:lnTo>
                  <a:lnTo>
                    <a:pt x="130" y="130"/>
                  </a:lnTo>
                  <a:lnTo>
                    <a:pt x="78" y="182"/>
                  </a:lnTo>
                  <a:lnTo>
                    <a:pt x="27" y="259"/>
                  </a:lnTo>
                  <a:lnTo>
                    <a:pt x="1" y="337"/>
                  </a:lnTo>
                  <a:lnTo>
                    <a:pt x="1" y="414"/>
                  </a:lnTo>
                  <a:lnTo>
                    <a:pt x="1" y="518"/>
                  </a:lnTo>
                  <a:lnTo>
                    <a:pt x="27" y="595"/>
                  </a:lnTo>
                  <a:lnTo>
                    <a:pt x="78" y="647"/>
                  </a:lnTo>
                  <a:lnTo>
                    <a:pt x="130" y="725"/>
                  </a:lnTo>
                  <a:lnTo>
                    <a:pt x="182" y="776"/>
                  </a:lnTo>
                  <a:lnTo>
                    <a:pt x="259" y="802"/>
                  </a:lnTo>
                  <a:lnTo>
                    <a:pt x="337" y="828"/>
                  </a:lnTo>
                  <a:lnTo>
                    <a:pt x="414" y="854"/>
                  </a:lnTo>
                  <a:lnTo>
                    <a:pt x="5171" y="854"/>
                  </a:lnTo>
                  <a:lnTo>
                    <a:pt x="5248" y="828"/>
                  </a:lnTo>
                  <a:lnTo>
                    <a:pt x="5326" y="802"/>
                  </a:lnTo>
                  <a:lnTo>
                    <a:pt x="5404" y="776"/>
                  </a:lnTo>
                  <a:lnTo>
                    <a:pt x="5455" y="725"/>
                  </a:lnTo>
                  <a:lnTo>
                    <a:pt x="5507" y="647"/>
                  </a:lnTo>
                  <a:lnTo>
                    <a:pt x="5559" y="595"/>
                  </a:lnTo>
                  <a:lnTo>
                    <a:pt x="5584" y="518"/>
                  </a:lnTo>
                  <a:lnTo>
                    <a:pt x="5584" y="414"/>
                  </a:lnTo>
                  <a:lnTo>
                    <a:pt x="5584" y="337"/>
                  </a:lnTo>
                  <a:lnTo>
                    <a:pt x="5559" y="259"/>
                  </a:lnTo>
                  <a:lnTo>
                    <a:pt x="5507" y="182"/>
                  </a:lnTo>
                  <a:lnTo>
                    <a:pt x="5455" y="130"/>
                  </a:lnTo>
                  <a:lnTo>
                    <a:pt x="5404" y="78"/>
                  </a:lnTo>
                  <a:lnTo>
                    <a:pt x="5326" y="27"/>
                  </a:lnTo>
                  <a:lnTo>
                    <a:pt x="52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9"/>
            <p:cNvSpPr/>
            <p:nvPr/>
          </p:nvSpPr>
          <p:spPr>
            <a:xfrm>
              <a:off x="3296850" y="2863300"/>
              <a:ext cx="97625" cy="20700"/>
            </a:xfrm>
            <a:custGeom>
              <a:avLst/>
              <a:gdLst/>
              <a:ahLst/>
              <a:cxnLst/>
              <a:rect l="l" t="t" r="r" b="b"/>
              <a:pathLst>
                <a:path w="3905" h="828" extrusionOk="0">
                  <a:moveTo>
                    <a:pt x="337" y="0"/>
                  </a:moveTo>
                  <a:lnTo>
                    <a:pt x="259" y="26"/>
                  </a:lnTo>
                  <a:lnTo>
                    <a:pt x="182" y="78"/>
                  </a:lnTo>
                  <a:lnTo>
                    <a:pt x="130" y="129"/>
                  </a:lnTo>
                  <a:lnTo>
                    <a:pt x="78" y="181"/>
                  </a:lnTo>
                  <a:lnTo>
                    <a:pt x="27" y="259"/>
                  </a:lnTo>
                  <a:lnTo>
                    <a:pt x="1" y="336"/>
                  </a:lnTo>
                  <a:lnTo>
                    <a:pt x="1" y="414"/>
                  </a:lnTo>
                  <a:lnTo>
                    <a:pt x="1" y="491"/>
                  </a:lnTo>
                  <a:lnTo>
                    <a:pt x="27" y="569"/>
                  </a:lnTo>
                  <a:lnTo>
                    <a:pt x="78" y="646"/>
                  </a:lnTo>
                  <a:lnTo>
                    <a:pt x="130" y="724"/>
                  </a:lnTo>
                  <a:lnTo>
                    <a:pt x="182" y="776"/>
                  </a:lnTo>
                  <a:lnTo>
                    <a:pt x="259" y="802"/>
                  </a:lnTo>
                  <a:lnTo>
                    <a:pt x="337" y="827"/>
                  </a:lnTo>
                  <a:lnTo>
                    <a:pt x="3568" y="827"/>
                  </a:lnTo>
                  <a:lnTo>
                    <a:pt x="3646" y="802"/>
                  </a:lnTo>
                  <a:lnTo>
                    <a:pt x="3723" y="776"/>
                  </a:lnTo>
                  <a:lnTo>
                    <a:pt x="3801" y="724"/>
                  </a:lnTo>
                  <a:lnTo>
                    <a:pt x="3853" y="646"/>
                  </a:lnTo>
                  <a:lnTo>
                    <a:pt x="3878" y="569"/>
                  </a:lnTo>
                  <a:lnTo>
                    <a:pt x="3904" y="491"/>
                  </a:lnTo>
                  <a:lnTo>
                    <a:pt x="3904" y="414"/>
                  </a:lnTo>
                  <a:lnTo>
                    <a:pt x="3904" y="336"/>
                  </a:lnTo>
                  <a:lnTo>
                    <a:pt x="3878" y="259"/>
                  </a:lnTo>
                  <a:lnTo>
                    <a:pt x="3853" y="181"/>
                  </a:lnTo>
                  <a:lnTo>
                    <a:pt x="3801" y="129"/>
                  </a:lnTo>
                  <a:lnTo>
                    <a:pt x="3723" y="78"/>
                  </a:lnTo>
                  <a:lnTo>
                    <a:pt x="3646" y="26"/>
                  </a:lnTo>
                  <a:lnTo>
                    <a:pt x="35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9"/>
            <p:cNvSpPr/>
            <p:nvPr/>
          </p:nvSpPr>
          <p:spPr>
            <a:xfrm>
              <a:off x="3294925" y="2674575"/>
              <a:ext cx="76275" cy="80175"/>
            </a:xfrm>
            <a:custGeom>
              <a:avLst/>
              <a:gdLst/>
              <a:ahLst/>
              <a:cxnLst/>
              <a:rect l="l" t="t" r="r" b="b"/>
              <a:pathLst>
                <a:path w="3051" h="3207" extrusionOk="0">
                  <a:moveTo>
                    <a:pt x="1448" y="1"/>
                  </a:moveTo>
                  <a:lnTo>
                    <a:pt x="1293" y="27"/>
                  </a:lnTo>
                  <a:lnTo>
                    <a:pt x="1138" y="78"/>
                  </a:lnTo>
                  <a:lnTo>
                    <a:pt x="983" y="130"/>
                  </a:lnTo>
                  <a:lnTo>
                    <a:pt x="724" y="259"/>
                  </a:lnTo>
                  <a:lnTo>
                    <a:pt x="491" y="466"/>
                  </a:lnTo>
                  <a:lnTo>
                    <a:pt x="285" y="699"/>
                  </a:lnTo>
                  <a:lnTo>
                    <a:pt x="130" y="983"/>
                  </a:lnTo>
                  <a:lnTo>
                    <a:pt x="78" y="1112"/>
                  </a:lnTo>
                  <a:lnTo>
                    <a:pt x="52" y="1268"/>
                  </a:lnTo>
                  <a:lnTo>
                    <a:pt x="26" y="1449"/>
                  </a:lnTo>
                  <a:lnTo>
                    <a:pt x="0" y="1604"/>
                  </a:lnTo>
                  <a:lnTo>
                    <a:pt x="26" y="1759"/>
                  </a:lnTo>
                  <a:lnTo>
                    <a:pt x="52" y="1914"/>
                  </a:lnTo>
                  <a:lnTo>
                    <a:pt x="78" y="2069"/>
                  </a:lnTo>
                  <a:lnTo>
                    <a:pt x="130" y="2224"/>
                  </a:lnTo>
                  <a:lnTo>
                    <a:pt x="285" y="2508"/>
                  </a:lnTo>
                  <a:lnTo>
                    <a:pt x="491" y="2741"/>
                  </a:lnTo>
                  <a:lnTo>
                    <a:pt x="724" y="2922"/>
                  </a:lnTo>
                  <a:lnTo>
                    <a:pt x="983" y="3077"/>
                  </a:lnTo>
                  <a:lnTo>
                    <a:pt x="1138" y="3129"/>
                  </a:lnTo>
                  <a:lnTo>
                    <a:pt x="1293" y="3180"/>
                  </a:lnTo>
                  <a:lnTo>
                    <a:pt x="1448" y="3206"/>
                  </a:lnTo>
                  <a:lnTo>
                    <a:pt x="1758" y="3206"/>
                  </a:lnTo>
                  <a:lnTo>
                    <a:pt x="1913" y="3180"/>
                  </a:lnTo>
                  <a:lnTo>
                    <a:pt x="2068" y="3129"/>
                  </a:lnTo>
                  <a:lnTo>
                    <a:pt x="2198" y="3077"/>
                  </a:lnTo>
                  <a:lnTo>
                    <a:pt x="2430" y="2948"/>
                  </a:lnTo>
                  <a:lnTo>
                    <a:pt x="2637" y="2767"/>
                  </a:lnTo>
                  <a:lnTo>
                    <a:pt x="2818" y="2534"/>
                  </a:lnTo>
                  <a:lnTo>
                    <a:pt x="2947" y="2250"/>
                  </a:lnTo>
                  <a:lnTo>
                    <a:pt x="3025" y="1940"/>
                  </a:lnTo>
                  <a:lnTo>
                    <a:pt x="3051" y="1604"/>
                  </a:lnTo>
                  <a:lnTo>
                    <a:pt x="3025" y="1474"/>
                  </a:lnTo>
                  <a:lnTo>
                    <a:pt x="2947" y="1345"/>
                  </a:lnTo>
                  <a:lnTo>
                    <a:pt x="2844" y="1268"/>
                  </a:lnTo>
                  <a:lnTo>
                    <a:pt x="2689" y="1242"/>
                  </a:lnTo>
                  <a:lnTo>
                    <a:pt x="1939" y="1242"/>
                  </a:lnTo>
                  <a:lnTo>
                    <a:pt x="1810" y="1268"/>
                  </a:lnTo>
                  <a:lnTo>
                    <a:pt x="1706" y="1345"/>
                  </a:lnTo>
                  <a:lnTo>
                    <a:pt x="1629" y="1474"/>
                  </a:lnTo>
                  <a:lnTo>
                    <a:pt x="1603" y="1604"/>
                  </a:lnTo>
                  <a:lnTo>
                    <a:pt x="1629" y="1733"/>
                  </a:lnTo>
                  <a:lnTo>
                    <a:pt x="1706" y="1836"/>
                  </a:lnTo>
                  <a:lnTo>
                    <a:pt x="1810" y="1914"/>
                  </a:lnTo>
                  <a:lnTo>
                    <a:pt x="1939" y="1940"/>
                  </a:lnTo>
                  <a:lnTo>
                    <a:pt x="2301" y="1940"/>
                  </a:lnTo>
                  <a:lnTo>
                    <a:pt x="2223" y="2172"/>
                  </a:lnTo>
                  <a:lnTo>
                    <a:pt x="2146" y="2250"/>
                  </a:lnTo>
                  <a:lnTo>
                    <a:pt x="2068" y="2353"/>
                  </a:lnTo>
                  <a:lnTo>
                    <a:pt x="1991" y="2405"/>
                  </a:lnTo>
                  <a:lnTo>
                    <a:pt x="1887" y="2457"/>
                  </a:lnTo>
                  <a:lnTo>
                    <a:pt x="1758" y="2508"/>
                  </a:lnTo>
                  <a:lnTo>
                    <a:pt x="1603" y="2508"/>
                  </a:lnTo>
                  <a:lnTo>
                    <a:pt x="1422" y="2483"/>
                  </a:lnTo>
                  <a:lnTo>
                    <a:pt x="1267" y="2431"/>
                  </a:lnTo>
                  <a:lnTo>
                    <a:pt x="1112" y="2353"/>
                  </a:lnTo>
                  <a:lnTo>
                    <a:pt x="983" y="2250"/>
                  </a:lnTo>
                  <a:lnTo>
                    <a:pt x="853" y="2121"/>
                  </a:lnTo>
                  <a:lnTo>
                    <a:pt x="776" y="1966"/>
                  </a:lnTo>
                  <a:lnTo>
                    <a:pt x="724" y="1785"/>
                  </a:lnTo>
                  <a:lnTo>
                    <a:pt x="698" y="1604"/>
                  </a:lnTo>
                  <a:lnTo>
                    <a:pt x="724" y="1423"/>
                  </a:lnTo>
                  <a:lnTo>
                    <a:pt x="776" y="1242"/>
                  </a:lnTo>
                  <a:lnTo>
                    <a:pt x="853" y="1087"/>
                  </a:lnTo>
                  <a:lnTo>
                    <a:pt x="983" y="957"/>
                  </a:lnTo>
                  <a:lnTo>
                    <a:pt x="1112" y="854"/>
                  </a:lnTo>
                  <a:lnTo>
                    <a:pt x="1267" y="776"/>
                  </a:lnTo>
                  <a:lnTo>
                    <a:pt x="1422" y="725"/>
                  </a:lnTo>
                  <a:lnTo>
                    <a:pt x="1603" y="699"/>
                  </a:lnTo>
                  <a:lnTo>
                    <a:pt x="1758" y="699"/>
                  </a:lnTo>
                  <a:lnTo>
                    <a:pt x="1887" y="725"/>
                  </a:lnTo>
                  <a:lnTo>
                    <a:pt x="2017" y="776"/>
                  </a:lnTo>
                  <a:lnTo>
                    <a:pt x="2120" y="854"/>
                  </a:lnTo>
                  <a:lnTo>
                    <a:pt x="2249" y="906"/>
                  </a:lnTo>
                  <a:lnTo>
                    <a:pt x="2378" y="906"/>
                  </a:lnTo>
                  <a:lnTo>
                    <a:pt x="2508" y="854"/>
                  </a:lnTo>
                  <a:lnTo>
                    <a:pt x="2611" y="751"/>
                  </a:lnTo>
                  <a:lnTo>
                    <a:pt x="2663" y="621"/>
                  </a:lnTo>
                  <a:lnTo>
                    <a:pt x="2663" y="492"/>
                  </a:lnTo>
                  <a:lnTo>
                    <a:pt x="2611" y="363"/>
                  </a:lnTo>
                  <a:lnTo>
                    <a:pt x="2508" y="259"/>
                  </a:lnTo>
                  <a:lnTo>
                    <a:pt x="2301" y="156"/>
                  </a:lnTo>
                  <a:lnTo>
                    <a:pt x="2094" y="53"/>
                  </a:lnTo>
                  <a:lnTo>
                    <a:pt x="1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9"/>
            <p:cNvSpPr/>
            <p:nvPr/>
          </p:nvSpPr>
          <p:spPr>
            <a:xfrm>
              <a:off x="3382175" y="2674575"/>
              <a:ext cx="60750" cy="80175"/>
            </a:xfrm>
            <a:custGeom>
              <a:avLst/>
              <a:gdLst/>
              <a:ahLst/>
              <a:cxnLst/>
              <a:rect l="l" t="t" r="r" b="b"/>
              <a:pathLst>
                <a:path w="2430" h="3207" extrusionOk="0">
                  <a:moveTo>
                    <a:pt x="1189" y="699"/>
                  </a:moveTo>
                  <a:lnTo>
                    <a:pt x="1267" y="725"/>
                  </a:lnTo>
                  <a:lnTo>
                    <a:pt x="1370" y="751"/>
                  </a:lnTo>
                  <a:lnTo>
                    <a:pt x="1448" y="802"/>
                  </a:lnTo>
                  <a:lnTo>
                    <a:pt x="1551" y="932"/>
                  </a:lnTo>
                  <a:lnTo>
                    <a:pt x="1629" y="1061"/>
                  </a:lnTo>
                  <a:lnTo>
                    <a:pt x="1680" y="1216"/>
                  </a:lnTo>
                  <a:lnTo>
                    <a:pt x="1732" y="1371"/>
                  </a:lnTo>
                  <a:lnTo>
                    <a:pt x="1732" y="1604"/>
                  </a:lnTo>
                  <a:lnTo>
                    <a:pt x="1732" y="1759"/>
                  </a:lnTo>
                  <a:lnTo>
                    <a:pt x="1706" y="1940"/>
                  </a:lnTo>
                  <a:lnTo>
                    <a:pt x="1654" y="2069"/>
                  </a:lnTo>
                  <a:lnTo>
                    <a:pt x="1577" y="2224"/>
                  </a:lnTo>
                  <a:lnTo>
                    <a:pt x="1499" y="2327"/>
                  </a:lnTo>
                  <a:lnTo>
                    <a:pt x="1370" y="2431"/>
                  </a:lnTo>
                  <a:lnTo>
                    <a:pt x="1241" y="2483"/>
                  </a:lnTo>
                  <a:lnTo>
                    <a:pt x="1086" y="2508"/>
                  </a:lnTo>
                  <a:lnTo>
                    <a:pt x="724" y="2508"/>
                  </a:lnTo>
                  <a:lnTo>
                    <a:pt x="724" y="699"/>
                  </a:lnTo>
                  <a:close/>
                  <a:moveTo>
                    <a:pt x="362" y="1"/>
                  </a:moveTo>
                  <a:lnTo>
                    <a:pt x="233" y="27"/>
                  </a:lnTo>
                  <a:lnTo>
                    <a:pt x="103" y="104"/>
                  </a:lnTo>
                  <a:lnTo>
                    <a:pt x="52" y="208"/>
                  </a:lnTo>
                  <a:lnTo>
                    <a:pt x="0" y="337"/>
                  </a:lnTo>
                  <a:lnTo>
                    <a:pt x="26" y="2870"/>
                  </a:lnTo>
                  <a:lnTo>
                    <a:pt x="52" y="3000"/>
                  </a:lnTo>
                  <a:lnTo>
                    <a:pt x="129" y="3103"/>
                  </a:lnTo>
                  <a:lnTo>
                    <a:pt x="233" y="3180"/>
                  </a:lnTo>
                  <a:lnTo>
                    <a:pt x="362" y="3206"/>
                  </a:lnTo>
                  <a:lnTo>
                    <a:pt x="1112" y="3206"/>
                  </a:lnTo>
                  <a:lnTo>
                    <a:pt x="1241" y="3180"/>
                  </a:lnTo>
                  <a:lnTo>
                    <a:pt x="1370" y="3155"/>
                  </a:lnTo>
                  <a:lnTo>
                    <a:pt x="1629" y="3077"/>
                  </a:lnTo>
                  <a:lnTo>
                    <a:pt x="1861" y="2922"/>
                  </a:lnTo>
                  <a:lnTo>
                    <a:pt x="2068" y="2741"/>
                  </a:lnTo>
                  <a:lnTo>
                    <a:pt x="2223" y="2508"/>
                  </a:lnTo>
                  <a:lnTo>
                    <a:pt x="2327" y="2224"/>
                  </a:lnTo>
                  <a:lnTo>
                    <a:pt x="2404" y="1940"/>
                  </a:lnTo>
                  <a:lnTo>
                    <a:pt x="2430" y="1604"/>
                  </a:lnTo>
                  <a:lnTo>
                    <a:pt x="2404" y="1268"/>
                  </a:lnTo>
                  <a:lnTo>
                    <a:pt x="2327" y="957"/>
                  </a:lnTo>
                  <a:lnTo>
                    <a:pt x="2223" y="673"/>
                  </a:lnTo>
                  <a:lnTo>
                    <a:pt x="2068" y="440"/>
                  </a:lnTo>
                  <a:lnTo>
                    <a:pt x="1861" y="259"/>
                  </a:lnTo>
                  <a:lnTo>
                    <a:pt x="1629" y="104"/>
                  </a:lnTo>
                  <a:lnTo>
                    <a:pt x="1370" y="27"/>
                  </a:lnTo>
                  <a:lnTo>
                    <a:pt x="10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9"/>
            <p:cNvSpPr/>
            <p:nvPr/>
          </p:nvSpPr>
          <p:spPr>
            <a:xfrm>
              <a:off x="3519175" y="2674575"/>
              <a:ext cx="51725" cy="80175"/>
            </a:xfrm>
            <a:custGeom>
              <a:avLst/>
              <a:gdLst/>
              <a:ahLst/>
              <a:cxnLst/>
              <a:rect l="l" t="t" r="r" b="b"/>
              <a:pathLst>
                <a:path w="2069" h="3207" extrusionOk="0">
                  <a:moveTo>
                    <a:pt x="1034" y="699"/>
                  </a:moveTo>
                  <a:lnTo>
                    <a:pt x="1164" y="725"/>
                  </a:lnTo>
                  <a:lnTo>
                    <a:pt x="1267" y="776"/>
                  </a:lnTo>
                  <a:lnTo>
                    <a:pt x="1345" y="880"/>
                  </a:lnTo>
                  <a:lnTo>
                    <a:pt x="1370" y="1009"/>
                  </a:lnTo>
                  <a:lnTo>
                    <a:pt x="1345" y="1112"/>
                  </a:lnTo>
                  <a:lnTo>
                    <a:pt x="1267" y="1216"/>
                  </a:lnTo>
                  <a:lnTo>
                    <a:pt x="1164" y="1268"/>
                  </a:lnTo>
                  <a:lnTo>
                    <a:pt x="1034" y="1293"/>
                  </a:lnTo>
                  <a:lnTo>
                    <a:pt x="698" y="1293"/>
                  </a:lnTo>
                  <a:lnTo>
                    <a:pt x="698" y="699"/>
                  </a:lnTo>
                  <a:close/>
                  <a:moveTo>
                    <a:pt x="362" y="1"/>
                  </a:moveTo>
                  <a:lnTo>
                    <a:pt x="233" y="27"/>
                  </a:lnTo>
                  <a:lnTo>
                    <a:pt x="104" y="104"/>
                  </a:lnTo>
                  <a:lnTo>
                    <a:pt x="52" y="208"/>
                  </a:lnTo>
                  <a:lnTo>
                    <a:pt x="0" y="337"/>
                  </a:lnTo>
                  <a:lnTo>
                    <a:pt x="0" y="2844"/>
                  </a:lnTo>
                  <a:lnTo>
                    <a:pt x="52" y="3000"/>
                  </a:lnTo>
                  <a:lnTo>
                    <a:pt x="104" y="3103"/>
                  </a:lnTo>
                  <a:lnTo>
                    <a:pt x="233" y="3180"/>
                  </a:lnTo>
                  <a:lnTo>
                    <a:pt x="362" y="3206"/>
                  </a:lnTo>
                  <a:lnTo>
                    <a:pt x="491" y="3180"/>
                  </a:lnTo>
                  <a:lnTo>
                    <a:pt x="621" y="3103"/>
                  </a:lnTo>
                  <a:lnTo>
                    <a:pt x="672" y="3000"/>
                  </a:lnTo>
                  <a:lnTo>
                    <a:pt x="698" y="2844"/>
                  </a:lnTo>
                  <a:lnTo>
                    <a:pt x="698" y="2250"/>
                  </a:lnTo>
                  <a:lnTo>
                    <a:pt x="1448" y="3077"/>
                  </a:lnTo>
                  <a:lnTo>
                    <a:pt x="1577" y="3180"/>
                  </a:lnTo>
                  <a:lnTo>
                    <a:pt x="1706" y="3206"/>
                  </a:lnTo>
                  <a:lnTo>
                    <a:pt x="1836" y="3180"/>
                  </a:lnTo>
                  <a:lnTo>
                    <a:pt x="1939" y="3129"/>
                  </a:lnTo>
                  <a:lnTo>
                    <a:pt x="2043" y="3000"/>
                  </a:lnTo>
                  <a:lnTo>
                    <a:pt x="2068" y="2870"/>
                  </a:lnTo>
                  <a:lnTo>
                    <a:pt x="2043" y="2741"/>
                  </a:lnTo>
                  <a:lnTo>
                    <a:pt x="1991" y="2638"/>
                  </a:lnTo>
                  <a:lnTo>
                    <a:pt x="1370" y="1940"/>
                  </a:lnTo>
                  <a:lnTo>
                    <a:pt x="1526" y="1888"/>
                  </a:lnTo>
                  <a:lnTo>
                    <a:pt x="1655" y="1785"/>
                  </a:lnTo>
                  <a:lnTo>
                    <a:pt x="1784" y="1707"/>
                  </a:lnTo>
                  <a:lnTo>
                    <a:pt x="1862" y="1578"/>
                  </a:lnTo>
                  <a:lnTo>
                    <a:pt x="1965" y="1449"/>
                  </a:lnTo>
                  <a:lnTo>
                    <a:pt x="2017" y="1319"/>
                  </a:lnTo>
                  <a:lnTo>
                    <a:pt x="2068" y="1164"/>
                  </a:lnTo>
                  <a:lnTo>
                    <a:pt x="2068" y="1009"/>
                  </a:lnTo>
                  <a:lnTo>
                    <a:pt x="2043" y="802"/>
                  </a:lnTo>
                  <a:lnTo>
                    <a:pt x="1991" y="595"/>
                  </a:lnTo>
                  <a:lnTo>
                    <a:pt x="1887" y="440"/>
                  </a:lnTo>
                  <a:lnTo>
                    <a:pt x="1758" y="285"/>
                  </a:lnTo>
                  <a:lnTo>
                    <a:pt x="1603" y="156"/>
                  </a:lnTo>
                  <a:lnTo>
                    <a:pt x="1422" y="78"/>
                  </a:lnTo>
                  <a:lnTo>
                    <a:pt x="1241" y="27"/>
                  </a:lnTo>
                  <a:lnTo>
                    <a:pt x="10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9"/>
            <p:cNvSpPr/>
            <p:nvPr/>
          </p:nvSpPr>
          <p:spPr>
            <a:xfrm>
              <a:off x="3455200" y="2674575"/>
              <a:ext cx="53000" cy="80175"/>
            </a:xfrm>
            <a:custGeom>
              <a:avLst/>
              <a:gdLst/>
              <a:ahLst/>
              <a:cxnLst/>
              <a:rect l="l" t="t" r="r" b="b"/>
              <a:pathLst>
                <a:path w="2120" h="3207" extrusionOk="0">
                  <a:moveTo>
                    <a:pt x="1060" y="699"/>
                  </a:moveTo>
                  <a:lnTo>
                    <a:pt x="1189" y="725"/>
                  </a:lnTo>
                  <a:lnTo>
                    <a:pt x="1319" y="802"/>
                  </a:lnTo>
                  <a:lnTo>
                    <a:pt x="1396" y="906"/>
                  </a:lnTo>
                  <a:lnTo>
                    <a:pt x="1422" y="1061"/>
                  </a:lnTo>
                  <a:lnTo>
                    <a:pt x="1396" y="1190"/>
                  </a:lnTo>
                  <a:lnTo>
                    <a:pt x="1319" y="1319"/>
                  </a:lnTo>
                  <a:lnTo>
                    <a:pt x="1189" y="1397"/>
                  </a:lnTo>
                  <a:lnTo>
                    <a:pt x="1060" y="1423"/>
                  </a:lnTo>
                  <a:lnTo>
                    <a:pt x="698" y="1423"/>
                  </a:lnTo>
                  <a:lnTo>
                    <a:pt x="698" y="699"/>
                  </a:lnTo>
                  <a:close/>
                  <a:moveTo>
                    <a:pt x="362" y="1"/>
                  </a:moveTo>
                  <a:lnTo>
                    <a:pt x="233" y="27"/>
                  </a:lnTo>
                  <a:lnTo>
                    <a:pt x="104" y="104"/>
                  </a:lnTo>
                  <a:lnTo>
                    <a:pt x="26" y="208"/>
                  </a:lnTo>
                  <a:lnTo>
                    <a:pt x="0" y="337"/>
                  </a:lnTo>
                  <a:lnTo>
                    <a:pt x="0" y="2844"/>
                  </a:lnTo>
                  <a:lnTo>
                    <a:pt x="26" y="3000"/>
                  </a:lnTo>
                  <a:lnTo>
                    <a:pt x="104" y="3103"/>
                  </a:lnTo>
                  <a:lnTo>
                    <a:pt x="233" y="3180"/>
                  </a:lnTo>
                  <a:lnTo>
                    <a:pt x="362" y="3206"/>
                  </a:lnTo>
                  <a:lnTo>
                    <a:pt x="491" y="3180"/>
                  </a:lnTo>
                  <a:lnTo>
                    <a:pt x="595" y="3103"/>
                  </a:lnTo>
                  <a:lnTo>
                    <a:pt x="672" y="3000"/>
                  </a:lnTo>
                  <a:lnTo>
                    <a:pt x="698" y="2844"/>
                  </a:lnTo>
                  <a:lnTo>
                    <a:pt x="698" y="2121"/>
                  </a:lnTo>
                  <a:lnTo>
                    <a:pt x="1060" y="2121"/>
                  </a:lnTo>
                  <a:lnTo>
                    <a:pt x="1267" y="2095"/>
                  </a:lnTo>
                  <a:lnTo>
                    <a:pt x="1474" y="2017"/>
                  </a:lnTo>
                  <a:lnTo>
                    <a:pt x="1655" y="1940"/>
                  </a:lnTo>
                  <a:lnTo>
                    <a:pt x="1810" y="1810"/>
                  </a:lnTo>
                  <a:lnTo>
                    <a:pt x="1939" y="1655"/>
                  </a:lnTo>
                  <a:lnTo>
                    <a:pt x="2042" y="1474"/>
                  </a:lnTo>
                  <a:lnTo>
                    <a:pt x="2094" y="1268"/>
                  </a:lnTo>
                  <a:lnTo>
                    <a:pt x="2120" y="1061"/>
                  </a:lnTo>
                  <a:lnTo>
                    <a:pt x="2094" y="828"/>
                  </a:lnTo>
                  <a:lnTo>
                    <a:pt x="2042" y="647"/>
                  </a:lnTo>
                  <a:lnTo>
                    <a:pt x="1939" y="466"/>
                  </a:lnTo>
                  <a:lnTo>
                    <a:pt x="1810" y="311"/>
                  </a:lnTo>
                  <a:lnTo>
                    <a:pt x="1655" y="182"/>
                  </a:lnTo>
                  <a:lnTo>
                    <a:pt x="1474" y="78"/>
                  </a:lnTo>
                  <a:lnTo>
                    <a:pt x="1267" y="27"/>
                  </a:lnTo>
                  <a:lnTo>
                    <a:pt x="10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9"/>
            <p:cNvSpPr/>
            <p:nvPr/>
          </p:nvSpPr>
          <p:spPr>
            <a:xfrm>
              <a:off x="3470050" y="2905950"/>
              <a:ext cx="65300" cy="50425"/>
            </a:xfrm>
            <a:custGeom>
              <a:avLst/>
              <a:gdLst/>
              <a:ahLst/>
              <a:cxnLst/>
              <a:rect l="l" t="t" r="r" b="b"/>
              <a:pathLst>
                <a:path w="2612" h="2017" extrusionOk="0">
                  <a:moveTo>
                    <a:pt x="2120" y="0"/>
                  </a:moveTo>
                  <a:lnTo>
                    <a:pt x="2043" y="26"/>
                  </a:lnTo>
                  <a:lnTo>
                    <a:pt x="1965" y="52"/>
                  </a:lnTo>
                  <a:lnTo>
                    <a:pt x="1914" y="104"/>
                  </a:lnTo>
                  <a:lnTo>
                    <a:pt x="1009" y="1008"/>
                  </a:lnTo>
                  <a:lnTo>
                    <a:pt x="725" y="698"/>
                  </a:lnTo>
                  <a:lnTo>
                    <a:pt x="647" y="647"/>
                  </a:lnTo>
                  <a:lnTo>
                    <a:pt x="569" y="621"/>
                  </a:lnTo>
                  <a:lnTo>
                    <a:pt x="492" y="595"/>
                  </a:lnTo>
                  <a:lnTo>
                    <a:pt x="337" y="595"/>
                  </a:lnTo>
                  <a:lnTo>
                    <a:pt x="259" y="621"/>
                  </a:lnTo>
                  <a:lnTo>
                    <a:pt x="182" y="647"/>
                  </a:lnTo>
                  <a:lnTo>
                    <a:pt x="130" y="698"/>
                  </a:lnTo>
                  <a:lnTo>
                    <a:pt x="78" y="776"/>
                  </a:lnTo>
                  <a:lnTo>
                    <a:pt x="27" y="853"/>
                  </a:lnTo>
                  <a:lnTo>
                    <a:pt x="1" y="931"/>
                  </a:lnTo>
                  <a:lnTo>
                    <a:pt x="1" y="1008"/>
                  </a:lnTo>
                  <a:lnTo>
                    <a:pt x="1" y="1086"/>
                  </a:lnTo>
                  <a:lnTo>
                    <a:pt x="27" y="1164"/>
                  </a:lnTo>
                  <a:lnTo>
                    <a:pt x="78" y="1241"/>
                  </a:lnTo>
                  <a:lnTo>
                    <a:pt x="130" y="1293"/>
                  </a:lnTo>
                  <a:lnTo>
                    <a:pt x="725" y="1887"/>
                  </a:lnTo>
                  <a:lnTo>
                    <a:pt x="776" y="1939"/>
                  </a:lnTo>
                  <a:lnTo>
                    <a:pt x="854" y="1991"/>
                  </a:lnTo>
                  <a:lnTo>
                    <a:pt x="931" y="2017"/>
                  </a:lnTo>
                  <a:lnTo>
                    <a:pt x="1086" y="2017"/>
                  </a:lnTo>
                  <a:lnTo>
                    <a:pt x="1164" y="1991"/>
                  </a:lnTo>
                  <a:lnTo>
                    <a:pt x="1242" y="1939"/>
                  </a:lnTo>
                  <a:lnTo>
                    <a:pt x="1319" y="1887"/>
                  </a:lnTo>
                  <a:lnTo>
                    <a:pt x="2508" y="698"/>
                  </a:lnTo>
                  <a:lnTo>
                    <a:pt x="2560" y="647"/>
                  </a:lnTo>
                  <a:lnTo>
                    <a:pt x="2586" y="569"/>
                  </a:lnTo>
                  <a:lnTo>
                    <a:pt x="2612" y="491"/>
                  </a:lnTo>
                  <a:lnTo>
                    <a:pt x="2612" y="414"/>
                  </a:lnTo>
                  <a:lnTo>
                    <a:pt x="2612" y="336"/>
                  </a:lnTo>
                  <a:lnTo>
                    <a:pt x="2586" y="259"/>
                  </a:lnTo>
                  <a:lnTo>
                    <a:pt x="2560" y="181"/>
                  </a:lnTo>
                  <a:lnTo>
                    <a:pt x="2508" y="104"/>
                  </a:lnTo>
                  <a:lnTo>
                    <a:pt x="2431" y="52"/>
                  </a:lnTo>
                  <a:lnTo>
                    <a:pt x="2353" y="26"/>
                  </a:lnTo>
                  <a:lnTo>
                    <a:pt x="22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 name="Google Shape;922;p59"/>
          <p:cNvGrpSpPr/>
          <p:nvPr/>
        </p:nvGrpSpPr>
        <p:grpSpPr>
          <a:xfrm>
            <a:off x="4784863" y="2721100"/>
            <a:ext cx="383454" cy="383454"/>
            <a:chOff x="4008400" y="2633225"/>
            <a:chExt cx="357400" cy="357400"/>
          </a:xfrm>
        </p:grpSpPr>
        <p:sp>
          <p:nvSpPr>
            <p:cNvPr id="923" name="Google Shape;923;p59"/>
            <p:cNvSpPr/>
            <p:nvPr/>
          </p:nvSpPr>
          <p:spPr>
            <a:xfrm>
              <a:off x="4008400" y="2816125"/>
              <a:ext cx="160275" cy="174500"/>
            </a:xfrm>
            <a:custGeom>
              <a:avLst/>
              <a:gdLst/>
              <a:ahLst/>
              <a:cxnLst/>
              <a:rect l="l" t="t" r="r" b="b"/>
              <a:pathLst>
                <a:path w="6411" h="6980" extrusionOk="0">
                  <a:moveTo>
                    <a:pt x="5506" y="827"/>
                  </a:moveTo>
                  <a:lnTo>
                    <a:pt x="5532" y="853"/>
                  </a:lnTo>
                  <a:lnTo>
                    <a:pt x="5584" y="905"/>
                  </a:lnTo>
                  <a:lnTo>
                    <a:pt x="5584" y="957"/>
                  </a:lnTo>
                  <a:lnTo>
                    <a:pt x="5584" y="3050"/>
                  </a:lnTo>
                  <a:lnTo>
                    <a:pt x="827" y="3050"/>
                  </a:lnTo>
                  <a:lnTo>
                    <a:pt x="827" y="957"/>
                  </a:lnTo>
                  <a:lnTo>
                    <a:pt x="853" y="905"/>
                  </a:lnTo>
                  <a:lnTo>
                    <a:pt x="879" y="853"/>
                  </a:lnTo>
                  <a:lnTo>
                    <a:pt x="931" y="827"/>
                  </a:lnTo>
                  <a:close/>
                  <a:moveTo>
                    <a:pt x="5584" y="3903"/>
                  </a:moveTo>
                  <a:lnTo>
                    <a:pt x="5584" y="4317"/>
                  </a:lnTo>
                  <a:lnTo>
                    <a:pt x="5584" y="4369"/>
                  </a:lnTo>
                  <a:lnTo>
                    <a:pt x="5532" y="4420"/>
                  </a:lnTo>
                  <a:lnTo>
                    <a:pt x="5506" y="4446"/>
                  </a:lnTo>
                  <a:lnTo>
                    <a:pt x="931" y="4446"/>
                  </a:lnTo>
                  <a:lnTo>
                    <a:pt x="879" y="4420"/>
                  </a:lnTo>
                  <a:lnTo>
                    <a:pt x="853" y="4369"/>
                  </a:lnTo>
                  <a:lnTo>
                    <a:pt x="827" y="4317"/>
                  </a:lnTo>
                  <a:lnTo>
                    <a:pt x="827" y="3903"/>
                  </a:lnTo>
                  <a:close/>
                  <a:moveTo>
                    <a:pt x="3619" y="5299"/>
                  </a:moveTo>
                  <a:lnTo>
                    <a:pt x="3619" y="6127"/>
                  </a:lnTo>
                  <a:lnTo>
                    <a:pt x="2792" y="6127"/>
                  </a:lnTo>
                  <a:lnTo>
                    <a:pt x="2792" y="5299"/>
                  </a:lnTo>
                  <a:close/>
                  <a:moveTo>
                    <a:pt x="776" y="0"/>
                  </a:moveTo>
                  <a:lnTo>
                    <a:pt x="595" y="52"/>
                  </a:lnTo>
                  <a:lnTo>
                    <a:pt x="440" y="155"/>
                  </a:lnTo>
                  <a:lnTo>
                    <a:pt x="284" y="284"/>
                  </a:lnTo>
                  <a:lnTo>
                    <a:pt x="181" y="414"/>
                  </a:lnTo>
                  <a:lnTo>
                    <a:pt x="78" y="595"/>
                  </a:lnTo>
                  <a:lnTo>
                    <a:pt x="26" y="776"/>
                  </a:lnTo>
                  <a:lnTo>
                    <a:pt x="0" y="957"/>
                  </a:lnTo>
                  <a:lnTo>
                    <a:pt x="0" y="4317"/>
                  </a:lnTo>
                  <a:lnTo>
                    <a:pt x="26" y="4524"/>
                  </a:lnTo>
                  <a:lnTo>
                    <a:pt x="78" y="4705"/>
                  </a:lnTo>
                  <a:lnTo>
                    <a:pt x="181" y="4860"/>
                  </a:lnTo>
                  <a:lnTo>
                    <a:pt x="284" y="5015"/>
                  </a:lnTo>
                  <a:lnTo>
                    <a:pt x="440" y="5118"/>
                  </a:lnTo>
                  <a:lnTo>
                    <a:pt x="595" y="5222"/>
                  </a:lnTo>
                  <a:lnTo>
                    <a:pt x="776" y="5274"/>
                  </a:lnTo>
                  <a:lnTo>
                    <a:pt x="982" y="5299"/>
                  </a:lnTo>
                  <a:lnTo>
                    <a:pt x="1965" y="5299"/>
                  </a:lnTo>
                  <a:lnTo>
                    <a:pt x="1965" y="6127"/>
                  </a:lnTo>
                  <a:lnTo>
                    <a:pt x="1732" y="6127"/>
                  </a:lnTo>
                  <a:lnTo>
                    <a:pt x="1654" y="6152"/>
                  </a:lnTo>
                  <a:lnTo>
                    <a:pt x="1577" y="6204"/>
                  </a:lnTo>
                  <a:lnTo>
                    <a:pt x="1525" y="6256"/>
                  </a:lnTo>
                  <a:lnTo>
                    <a:pt x="1474" y="6308"/>
                  </a:lnTo>
                  <a:lnTo>
                    <a:pt x="1422" y="6385"/>
                  </a:lnTo>
                  <a:lnTo>
                    <a:pt x="1396" y="6463"/>
                  </a:lnTo>
                  <a:lnTo>
                    <a:pt x="1396" y="6540"/>
                  </a:lnTo>
                  <a:lnTo>
                    <a:pt x="1396" y="6644"/>
                  </a:lnTo>
                  <a:lnTo>
                    <a:pt x="1422" y="6721"/>
                  </a:lnTo>
                  <a:lnTo>
                    <a:pt x="1474" y="6773"/>
                  </a:lnTo>
                  <a:lnTo>
                    <a:pt x="1525" y="6850"/>
                  </a:lnTo>
                  <a:lnTo>
                    <a:pt x="1577" y="6902"/>
                  </a:lnTo>
                  <a:lnTo>
                    <a:pt x="1654" y="6928"/>
                  </a:lnTo>
                  <a:lnTo>
                    <a:pt x="1732" y="6954"/>
                  </a:lnTo>
                  <a:lnTo>
                    <a:pt x="1810" y="6980"/>
                  </a:lnTo>
                  <a:lnTo>
                    <a:pt x="4601" y="6980"/>
                  </a:lnTo>
                  <a:lnTo>
                    <a:pt x="4705" y="6954"/>
                  </a:lnTo>
                  <a:lnTo>
                    <a:pt x="4782" y="6928"/>
                  </a:lnTo>
                  <a:lnTo>
                    <a:pt x="4834" y="6902"/>
                  </a:lnTo>
                  <a:lnTo>
                    <a:pt x="4912" y="6850"/>
                  </a:lnTo>
                  <a:lnTo>
                    <a:pt x="4963" y="6773"/>
                  </a:lnTo>
                  <a:lnTo>
                    <a:pt x="4989" y="6721"/>
                  </a:lnTo>
                  <a:lnTo>
                    <a:pt x="5015" y="6644"/>
                  </a:lnTo>
                  <a:lnTo>
                    <a:pt x="5015" y="6540"/>
                  </a:lnTo>
                  <a:lnTo>
                    <a:pt x="5015" y="6463"/>
                  </a:lnTo>
                  <a:lnTo>
                    <a:pt x="4989" y="6385"/>
                  </a:lnTo>
                  <a:lnTo>
                    <a:pt x="4963" y="6308"/>
                  </a:lnTo>
                  <a:lnTo>
                    <a:pt x="4912" y="6256"/>
                  </a:lnTo>
                  <a:lnTo>
                    <a:pt x="4834" y="6204"/>
                  </a:lnTo>
                  <a:lnTo>
                    <a:pt x="4782" y="6152"/>
                  </a:lnTo>
                  <a:lnTo>
                    <a:pt x="4705" y="6127"/>
                  </a:lnTo>
                  <a:lnTo>
                    <a:pt x="4472" y="6127"/>
                  </a:lnTo>
                  <a:lnTo>
                    <a:pt x="4472" y="5299"/>
                  </a:lnTo>
                  <a:lnTo>
                    <a:pt x="5454" y="5299"/>
                  </a:lnTo>
                  <a:lnTo>
                    <a:pt x="5635" y="5274"/>
                  </a:lnTo>
                  <a:lnTo>
                    <a:pt x="5816" y="5222"/>
                  </a:lnTo>
                  <a:lnTo>
                    <a:pt x="5997" y="5118"/>
                  </a:lnTo>
                  <a:lnTo>
                    <a:pt x="6127" y="5015"/>
                  </a:lnTo>
                  <a:lnTo>
                    <a:pt x="6256" y="4860"/>
                  </a:lnTo>
                  <a:lnTo>
                    <a:pt x="6333" y="4705"/>
                  </a:lnTo>
                  <a:lnTo>
                    <a:pt x="6411" y="4524"/>
                  </a:lnTo>
                  <a:lnTo>
                    <a:pt x="6411" y="4317"/>
                  </a:lnTo>
                  <a:lnTo>
                    <a:pt x="6411" y="957"/>
                  </a:lnTo>
                  <a:lnTo>
                    <a:pt x="6411" y="776"/>
                  </a:lnTo>
                  <a:lnTo>
                    <a:pt x="6333" y="595"/>
                  </a:lnTo>
                  <a:lnTo>
                    <a:pt x="6256" y="414"/>
                  </a:lnTo>
                  <a:lnTo>
                    <a:pt x="6127" y="284"/>
                  </a:lnTo>
                  <a:lnTo>
                    <a:pt x="5997" y="155"/>
                  </a:lnTo>
                  <a:lnTo>
                    <a:pt x="5816" y="52"/>
                  </a:lnTo>
                  <a:lnTo>
                    <a:pt x="56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9"/>
            <p:cNvSpPr/>
            <p:nvPr/>
          </p:nvSpPr>
          <p:spPr>
            <a:xfrm>
              <a:off x="4205500" y="2816125"/>
              <a:ext cx="160300" cy="174500"/>
            </a:xfrm>
            <a:custGeom>
              <a:avLst/>
              <a:gdLst/>
              <a:ahLst/>
              <a:cxnLst/>
              <a:rect l="l" t="t" r="r" b="b"/>
              <a:pathLst>
                <a:path w="6412" h="6980" extrusionOk="0">
                  <a:moveTo>
                    <a:pt x="5481" y="827"/>
                  </a:moveTo>
                  <a:lnTo>
                    <a:pt x="5532" y="853"/>
                  </a:lnTo>
                  <a:lnTo>
                    <a:pt x="5558" y="905"/>
                  </a:lnTo>
                  <a:lnTo>
                    <a:pt x="5584" y="957"/>
                  </a:lnTo>
                  <a:lnTo>
                    <a:pt x="5584" y="3050"/>
                  </a:lnTo>
                  <a:lnTo>
                    <a:pt x="828" y="3050"/>
                  </a:lnTo>
                  <a:lnTo>
                    <a:pt x="828" y="957"/>
                  </a:lnTo>
                  <a:lnTo>
                    <a:pt x="828" y="905"/>
                  </a:lnTo>
                  <a:lnTo>
                    <a:pt x="879" y="853"/>
                  </a:lnTo>
                  <a:lnTo>
                    <a:pt x="905" y="827"/>
                  </a:lnTo>
                  <a:close/>
                  <a:moveTo>
                    <a:pt x="5584" y="3903"/>
                  </a:moveTo>
                  <a:lnTo>
                    <a:pt x="5584" y="4317"/>
                  </a:lnTo>
                  <a:lnTo>
                    <a:pt x="5558" y="4369"/>
                  </a:lnTo>
                  <a:lnTo>
                    <a:pt x="5532" y="4420"/>
                  </a:lnTo>
                  <a:lnTo>
                    <a:pt x="5481" y="4446"/>
                  </a:lnTo>
                  <a:lnTo>
                    <a:pt x="905" y="4446"/>
                  </a:lnTo>
                  <a:lnTo>
                    <a:pt x="879" y="4420"/>
                  </a:lnTo>
                  <a:lnTo>
                    <a:pt x="828" y="4369"/>
                  </a:lnTo>
                  <a:lnTo>
                    <a:pt x="828" y="4317"/>
                  </a:lnTo>
                  <a:lnTo>
                    <a:pt x="828" y="3903"/>
                  </a:lnTo>
                  <a:close/>
                  <a:moveTo>
                    <a:pt x="3619" y="5299"/>
                  </a:moveTo>
                  <a:lnTo>
                    <a:pt x="3619" y="6127"/>
                  </a:lnTo>
                  <a:lnTo>
                    <a:pt x="2792" y="6127"/>
                  </a:lnTo>
                  <a:lnTo>
                    <a:pt x="2792" y="5299"/>
                  </a:lnTo>
                  <a:close/>
                  <a:moveTo>
                    <a:pt x="776" y="0"/>
                  </a:moveTo>
                  <a:lnTo>
                    <a:pt x="595" y="52"/>
                  </a:lnTo>
                  <a:lnTo>
                    <a:pt x="414" y="155"/>
                  </a:lnTo>
                  <a:lnTo>
                    <a:pt x="285" y="284"/>
                  </a:lnTo>
                  <a:lnTo>
                    <a:pt x="156" y="414"/>
                  </a:lnTo>
                  <a:lnTo>
                    <a:pt x="78" y="595"/>
                  </a:lnTo>
                  <a:lnTo>
                    <a:pt x="0" y="776"/>
                  </a:lnTo>
                  <a:lnTo>
                    <a:pt x="0" y="957"/>
                  </a:lnTo>
                  <a:lnTo>
                    <a:pt x="0" y="4317"/>
                  </a:lnTo>
                  <a:lnTo>
                    <a:pt x="0" y="4524"/>
                  </a:lnTo>
                  <a:lnTo>
                    <a:pt x="78" y="4705"/>
                  </a:lnTo>
                  <a:lnTo>
                    <a:pt x="156" y="4860"/>
                  </a:lnTo>
                  <a:lnTo>
                    <a:pt x="285" y="5015"/>
                  </a:lnTo>
                  <a:lnTo>
                    <a:pt x="414" y="5118"/>
                  </a:lnTo>
                  <a:lnTo>
                    <a:pt x="595" y="5222"/>
                  </a:lnTo>
                  <a:lnTo>
                    <a:pt x="776" y="5274"/>
                  </a:lnTo>
                  <a:lnTo>
                    <a:pt x="957" y="5299"/>
                  </a:lnTo>
                  <a:lnTo>
                    <a:pt x="1939" y="5299"/>
                  </a:lnTo>
                  <a:lnTo>
                    <a:pt x="1939" y="6127"/>
                  </a:lnTo>
                  <a:lnTo>
                    <a:pt x="1732" y="6127"/>
                  </a:lnTo>
                  <a:lnTo>
                    <a:pt x="1655" y="6152"/>
                  </a:lnTo>
                  <a:lnTo>
                    <a:pt x="1577" y="6204"/>
                  </a:lnTo>
                  <a:lnTo>
                    <a:pt x="1500" y="6256"/>
                  </a:lnTo>
                  <a:lnTo>
                    <a:pt x="1448" y="6308"/>
                  </a:lnTo>
                  <a:lnTo>
                    <a:pt x="1422" y="6385"/>
                  </a:lnTo>
                  <a:lnTo>
                    <a:pt x="1396" y="6463"/>
                  </a:lnTo>
                  <a:lnTo>
                    <a:pt x="1396" y="6540"/>
                  </a:lnTo>
                  <a:lnTo>
                    <a:pt x="1396" y="6644"/>
                  </a:lnTo>
                  <a:lnTo>
                    <a:pt x="1422" y="6721"/>
                  </a:lnTo>
                  <a:lnTo>
                    <a:pt x="1448" y="6773"/>
                  </a:lnTo>
                  <a:lnTo>
                    <a:pt x="1500" y="6850"/>
                  </a:lnTo>
                  <a:lnTo>
                    <a:pt x="1577" y="6902"/>
                  </a:lnTo>
                  <a:lnTo>
                    <a:pt x="1655" y="6928"/>
                  </a:lnTo>
                  <a:lnTo>
                    <a:pt x="1732" y="6954"/>
                  </a:lnTo>
                  <a:lnTo>
                    <a:pt x="1810" y="6980"/>
                  </a:lnTo>
                  <a:lnTo>
                    <a:pt x="4602" y="6980"/>
                  </a:lnTo>
                  <a:lnTo>
                    <a:pt x="4679" y="6954"/>
                  </a:lnTo>
                  <a:lnTo>
                    <a:pt x="4757" y="6928"/>
                  </a:lnTo>
                  <a:lnTo>
                    <a:pt x="4834" y="6902"/>
                  </a:lnTo>
                  <a:lnTo>
                    <a:pt x="4886" y="6850"/>
                  </a:lnTo>
                  <a:lnTo>
                    <a:pt x="4938" y="6773"/>
                  </a:lnTo>
                  <a:lnTo>
                    <a:pt x="4990" y="6721"/>
                  </a:lnTo>
                  <a:lnTo>
                    <a:pt x="5015" y="6644"/>
                  </a:lnTo>
                  <a:lnTo>
                    <a:pt x="5015" y="6540"/>
                  </a:lnTo>
                  <a:lnTo>
                    <a:pt x="5015" y="6463"/>
                  </a:lnTo>
                  <a:lnTo>
                    <a:pt x="4990" y="6385"/>
                  </a:lnTo>
                  <a:lnTo>
                    <a:pt x="4938" y="6308"/>
                  </a:lnTo>
                  <a:lnTo>
                    <a:pt x="4886" y="6256"/>
                  </a:lnTo>
                  <a:lnTo>
                    <a:pt x="4834" y="6204"/>
                  </a:lnTo>
                  <a:lnTo>
                    <a:pt x="4757" y="6152"/>
                  </a:lnTo>
                  <a:lnTo>
                    <a:pt x="4679" y="6127"/>
                  </a:lnTo>
                  <a:lnTo>
                    <a:pt x="4447" y="6127"/>
                  </a:lnTo>
                  <a:lnTo>
                    <a:pt x="4447" y="5299"/>
                  </a:lnTo>
                  <a:lnTo>
                    <a:pt x="5429" y="5299"/>
                  </a:lnTo>
                  <a:lnTo>
                    <a:pt x="5636" y="5274"/>
                  </a:lnTo>
                  <a:lnTo>
                    <a:pt x="5817" y="5222"/>
                  </a:lnTo>
                  <a:lnTo>
                    <a:pt x="5972" y="5118"/>
                  </a:lnTo>
                  <a:lnTo>
                    <a:pt x="6127" y="5015"/>
                  </a:lnTo>
                  <a:lnTo>
                    <a:pt x="6256" y="4860"/>
                  </a:lnTo>
                  <a:lnTo>
                    <a:pt x="6334" y="4705"/>
                  </a:lnTo>
                  <a:lnTo>
                    <a:pt x="6385" y="4524"/>
                  </a:lnTo>
                  <a:lnTo>
                    <a:pt x="6411" y="4317"/>
                  </a:lnTo>
                  <a:lnTo>
                    <a:pt x="6411" y="957"/>
                  </a:lnTo>
                  <a:lnTo>
                    <a:pt x="6385" y="776"/>
                  </a:lnTo>
                  <a:lnTo>
                    <a:pt x="6334" y="595"/>
                  </a:lnTo>
                  <a:lnTo>
                    <a:pt x="6256" y="414"/>
                  </a:lnTo>
                  <a:lnTo>
                    <a:pt x="6127" y="284"/>
                  </a:lnTo>
                  <a:lnTo>
                    <a:pt x="5972" y="155"/>
                  </a:lnTo>
                  <a:lnTo>
                    <a:pt x="5817" y="52"/>
                  </a:lnTo>
                  <a:lnTo>
                    <a:pt x="56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9"/>
            <p:cNvSpPr/>
            <p:nvPr/>
          </p:nvSpPr>
          <p:spPr>
            <a:xfrm>
              <a:off x="4036825" y="2723700"/>
              <a:ext cx="63350" cy="62700"/>
            </a:xfrm>
            <a:custGeom>
              <a:avLst/>
              <a:gdLst/>
              <a:ahLst/>
              <a:cxnLst/>
              <a:rect l="l" t="t" r="r" b="b"/>
              <a:pathLst>
                <a:path w="2534" h="2508" extrusionOk="0">
                  <a:moveTo>
                    <a:pt x="337" y="1"/>
                  </a:moveTo>
                  <a:lnTo>
                    <a:pt x="259" y="26"/>
                  </a:lnTo>
                  <a:lnTo>
                    <a:pt x="181" y="78"/>
                  </a:lnTo>
                  <a:lnTo>
                    <a:pt x="130" y="130"/>
                  </a:lnTo>
                  <a:lnTo>
                    <a:pt x="78" y="181"/>
                  </a:lnTo>
                  <a:lnTo>
                    <a:pt x="52" y="259"/>
                  </a:lnTo>
                  <a:lnTo>
                    <a:pt x="26" y="337"/>
                  </a:lnTo>
                  <a:lnTo>
                    <a:pt x="0" y="414"/>
                  </a:lnTo>
                  <a:lnTo>
                    <a:pt x="0" y="2094"/>
                  </a:lnTo>
                  <a:lnTo>
                    <a:pt x="26" y="2172"/>
                  </a:lnTo>
                  <a:lnTo>
                    <a:pt x="52" y="2249"/>
                  </a:lnTo>
                  <a:lnTo>
                    <a:pt x="78" y="2327"/>
                  </a:lnTo>
                  <a:lnTo>
                    <a:pt x="130" y="2379"/>
                  </a:lnTo>
                  <a:lnTo>
                    <a:pt x="181" y="2430"/>
                  </a:lnTo>
                  <a:lnTo>
                    <a:pt x="259" y="2482"/>
                  </a:lnTo>
                  <a:lnTo>
                    <a:pt x="337" y="2508"/>
                  </a:lnTo>
                  <a:lnTo>
                    <a:pt x="517" y="2508"/>
                  </a:lnTo>
                  <a:lnTo>
                    <a:pt x="595" y="2482"/>
                  </a:lnTo>
                  <a:lnTo>
                    <a:pt x="673" y="2430"/>
                  </a:lnTo>
                  <a:lnTo>
                    <a:pt x="724" y="2379"/>
                  </a:lnTo>
                  <a:lnTo>
                    <a:pt x="776" y="2327"/>
                  </a:lnTo>
                  <a:lnTo>
                    <a:pt x="802" y="2249"/>
                  </a:lnTo>
                  <a:lnTo>
                    <a:pt x="828" y="2172"/>
                  </a:lnTo>
                  <a:lnTo>
                    <a:pt x="854" y="2094"/>
                  </a:lnTo>
                  <a:lnTo>
                    <a:pt x="854" y="828"/>
                  </a:lnTo>
                  <a:lnTo>
                    <a:pt x="2198" y="828"/>
                  </a:lnTo>
                  <a:lnTo>
                    <a:pt x="2275" y="802"/>
                  </a:lnTo>
                  <a:lnTo>
                    <a:pt x="2327" y="776"/>
                  </a:lnTo>
                  <a:lnTo>
                    <a:pt x="2405" y="724"/>
                  </a:lnTo>
                  <a:lnTo>
                    <a:pt x="2456" y="647"/>
                  </a:lnTo>
                  <a:lnTo>
                    <a:pt x="2482" y="569"/>
                  </a:lnTo>
                  <a:lnTo>
                    <a:pt x="2508" y="492"/>
                  </a:lnTo>
                  <a:lnTo>
                    <a:pt x="2534" y="414"/>
                  </a:lnTo>
                  <a:lnTo>
                    <a:pt x="2508" y="337"/>
                  </a:lnTo>
                  <a:lnTo>
                    <a:pt x="2482" y="259"/>
                  </a:lnTo>
                  <a:lnTo>
                    <a:pt x="2456" y="181"/>
                  </a:lnTo>
                  <a:lnTo>
                    <a:pt x="2405" y="130"/>
                  </a:lnTo>
                  <a:lnTo>
                    <a:pt x="2327" y="78"/>
                  </a:lnTo>
                  <a:lnTo>
                    <a:pt x="2275" y="26"/>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9"/>
            <p:cNvSpPr/>
            <p:nvPr/>
          </p:nvSpPr>
          <p:spPr>
            <a:xfrm>
              <a:off x="4274650" y="2723700"/>
              <a:ext cx="62700" cy="62700"/>
            </a:xfrm>
            <a:custGeom>
              <a:avLst/>
              <a:gdLst/>
              <a:ahLst/>
              <a:cxnLst/>
              <a:rect l="l" t="t" r="r" b="b"/>
              <a:pathLst>
                <a:path w="2508" h="2508" extrusionOk="0">
                  <a:moveTo>
                    <a:pt x="311" y="1"/>
                  </a:moveTo>
                  <a:lnTo>
                    <a:pt x="233" y="26"/>
                  </a:lnTo>
                  <a:lnTo>
                    <a:pt x="181" y="78"/>
                  </a:lnTo>
                  <a:lnTo>
                    <a:pt x="104" y="130"/>
                  </a:lnTo>
                  <a:lnTo>
                    <a:pt x="52" y="181"/>
                  </a:lnTo>
                  <a:lnTo>
                    <a:pt x="26" y="259"/>
                  </a:lnTo>
                  <a:lnTo>
                    <a:pt x="0" y="337"/>
                  </a:lnTo>
                  <a:lnTo>
                    <a:pt x="0" y="414"/>
                  </a:lnTo>
                  <a:lnTo>
                    <a:pt x="0" y="492"/>
                  </a:lnTo>
                  <a:lnTo>
                    <a:pt x="26" y="569"/>
                  </a:lnTo>
                  <a:lnTo>
                    <a:pt x="52" y="647"/>
                  </a:lnTo>
                  <a:lnTo>
                    <a:pt x="104" y="724"/>
                  </a:lnTo>
                  <a:lnTo>
                    <a:pt x="181" y="776"/>
                  </a:lnTo>
                  <a:lnTo>
                    <a:pt x="233" y="802"/>
                  </a:lnTo>
                  <a:lnTo>
                    <a:pt x="311" y="828"/>
                  </a:lnTo>
                  <a:lnTo>
                    <a:pt x="1655" y="828"/>
                  </a:lnTo>
                  <a:lnTo>
                    <a:pt x="1655" y="2094"/>
                  </a:lnTo>
                  <a:lnTo>
                    <a:pt x="1681" y="2172"/>
                  </a:lnTo>
                  <a:lnTo>
                    <a:pt x="1707" y="2249"/>
                  </a:lnTo>
                  <a:lnTo>
                    <a:pt x="1732" y="2327"/>
                  </a:lnTo>
                  <a:lnTo>
                    <a:pt x="1784" y="2379"/>
                  </a:lnTo>
                  <a:lnTo>
                    <a:pt x="1836" y="2430"/>
                  </a:lnTo>
                  <a:lnTo>
                    <a:pt x="1913" y="2482"/>
                  </a:lnTo>
                  <a:lnTo>
                    <a:pt x="1991" y="2508"/>
                  </a:lnTo>
                  <a:lnTo>
                    <a:pt x="2172" y="2508"/>
                  </a:lnTo>
                  <a:lnTo>
                    <a:pt x="2249" y="2482"/>
                  </a:lnTo>
                  <a:lnTo>
                    <a:pt x="2327" y="2430"/>
                  </a:lnTo>
                  <a:lnTo>
                    <a:pt x="2379" y="2379"/>
                  </a:lnTo>
                  <a:lnTo>
                    <a:pt x="2430" y="2327"/>
                  </a:lnTo>
                  <a:lnTo>
                    <a:pt x="2456" y="2249"/>
                  </a:lnTo>
                  <a:lnTo>
                    <a:pt x="2482" y="2172"/>
                  </a:lnTo>
                  <a:lnTo>
                    <a:pt x="2508" y="2094"/>
                  </a:lnTo>
                  <a:lnTo>
                    <a:pt x="2508" y="414"/>
                  </a:lnTo>
                  <a:lnTo>
                    <a:pt x="2482" y="337"/>
                  </a:lnTo>
                  <a:lnTo>
                    <a:pt x="2456" y="259"/>
                  </a:lnTo>
                  <a:lnTo>
                    <a:pt x="2430" y="181"/>
                  </a:lnTo>
                  <a:lnTo>
                    <a:pt x="2379" y="130"/>
                  </a:lnTo>
                  <a:lnTo>
                    <a:pt x="2327" y="78"/>
                  </a:lnTo>
                  <a:lnTo>
                    <a:pt x="2249" y="26"/>
                  </a:lnTo>
                  <a:lnTo>
                    <a:pt x="21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9"/>
            <p:cNvSpPr/>
            <p:nvPr/>
          </p:nvSpPr>
          <p:spPr>
            <a:xfrm>
              <a:off x="4113725" y="2633225"/>
              <a:ext cx="146725" cy="173875"/>
            </a:xfrm>
            <a:custGeom>
              <a:avLst/>
              <a:gdLst/>
              <a:ahLst/>
              <a:cxnLst/>
              <a:rect l="l" t="t" r="r" b="b"/>
              <a:pathLst>
                <a:path w="5869" h="6955" extrusionOk="0">
                  <a:moveTo>
                    <a:pt x="2948" y="828"/>
                  </a:moveTo>
                  <a:lnTo>
                    <a:pt x="3465" y="854"/>
                  </a:lnTo>
                  <a:lnTo>
                    <a:pt x="3982" y="931"/>
                  </a:lnTo>
                  <a:lnTo>
                    <a:pt x="4499" y="1060"/>
                  </a:lnTo>
                  <a:lnTo>
                    <a:pt x="5042" y="1241"/>
                  </a:lnTo>
                  <a:lnTo>
                    <a:pt x="5042" y="2689"/>
                  </a:lnTo>
                  <a:lnTo>
                    <a:pt x="5016" y="2947"/>
                  </a:lnTo>
                  <a:lnTo>
                    <a:pt x="4990" y="3206"/>
                  </a:lnTo>
                  <a:lnTo>
                    <a:pt x="4938" y="3464"/>
                  </a:lnTo>
                  <a:lnTo>
                    <a:pt x="4886" y="3723"/>
                  </a:lnTo>
                  <a:lnTo>
                    <a:pt x="4809" y="3981"/>
                  </a:lnTo>
                  <a:lnTo>
                    <a:pt x="4705" y="4214"/>
                  </a:lnTo>
                  <a:lnTo>
                    <a:pt x="4602" y="4447"/>
                  </a:lnTo>
                  <a:lnTo>
                    <a:pt x="4473" y="4679"/>
                  </a:lnTo>
                  <a:lnTo>
                    <a:pt x="4318" y="4886"/>
                  </a:lnTo>
                  <a:lnTo>
                    <a:pt x="4163" y="5093"/>
                  </a:lnTo>
                  <a:lnTo>
                    <a:pt x="3982" y="5300"/>
                  </a:lnTo>
                  <a:lnTo>
                    <a:pt x="3801" y="5481"/>
                  </a:lnTo>
                  <a:lnTo>
                    <a:pt x="3594" y="5662"/>
                  </a:lnTo>
                  <a:lnTo>
                    <a:pt x="3387" y="5817"/>
                  </a:lnTo>
                  <a:lnTo>
                    <a:pt x="3180" y="5946"/>
                  </a:lnTo>
                  <a:lnTo>
                    <a:pt x="2948" y="6075"/>
                  </a:lnTo>
                  <a:lnTo>
                    <a:pt x="2689" y="5946"/>
                  </a:lnTo>
                  <a:lnTo>
                    <a:pt x="2482" y="5817"/>
                  </a:lnTo>
                  <a:lnTo>
                    <a:pt x="2276" y="5662"/>
                  </a:lnTo>
                  <a:lnTo>
                    <a:pt x="2069" y="5481"/>
                  </a:lnTo>
                  <a:lnTo>
                    <a:pt x="1888" y="5300"/>
                  </a:lnTo>
                  <a:lnTo>
                    <a:pt x="1707" y="5093"/>
                  </a:lnTo>
                  <a:lnTo>
                    <a:pt x="1552" y="4886"/>
                  </a:lnTo>
                  <a:lnTo>
                    <a:pt x="1397" y="4679"/>
                  </a:lnTo>
                  <a:lnTo>
                    <a:pt x="1293" y="4447"/>
                  </a:lnTo>
                  <a:lnTo>
                    <a:pt x="1164" y="4214"/>
                  </a:lnTo>
                  <a:lnTo>
                    <a:pt x="1061" y="3981"/>
                  </a:lnTo>
                  <a:lnTo>
                    <a:pt x="983" y="3723"/>
                  </a:lnTo>
                  <a:lnTo>
                    <a:pt x="931" y="3464"/>
                  </a:lnTo>
                  <a:lnTo>
                    <a:pt x="880" y="3206"/>
                  </a:lnTo>
                  <a:lnTo>
                    <a:pt x="854" y="2947"/>
                  </a:lnTo>
                  <a:lnTo>
                    <a:pt x="854" y="2689"/>
                  </a:lnTo>
                  <a:lnTo>
                    <a:pt x="854" y="1241"/>
                  </a:lnTo>
                  <a:lnTo>
                    <a:pt x="1371" y="1060"/>
                  </a:lnTo>
                  <a:lnTo>
                    <a:pt x="1888" y="931"/>
                  </a:lnTo>
                  <a:lnTo>
                    <a:pt x="2405" y="854"/>
                  </a:lnTo>
                  <a:lnTo>
                    <a:pt x="2948" y="828"/>
                  </a:lnTo>
                  <a:close/>
                  <a:moveTo>
                    <a:pt x="2612" y="0"/>
                  </a:moveTo>
                  <a:lnTo>
                    <a:pt x="2276" y="26"/>
                  </a:lnTo>
                  <a:lnTo>
                    <a:pt x="1939" y="78"/>
                  </a:lnTo>
                  <a:lnTo>
                    <a:pt x="1603" y="130"/>
                  </a:lnTo>
                  <a:lnTo>
                    <a:pt x="1267" y="207"/>
                  </a:lnTo>
                  <a:lnTo>
                    <a:pt x="931" y="311"/>
                  </a:lnTo>
                  <a:lnTo>
                    <a:pt x="595" y="440"/>
                  </a:lnTo>
                  <a:lnTo>
                    <a:pt x="259" y="569"/>
                  </a:lnTo>
                  <a:lnTo>
                    <a:pt x="156" y="647"/>
                  </a:lnTo>
                  <a:lnTo>
                    <a:pt x="78" y="724"/>
                  </a:lnTo>
                  <a:lnTo>
                    <a:pt x="27" y="854"/>
                  </a:lnTo>
                  <a:lnTo>
                    <a:pt x="1" y="957"/>
                  </a:lnTo>
                  <a:lnTo>
                    <a:pt x="1" y="2689"/>
                  </a:lnTo>
                  <a:lnTo>
                    <a:pt x="27" y="3025"/>
                  </a:lnTo>
                  <a:lnTo>
                    <a:pt x="52" y="3361"/>
                  </a:lnTo>
                  <a:lnTo>
                    <a:pt x="104" y="3697"/>
                  </a:lnTo>
                  <a:lnTo>
                    <a:pt x="207" y="4007"/>
                  </a:lnTo>
                  <a:lnTo>
                    <a:pt x="311" y="4343"/>
                  </a:lnTo>
                  <a:lnTo>
                    <a:pt x="440" y="4628"/>
                  </a:lnTo>
                  <a:lnTo>
                    <a:pt x="595" y="4938"/>
                  </a:lnTo>
                  <a:lnTo>
                    <a:pt x="750" y="5222"/>
                  </a:lnTo>
                  <a:lnTo>
                    <a:pt x="957" y="5481"/>
                  </a:lnTo>
                  <a:lnTo>
                    <a:pt x="1164" y="5739"/>
                  </a:lnTo>
                  <a:lnTo>
                    <a:pt x="1371" y="5998"/>
                  </a:lnTo>
                  <a:lnTo>
                    <a:pt x="1629" y="6205"/>
                  </a:lnTo>
                  <a:lnTo>
                    <a:pt x="1888" y="6411"/>
                  </a:lnTo>
                  <a:lnTo>
                    <a:pt x="2172" y="6618"/>
                  </a:lnTo>
                  <a:lnTo>
                    <a:pt x="2456" y="6773"/>
                  </a:lnTo>
                  <a:lnTo>
                    <a:pt x="2767" y="6928"/>
                  </a:lnTo>
                  <a:lnTo>
                    <a:pt x="2844" y="6954"/>
                  </a:lnTo>
                  <a:lnTo>
                    <a:pt x="3025" y="6954"/>
                  </a:lnTo>
                  <a:lnTo>
                    <a:pt x="3103" y="6928"/>
                  </a:lnTo>
                  <a:lnTo>
                    <a:pt x="3413" y="6773"/>
                  </a:lnTo>
                  <a:lnTo>
                    <a:pt x="3697" y="6618"/>
                  </a:lnTo>
                  <a:lnTo>
                    <a:pt x="3982" y="6411"/>
                  </a:lnTo>
                  <a:lnTo>
                    <a:pt x="4240" y="6205"/>
                  </a:lnTo>
                  <a:lnTo>
                    <a:pt x="4499" y="5998"/>
                  </a:lnTo>
                  <a:lnTo>
                    <a:pt x="4705" y="5739"/>
                  </a:lnTo>
                  <a:lnTo>
                    <a:pt x="4938" y="5481"/>
                  </a:lnTo>
                  <a:lnTo>
                    <a:pt x="5119" y="5222"/>
                  </a:lnTo>
                  <a:lnTo>
                    <a:pt x="5274" y="4938"/>
                  </a:lnTo>
                  <a:lnTo>
                    <a:pt x="5429" y="4628"/>
                  </a:lnTo>
                  <a:lnTo>
                    <a:pt x="5559" y="4343"/>
                  </a:lnTo>
                  <a:lnTo>
                    <a:pt x="5662" y="4007"/>
                  </a:lnTo>
                  <a:lnTo>
                    <a:pt x="5765" y="3697"/>
                  </a:lnTo>
                  <a:lnTo>
                    <a:pt x="5817" y="3361"/>
                  </a:lnTo>
                  <a:lnTo>
                    <a:pt x="5843" y="3025"/>
                  </a:lnTo>
                  <a:lnTo>
                    <a:pt x="5869" y="2689"/>
                  </a:lnTo>
                  <a:lnTo>
                    <a:pt x="5869" y="957"/>
                  </a:lnTo>
                  <a:lnTo>
                    <a:pt x="5843" y="854"/>
                  </a:lnTo>
                  <a:lnTo>
                    <a:pt x="5791" y="724"/>
                  </a:lnTo>
                  <a:lnTo>
                    <a:pt x="5714" y="647"/>
                  </a:lnTo>
                  <a:lnTo>
                    <a:pt x="5610" y="569"/>
                  </a:lnTo>
                  <a:lnTo>
                    <a:pt x="5274" y="440"/>
                  </a:lnTo>
                  <a:lnTo>
                    <a:pt x="4938" y="311"/>
                  </a:lnTo>
                  <a:lnTo>
                    <a:pt x="4602" y="207"/>
                  </a:lnTo>
                  <a:lnTo>
                    <a:pt x="4292" y="130"/>
                  </a:lnTo>
                  <a:lnTo>
                    <a:pt x="3956" y="78"/>
                  </a:lnTo>
                  <a:lnTo>
                    <a:pt x="3620" y="26"/>
                  </a:lnTo>
                  <a:lnTo>
                    <a:pt x="32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9"/>
            <p:cNvSpPr/>
            <p:nvPr/>
          </p:nvSpPr>
          <p:spPr>
            <a:xfrm>
              <a:off x="4154450" y="2694625"/>
              <a:ext cx="65300" cy="51075"/>
            </a:xfrm>
            <a:custGeom>
              <a:avLst/>
              <a:gdLst/>
              <a:ahLst/>
              <a:cxnLst/>
              <a:rect l="l" t="t" r="r" b="b"/>
              <a:pathLst>
                <a:path w="2612" h="2043" extrusionOk="0">
                  <a:moveTo>
                    <a:pt x="2198" y="0"/>
                  </a:moveTo>
                  <a:lnTo>
                    <a:pt x="2120" y="26"/>
                  </a:lnTo>
                  <a:lnTo>
                    <a:pt x="2042" y="52"/>
                  </a:lnTo>
                  <a:lnTo>
                    <a:pt x="1965" y="78"/>
                  </a:lnTo>
                  <a:lnTo>
                    <a:pt x="1887" y="130"/>
                  </a:lnTo>
                  <a:lnTo>
                    <a:pt x="1008" y="1034"/>
                  </a:lnTo>
                  <a:lnTo>
                    <a:pt x="724" y="724"/>
                  </a:lnTo>
                  <a:lnTo>
                    <a:pt x="647" y="672"/>
                  </a:lnTo>
                  <a:lnTo>
                    <a:pt x="569" y="647"/>
                  </a:lnTo>
                  <a:lnTo>
                    <a:pt x="491" y="621"/>
                  </a:lnTo>
                  <a:lnTo>
                    <a:pt x="414" y="595"/>
                  </a:lnTo>
                  <a:lnTo>
                    <a:pt x="336" y="621"/>
                  </a:lnTo>
                  <a:lnTo>
                    <a:pt x="259" y="647"/>
                  </a:lnTo>
                  <a:lnTo>
                    <a:pt x="181" y="672"/>
                  </a:lnTo>
                  <a:lnTo>
                    <a:pt x="130" y="724"/>
                  </a:lnTo>
                  <a:lnTo>
                    <a:pt x="78" y="802"/>
                  </a:lnTo>
                  <a:lnTo>
                    <a:pt x="26" y="853"/>
                  </a:lnTo>
                  <a:lnTo>
                    <a:pt x="0" y="931"/>
                  </a:lnTo>
                  <a:lnTo>
                    <a:pt x="0" y="1034"/>
                  </a:lnTo>
                  <a:lnTo>
                    <a:pt x="0" y="1112"/>
                  </a:lnTo>
                  <a:lnTo>
                    <a:pt x="26" y="1189"/>
                  </a:lnTo>
                  <a:lnTo>
                    <a:pt x="78" y="1241"/>
                  </a:lnTo>
                  <a:lnTo>
                    <a:pt x="130" y="1319"/>
                  </a:lnTo>
                  <a:lnTo>
                    <a:pt x="724" y="1913"/>
                  </a:lnTo>
                  <a:lnTo>
                    <a:pt x="776" y="1965"/>
                  </a:lnTo>
                  <a:lnTo>
                    <a:pt x="853" y="1991"/>
                  </a:lnTo>
                  <a:lnTo>
                    <a:pt x="931" y="2017"/>
                  </a:lnTo>
                  <a:lnTo>
                    <a:pt x="1008" y="2042"/>
                  </a:lnTo>
                  <a:lnTo>
                    <a:pt x="1086" y="2017"/>
                  </a:lnTo>
                  <a:lnTo>
                    <a:pt x="1164" y="1991"/>
                  </a:lnTo>
                  <a:lnTo>
                    <a:pt x="1241" y="1965"/>
                  </a:lnTo>
                  <a:lnTo>
                    <a:pt x="1319" y="1913"/>
                  </a:lnTo>
                  <a:lnTo>
                    <a:pt x="2482" y="724"/>
                  </a:lnTo>
                  <a:lnTo>
                    <a:pt x="2534" y="672"/>
                  </a:lnTo>
                  <a:lnTo>
                    <a:pt x="2585" y="595"/>
                  </a:lnTo>
                  <a:lnTo>
                    <a:pt x="2611" y="517"/>
                  </a:lnTo>
                  <a:lnTo>
                    <a:pt x="2611" y="440"/>
                  </a:lnTo>
                  <a:lnTo>
                    <a:pt x="2611" y="362"/>
                  </a:lnTo>
                  <a:lnTo>
                    <a:pt x="2585" y="285"/>
                  </a:lnTo>
                  <a:lnTo>
                    <a:pt x="2534" y="207"/>
                  </a:lnTo>
                  <a:lnTo>
                    <a:pt x="2482" y="130"/>
                  </a:lnTo>
                  <a:lnTo>
                    <a:pt x="2430" y="78"/>
                  </a:lnTo>
                  <a:lnTo>
                    <a:pt x="2353" y="52"/>
                  </a:lnTo>
                  <a:lnTo>
                    <a:pt x="2275" y="26"/>
                  </a:lnTo>
                  <a:lnTo>
                    <a:pt x="21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59"/>
          <p:cNvGrpSpPr/>
          <p:nvPr/>
        </p:nvGrpSpPr>
        <p:grpSpPr>
          <a:xfrm>
            <a:off x="5594018" y="2728020"/>
            <a:ext cx="383454" cy="368917"/>
            <a:chOff x="4762575" y="2639675"/>
            <a:chExt cx="357400" cy="343850"/>
          </a:xfrm>
        </p:grpSpPr>
        <p:sp>
          <p:nvSpPr>
            <p:cNvPr id="930" name="Google Shape;930;p59"/>
            <p:cNvSpPr/>
            <p:nvPr/>
          </p:nvSpPr>
          <p:spPr>
            <a:xfrm>
              <a:off x="4762575" y="2639675"/>
              <a:ext cx="357400" cy="343850"/>
            </a:xfrm>
            <a:custGeom>
              <a:avLst/>
              <a:gdLst/>
              <a:ahLst/>
              <a:cxnLst/>
              <a:rect l="l" t="t" r="r" b="b"/>
              <a:pathLst>
                <a:path w="14296" h="13754" extrusionOk="0">
                  <a:moveTo>
                    <a:pt x="13132" y="854"/>
                  </a:moveTo>
                  <a:lnTo>
                    <a:pt x="13210" y="880"/>
                  </a:lnTo>
                  <a:lnTo>
                    <a:pt x="13262" y="906"/>
                  </a:lnTo>
                  <a:lnTo>
                    <a:pt x="13339" y="957"/>
                  </a:lnTo>
                  <a:lnTo>
                    <a:pt x="13391" y="1035"/>
                  </a:lnTo>
                  <a:lnTo>
                    <a:pt x="13417" y="1113"/>
                  </a:lnTo>
                  <a:lnTo>
                    <a:pt x="13443" y="1190"/>
                  </a:lnTo>
                  <a:lnTo>
                    <a:pt x="13443" y="1268"/>
                  </a:lnTo>
                  <a:lnTo>
                    <a:pt x="13443" y="1681"/>
                  </a:lnTo>
                  <a:lnTo>
                    <a:pt x="7678" y="1681"/>
                  </a:lnTo>
                  <a:lnTo>
                    <a:pt x="7575" y="1707"/>
                  </a:lnTo>
                  <a:lnTo>
                    <a:pt x="7471" y="1733"/>
                  </a:lnTo>
                  <a:lnTo>
                    <a:pt x="7394" y="1785"/>
                  </a:lnTo>
                  <a:lnTo>
                    <a:pt x="7316" y="1862"/>
                  </a:lnTo>
                  <a:lnTo>
                    <a:pt x="6334" y="3362"/>
                  </a:lnTo>
                  <a:lnTo>
                    <a:pt x="828" y="3362"/>
                  </a:lnTo>
                  <a:lnTo>
                    <a:pt x="828" y="1268"/>
                  </a:lnTo>
                  <a:lnTo>
                    <a:pt x="854" y="1190"/>
                  </a:lnTo>
                  <a:lnTo>
                    <a:pt x="879" y="1113"/>
                  </a:lnTo>
                  <a:lnTo>
                    <a:pt x="905" y="1035"/>
                  </a:lnTo>
                  <a:lnTo>
                    <a:pt x="957" y="957"/>
                  </a:lnTo>
                  <a:lnTo>
                    <a:pt x="1009" y="906"/>
                  </a:lnTo>
                  <a:lnTo>
                    <a:pt x="1086" y="880"/>
                  </a:lnTo>
                  <a:lnTo>
                    <a:pt x="1164" y="854"/>
                  </a:lnTo>
                  <a:close/>
                  <a:moveTo>
                    <a:pt x="13443" y="2534"/>
                  </a:moveTo>
                  <a:lnTo>
                    <a:pt x="13443" y="10470"/>
                  </a:lnTo>
                  <a:lnTo>
                    <a:pt x="13443" y="10574"/>
                  </a:lnTo>
                  <a:lnTo>
                    <a:pt x="13417" y="10651"/>
                  </a:lnTo>
                  <a:lnTo>
                    <a:pt x="13391" y="10703"/>
                  </a:lnTo>
                  <a:lnTo>
                    <a:pt x="13339" y="10781"/>
                  </a:lnTo>
                  <a:lnTo>
                    <a:pt x="13262" y="10832"/>
                  </a:lnTo>
                  <a:lnTo>
                    <a:pt x="13210" y="10858"/>
                  </a:lnTo>
                  <a:lnTo>
                    <a:pt x="13132" y="10884"/>
                  </a:lnTo>
                  <a:lnTo>
                    <a:pt x="13029" y="10910"/>
                  </a:lnTo>
                  <a:lnTo>
                    <a:pt x="10806" y="10910"/>
                  </a:lnTo>
                  <a:lnTo>
                    <a:pt x="10883" y="10444"/>
                  </a:lnTo>
                  <a:lnTo>
                    <a:pt x="10909" y="9979"/>
                  </a:lnTo>
                  <a:lnTo>
                    <a:pt x="10883" y="9566"/>
                  </a:lnTo>
                  <a:lnTo>
                    <a:pt x="10883" y="9488"/>
                  </a:lnTo>
                  <a:lnTo>
                    <a:pt x="10832" y="9410"/>
                  </a:lnTo>
                  <a:lnTo>
                    <a:pt x="10780" y="9333"/>
                  </a:lnTo>
                  <a:lnTo>
                    <a:pt x="10703" y="9281"/>
                  </a:lnTo>
                  <a:lnTo>
                    <a:pt x="10651" y="9230"/>
                  </a:lnTo>
                  <a:lnTo>
                    <a:pt x="10573" y="9204"/>
                  </a:lnTo>
                  <a:lnTo>
                    <a:pt x="10444" y="9204"/>
                  </a:lnTo>
                  <a:lnTo>
                    <a:pt x="10186" y="9255"/>
                  </a:lnTo>
                  <a:lnTo>
                    <a:pt x="10082" y="9255"/>
                  </a:lnTo>
                  <a:lnTo>
                    <a:pt x="10005" y="9204"/>
                  </a:lnTo>
                  <a:lnTo>
                    <a:pt x="9927" y="9178"/>
                  </a:lnTo>
                  <a:lnTo>
                    <a:pt x="9849" y="9126"/>
                  </a:lnTo>
                  <a:lnTo>
                    <a:pt x="9798" y="9049"/>
                  </a:lnTo>
                  <a:lnTo>
                    <a:pt x="9746" y="8971"/>
                  </a:lnTo>
                  <a:lnTo>
                    <a:pt x="9720" y="8868"/>
                  </a:lnTo>
                  <a:lnTo>
                    <a:pt x="9694" y="8764"/>
                  </a:lnTo>
                  <a:lnTo>
                    <a:pt x="9694" y="8661"/>
                  </a:lnTo>
                  <a:lnTo>
                    <a:pt x="9668" y="8557"/>
                  </a:lnTo>
                  <a:lnTo>
                    <a:pt x="9617" y="8480"/>
                  </a:lnTo>
                  <a:lnTo>
                    <a:pt x="9539" y="8376"/>
                  </a:lnTo>
                  <a:lnTo>
                    <a:pt x="9462" y="8325"/>
                  </a:lnTo>
                  <a:lnTo>
                    <a:pt x="9358" y="8299"/>
                  </a:lnTo>
                  <a:lnTo>
                    <a:pt x="9177" y="8299"/>
                  </a:lnTo>
                  <a:lnTo>
                    <a:pt x="8971" y="8351"/>
                  </a:lnTo>
                  <a:lnTo>
                    <a:pt x="8815" y="8325"/>
                  </a:lnTo>
                  <a:lnTo>
                    <a:pt x="8660" y="8273"/>
                  </a:lnTo>
                  <a:lnTo>
                    <a:pt x="8531" y="8196"/>
                  </a:lnTo>
                  <a:lnTo>
                    <a:pt x="8402" y="8118"/>
                  </a:lnTo>
                  <a:lnTo>
                    <a:pt x="8298" y="7989"/>
                  </a:lnTo>
                  <a:lnTo>
                    <a:pt x="8247" y="7859"/>
                  </a:lnTo>
                  <a:lnTo>
                    <a:pt x="8195" y="7704"/>
                  </a:lnTo>
                  <a:lnTo>
                    <a:pt x="8169" y="7549"/>
                  </a:lnTo>
                  <a:lnTo>
                    <a:pt x="8169" y="7446"/>
                  </a:lnTo>
                  <a:lnTo>
                    <a:pt x="8143" y="7368"/>
                  </a:lnTo>
                  <a:lnTo>
                    <a:pt x="8092" y="7317"/>
                  </a:lnTo>
                  <a:lnTo>
                    <a:pt x="8040" y="7239"/>
                  </a:lnTo>
                  <a:lnTo>
                    <a:pt x="7988" y="7187"/>
                  </a:lnTo>
                  <a:lnTo>
                    <a:pt x="7911" y="7161"/>
                  </a:lnTo>
                  <a:lnTo>
                    <a:pt x="7833" y="7136"/>
                  </a:lnTo>
                  <a:lnTo>
                    <a:pt x="7756" y="7110"/>
                  </a:lnTo>
                  <a:lnTo>
                    <a:pt x="7652" y="7110"/>
                  </a:lnTo>
                  <a:lnTo>
                    <a:pt x="7575" y="7084"/>
                  </a:lnTo>
                  <a:lnTo>
                    <a:pt x="7471" y="7032"/>
                  </a:lnTo>
                  <a:lnTo>
                    <a:pt x="7420" y="6981"/>
                  </a:lnTo>
                  <a:lnTo>
                    <a:pt x="7342" y="6903"/>
                  </a:lnTo>
                  <a:lnTo>
                    <a:pt x="7290" y="6825"/>
                  </a:lnTo>
                  <a:lnTo>
                    <a:pt x="7264" y="6722"/>
                  </a:lnTo>
                  <a:lnTo>
                    <a:pt x="7264" y="6644"/>
                  </a:lnTo>
                  <a:lnTo>
                    <a:pt x="7239" y="6541"/>
                  </a:lnTo>
                  <a:lnTo>
                    <a:pt x="7213" y="6464"/>
                  </a:lnTo>
                  <a:lnTo>
                    <a:pt x="7187" y="6386"/>
                  </a:lnTo>
                  <a:lnTo>
                    <a:pt x="7109" y="6334"/>
                  </a:lnTo>
                  <a:lnTo>
                    <a:pt x="7058" y="6283"/>
                  </a:lnTo>
                  <a:lnTo>
                    <a:pt x="6980" y="6257"/>
                  </a:lnTo>
                  <a:lnTo>
                    <a:pt x="6903" y="6231"/>
                  </a:lnTo>
                  <a:lnTo>
                    <a:pt x="6799" y="6231"/>
                  </a:lnTo>
                  <a:lnTo>
                    <a:pt x="6463" y="6283"/>
                  </a:lnTo>
                  <a:lnTo>
                    <a:pt x="6127" y="6360"/>
                  </a:lnTo>
                  <a:lnTo>
                    <a:pt x="5791" y="6464"/>
                  </a:lnTo>
                  <a:lnTo>
                    <a:pt x="5481" y="6593"/>
                  </a:lnTo>
                  <a:lnTo>
                    <a:pt x="5171" y="6774"/>
                  </a:lnTo>
                  <a:lnTo>
                    <a:pt x="4886" y="6955"/>
                  </a:lnTo>
                  <a:lnTo>
                    <a:pt x="4628" y="7187"/>
                  </a:lnTo>
                  <a:lnTo>
                    <a:pt x="4369" y="7420"/>
                  </a:lnTo>
                  <a:lnTo>
                    <a:pt x="4137" y="7704"/>
                  </a:lnTo>
                  <a:lnTo>
                    <a:pt x="3956" y="7989"/>
                  </a:lnTo>
                  <a:lnTo>
                    <a:pt x="3775" y="8299"/>
                  </a:lnTo>
                  <a:lnTo>
                    <a:pt x="3620" y="8609"/>
                  </a:lnTo>
                  <a:lnTo>
                    <a:pt x="3516" y="8945"/>
                  </a:lnTo>
                  <a:lnTo>
                    <a:pt x="3439" y="9281"/>
                  </a:lnTo>
                  <a:lnTo>
                    <a:pt x="3387" y="9617"/>
                  </a:lnTo>
                  <a:lnTo>
                    <a:pt x="3387" y="9979"/>
                  </a:lnTo>
                  <a:lnTo>
                    <a:pt x="3413" y="10444"/>
                  </a:lnTo>
                  <a:lnTo>
                    <a:pt x="3490" y="10910"/>
                  </a:lnTo>
                  <a:lnTo>
                    <a:pt x="1241" y="10910"/>
                  </a:lnTo>
                  <a:lnTo>
                    <a:pt x="1164" y="10884"/>
                  </a:lnTo>
                  <a:lnTo>
                    <a:pt x="1086" y="10858"/>
                  </a:lnTo>
                  <a:lnTo>
                    <a:pt x="1009" y="10832"/>
                  </a:lnTo>
                  <a:lnTo>
                    <a:pt x="957" y="10781"/>
                  </a:lnTo>
                  <a:lnTo>
                    <a:pt x="905" y="10703"/>
                  </a:lnTo>
                  <a:lnTo>
                    <a:pt x="879" y="10651"/>
                  </a:lnTo>
                  <a:lnTo>
                    <a:pt x="854" y="10574"/>
                  </a:lnTo>
                  <a:lnTo>
                    <a:pt x="828" y="10470"/>
                  </a:lnTo>
                  <a:lnTo>
                    <a:pt x="828" y="4189"/>
                  </a:lnTo>
                  <a:lnTo>
                    <a:pt x="6670" y="4189"/>
                  </a:lnTo>
                  <a:lnTo>
                    <a:pt x="6747" y="4137"/>
                  </a:lnTo>
                  <a:lnTo>
                    <a:pt x="6851" y="4085"/>
                  </a:lnTo>
                  <a:lnTo>
                    <a:pt x="6903" y="4008"/>
                  </a:lnTo>
                  <a:lnTo>
                    <a:pt x="7911" y="2534"/>
                  </a:lnTo>
                  <a:close/>
                  <a:moveTo>
                    <a:pt x="6515" y="7110"/>
                  </a:moveTo>
                  <a:lnTo>
                    <a:pt x="6592" y="7239"/>
                  </a:lnTo>
                  <a:lnTo>
                    <a:pt x="6670" y="7368"/>
                  </a:lnTo>
                  <a:lnTo>
                    <a:pt x="6747" y="7498"/>
                  </a:lnTo>
                  <a:lnTo>
                    <a:pt x="6851" y="7601"/>
                  </a:lnTo>
                  <a:lnTo>
                    <a:pt x="6980" y="7704"/>
                  </a:lnTo>
                  <a:lnTo>
                    <a:pt x="7109" y="7782"/>
                  </a:lnTo>
                  <a:lnTo>
                    <a:pt x="7239" y="7859"/>
                  </a:lnTo>
                  <a:lnTo>
                    <a:pt x="7368" y="7911"/>
                  </a:lnTo>
                  <a:lnTo>
                    <a:pt x="7445" y="8170"/>
                  </a:lnTo>
                  <a:lnTo>
                    <a:pt x="7575" y="8402"/>
                  </a:lnTo>
                  <a:lnTo>
                    <a:pt x="7730" y="8609"/>
                  </a:lnTo>
                  <a:lnTo>
                    <a:pt x="7937" y="8790"/>
                  </a:lnTo>
                  <a:lnTo>
                    <a:pt x="8143" y="8945"/>
                  </a:lnTo>
                  <a:lnTo>
                    <a:pt x="8376" y="9074"/>
                  </a:lnTo>
                  <a:lnTo>
                    <a:pt x="8660" y="9152"/>
                  </a:lnTo>
                  <a:lnTo>
                    <a:pt x="8919" y="9178"/>
                  </a:lnTo>
                  <a:lnTo>
                    <a:pt x="8996" y="9359"/>
                  </a:lnTo>
                  <a:lnTo>
                    <a:pt x="9100" y="9514"/>
                  </a:lnTo>
                  <a:lnTo>
                    <a:pt x="9229" y="9669"/>
                  </a:lnTo>
                  <a:lnTo>
                    <a:pt x="9358" y="9798"/>
                  </a:lnTo>
                  <a:lnTo>
                    <a:pt x="9513" y="9902"/>
                  </a:lnTo>
                  <a:lnTo>
                    <a:pt x="9694" y="10005"/>
                  </a:lnTo>
                  <a:lnTo>
                    <a:pt x="9875" y="10057"/>
                  </a:lnTo>
                  <a:lnTo>
                    <a:pt x="10082" y="10083"/>
                  </a:lnTo>
                  <a:lnTo>
                    <a:pt x="10056" y="10367"/>
                  </a:lnTo>
                  <a:lnTo>
                    <a:pt x="10005" y="10651"/>
                  </a:lnTo>
                  <a:lnTo>
                    <a:pt x="9927" y="10936"/>
                  </a:lnTo>
                  <a:lnTo>
                    <a:pt x="9824" y="11194"/>
                  </a:lnTo>
                  <a:lnTo>
                    <a:pt x="9694" y="11427"/>
                  </a:lnTo>
                  <a:lnTo>
                    <a:pt x="9539" y="11659"/>
                  </a:lnTo>
                  <a:lnTo>
                    <a:pt x="9358" y="11892"/>
                  </a:lnTo>
                  <a:lnTo>
                    <a:pt x="9177" y="12073"/>
                  </a:lnTo>
                  <a:lnTo>
                    <a:pt x="8971" y="12254"/>
                  </a:lnTo>
                  <a:lnTo>
                    <a:pt x="8764" y="12435"/>
                  </a:lnTo>
                  <a:lnTo>
                    <a:pt x="8505" y="12564"/>
                  </a:lnTo>
                  <a:lnTo>
                    <a:pt x="8273" y="12693"/>
                  </a:lnTo>
                  <a:lnTo>
                    <a:pt x="7988" y="12771"/>
                  </a:lnTo>
                  <a:lnTo>
                    <a:pt x="7730" y="12849"/>
                  </a:lnTo>
                  <a:lnTo>
                    <a:pt x="7445" y="12900"/>
                  </a:lnTo>
                  <a:lnTo>
                    <a:pt x="6851" y="12900"/>
                  </a:lnTo>
                  <a:lnTo>
                    <a:pt x="6566" y="12849"/>
                  </a:lnTo>
                  <a:lnTo>
                    <a:pt x="6282" y="12771"/>
                  </a:lnTo>
                  <a:lnTo>
                    <a:pt x="5998" y="12668"/>
                  </a:lnTo>
                  <a:lnTo>
                    <a:pt x="5739" y="12564"/>
                  </a:lnTo>
                  <a:lnTo>
                    <a:pt x="5507" y="12409"/>
                  </a:lnTo>
                  <a:lnTo>
                    <a:pt x="5274" y="12228"/>
                  </a:lnTo>
                  <a:lnTo>
                    <a:pt x="5067" y="12047"/>
                  </a:lnTo>
                  <a:lnTo>
                    <a:pt x="4886" y="11840"/>
                  </a:lnTo>
                  <a:lnTo>
                    <a:pt x="4705" y="11608"/>
                  </a:lnTo>
                  <a:lnTo>
                    <a:pt x="4576" y="11375"/>
                  </a:lnTo>
                  <a:lnTo>
                    <a:pt x="4447" y="11117"/>
                  </a:lnTo>
                  <a:lnTo>
                    <a:pt x="4343" y="10858"/>
                  </a:lnTo>
                  <a:lnTo>
                    <a:pt x="4266" y="10574"/>
                  </a:lnTo>
                  <a:lnTo>
                    <a:pt x="4240" y="10264"/>
                  </a:lnTo>
                  <a:lnTo>
                    <a:pt x="4214" y="9979"/>
                  </a:lnTo>
                  <a:lnTo>
                    <a:pt x="4214" y="9721"/>
                  </a:lnTo>
                  <a:lnTo>
                    <a:pt x="4266" y="9462"/>
                  </a:lnTo>
                  <a:lnTo>
                    <a:pt x="4317" y="9204"/>
                  </a:lnTo>
                  <a:lnTo>
                    <a:pt x="4395" y="8971"/>
                  </a:lnTo>
                  <a:lnTo>
                    <a:pt x="4473" y="8738"/>
                  </a:lnTo>
                  <a:lnTo>
                    <a:pt x="4602" y="8532"/>
                  </a:lnTo>
                  <a:lnTo>
                    <a:pt x="4731" y="8325"/>
                  </a:lnTo>
                  <a:lnTo>
                    <a:pt x="4860" y="8118"/>
                  </a:lnTo>
                  <a:lnTo>
                    <a:pt x="5015" y="7937"/>
                  </a:lnTo>
                  <a:lnTo>
                    <a:pt x="5196" y="7782"/>
                  </a:lnTo>
                  <a:lnTo>
                    <a:pt x="5377" y="7627"/>
                  </a:lnTo>
                  <a:lnTo>
                    <a:pt x="5584" y="7498"/>
                  </a:lnTo>
                  <a:lnTo>
                    <a:pt x="5817" y="7368"/>
                  </a:lnTo>
                  <a:lnTo>
                    <a:pt x="6024" y="7265"/>
                  </a:lnTo>
                  <a:lnTo>
                    <a:pt x="6282" y="7187"/>
                  </a:lnTo>
                  <a:lnTo>
                    <a:pt x="6515" y="7110"/>
                  </a:lnTo>
                  <a:close/>
                  <a:moveTo>
                    <a:pt x="1241" y="1"/>
                  </a:moveTo>
                  <a:lnTo>
                    <a:pt x="1009" y="27"/>
                  </a:lnTo>
                  <a:lnTo>
                    <a:pt x="776" y="104"/>
                  </a:lnTo>
                  <a:lnTo>
                    <a:pt x="543" y="234"/>
                  </a:lnTo>
                  <a:lnTo>
                    <a:pt x="362" y="389"/>
                  </a:lnTo>
                  <a:lnTo>
                    <a:pt x="207" y="570"/>
                  </a:lnTo>
                  <a:lnTo>
                    <a:pt x="104" y="776"/>
                  </a:lnTo>
                  <a:lnTo>
                    <a:pt x="26" y="1009"/>
                  </a:lnTo>
                  <a:lnTo>
                    <a:pt x="0" y="1268"/>
                  </a:lnTo>
                  <a:lnTo>
                    <a:pt x="0" y="10470"/>
                  </a:lnTo>
                  <a:lnTo>
                    <a:pt x="26" y="10729"/>
                  </a:lnTo>
                  <a:lnTo>
                    <a:pt x="104" y="10961"/>
                  </a:lnTo>
                  <a:lnTo>
                    <a:pt x="207" y="11194"/>
                  </a:lnTo>
                  <a:lnTo>
                    <a:pt x="362" y="11375"/>
                  </a:lnTo>
                  <a:lnTo>
                    <a:pt x="543" y="11530"/>
                  </a:lnTo>
                  <a:lnTo>
                    <a:pt x="776" y="11634"/>
                  </a:lnTo>
                  <a:lnTo>
                    <a:pt x="1009" y="11711"/>
                  </a:lnTo>
                  <a:lnTo>
                    <a:pt x="1241" y="11737"/>
                  </a:lnTo>
                  <a:lnTo>
                    <a:pt x="3800" y="11737"/>
                  </a:lnTo>
                  <a:lnTo>
                    <a:pt x="3930" y="11944"/>
                  </a:lnTo>
                  <a:lnTo>
                    <a:pt x="4085" y="12176"/>
                  </a:lnTo>
                  <a:lnTo>
                    <a:pt x="4240" y="12357"/>
                  </a:lnTo>
                  <a:lnTo>
                    <a:pt x="4395" y="12564"/>
                  </a:lnTo>
                  <a:lnTo>
                    <a:pt x="4576" y="12719"/>
                  </a:lnTo>
                  <a:lnTo>
                    <a:pt x="4757" y="12900"/>
                  </a:lnTo>
                  <a:lnTo>
                    <a:pt x="4964" y="13055"/>
                  </a:lnTo>
                  <a:lnTo>
                    <a:pt x="5171" y="13185"/>
                  </a:lnTo>
                  <a:lnTo>
                    <a:pt x="5403" y="13314"/>
                  </a:lnTo>
                  <a:lnTo>
                    <a:pt x="5636" y="13417"/>
                  </a:lnTo>
                  <a:lnTo>
                    <a:pt x="5868" y="13521"/>
                  </a:lnTo>
                  <a:lnTo>
                    <a:pt x="6101" y="13598"/>
                  </a:lnTo>
                  <a:lnTo>
                    <a:pt x="6360" y="13650"/>
                  </a:lnTo>
                  <a:lnTo>
                    <a:pt x="6618" y="13702"/>
                  </a:lnTo>
                  <a:lnTo>
                    <a:pt x="6877" y="13727"/>
                  </a:lnTo>
                  <a:lnTo>
                    <a:pt x="7135" y="13753"/>
                  </a:lnTo>
                  <a:lnTo>
                    <a:pt x="7420" y="13727"/>
                  </a:lnTo>
                  <a:lnTo>
                    <a:pt x="7678" y="13702"/>
                  </a:lnTo>
                  <a:lnTo>
                    <a:pt x="7937" y="13650"/>
                  </a:lnTo>
                  <a:lnTo>
                    <a:pt x="8195" y="13598"/>
                  </a:lnTo>
                  <a:lnTo>
                    <a:pt x="8428" y="13521"/>
                  </a:lnTo>
                  <a:lnTo>
                    <a:pt x="8660" y="13417"/>
                  </a:lnTo>
                  <a:lnTo>
                    <a:pt x="8893" y="13314"/>
                  </a:lnTo>
                  <a:lnTo>
                    <a:pt x="9126" y="13185"/>
                  </a:lnTo>
                  <a:lnTo>
                    <a:pt x="9332" y="13055"/>
                  </a:lnTo>
                  <a:lnTo>
                    <a:pt x="9513" y="12900"/>
                  </a:lnTo>
                  <a:lnTo>
                    <a:pt x="9720" y="12719"/>
                  </a:lnTo>
                  <a:lnTo>
                    <a:pt x="9901" y="12564"/>
                  </a:lnTo>
                  <a:lnTo>
                    <a:pt x="10056" y="12357"/>
                  </a:lnTo>
                  <a:lnTo>
                    <a:pt x="10211" y="12176"/>
                  </a:lnTo>
                  <a:lnTo>
                    <a:pt x="10341" y="11944"/>
                  </a:lnTo>
                  <a:lnTo>
                    <a:pt x="10470" y="11737"/>
                  </a:lnTo>
                  <a:lnTo>
                    <a:pt x="13029" y="11737"/>
                  </a:lnTo>
                  <a:lnTo>
                    <a:pt x="13288" y="11711"/>
                  </a:lnTo>
                  <a:lnTo>
                    <a:pt x="13520" y="11634"/>
                  </a:lnTo>
                  <a:lnTo>
                    <a:pt x="13727" y="11530"/>
                  </a:lnTo>
                  <a:lnTo>
                    <a:pt x="13934" y="11375"/>
                  </a:lnTo>
                  <a:lnTo>
                    <a:pt x="14089" y="11194"/>
                  </a:lnTo>
                  <a:lnTo>
                    <a:pt x="14192" y="10961"/>
                  </a:lnTo>
                  <a:lnTo>
                    <a:pt x="14270" y="10729"/>
                  </a:lnTo>
                  <a:lnTo>
                    <a:pt x="14296" y="10470"/>
                  </a:lnTo>
                  <a:lnTo>
                    <a:pt x="14296" y="1268"/>
                  </a:lnTo>
                  <a:lnTo>
                    <a:pt x="14270" y="1009"/>
                  </a:lnTo>
                  <a:lnTo>
                    <a:pt x="14192" y="776"/>
                  </a:lnTo>
                  <a:lnTo>
                    <a:pt x="14089" y="570"/>
                  </a:lnTo>
                  <a:lnTo>
                    <a:pt x="13934" y="389"/>
                  </a:lnTo>
                  <a:lnTo>
                    <a:pt x="13727" y="234"/>
                  </a:lnTo>
                  <a:lnTo>
                    <a:pt x="13520" y="104"/>
                  </a:lnTo>
                  <a:lnTo>
                    <a:pt x="13288" y="27"/>
                  </a:lnTo>
                  <a:lnTo>
                    <a:pt x="130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9"/>
            <p:cNvSpPr/>
            <p:nvPr/>
          </p:nvSpPr>
          <p:spPr>
            <a:xfrm>
              <a:off x="4804575" y="2681700"/>
              <a:ext cx="20700" cy="21350"/>
            </a:xfrm>
            <a:custGeom>
              <a:avLst/>
              <a:gdLst/>
              <a:ahLst/>
              <a:cxnLst/>
              <a:rect l="l" t="t" r="r" b="b"/>
              <a:pathLst>
                <a:path w="828" h="854" extrusionOk="0">
                  <a:moveTo>
                    <a:pt x="337" y="0"/>
                  </a:moveTo>
                  <a:lnTo>
                    <a:pt x="259" y="26"/>
                  </a:lnTo>
                  <a:lnTo>
                    <a:pt x="182" y="78"/>
                  </a:lnTo>
                  <a:lnTo>
                    <a:pt x="104" y="130"/>
                  </a:lnTo>
                  <a:lnTo>
                    <a:pt x="52" y="181"/>
                  </a:lnTo>
                  <a:lnTo>
                    <a:pt x="27" y="259"/>
                  </a:lnTo>
                  <a:lnTo>
                    <a:pt x="1" y="336"/>
                  </a:lnTo>
                  <a:lnTo>
                    <a:pt x="1" y="414"/>
                  </a:lnTo>
                  <a:lnTo>
                    <a:pt x="1" y="517"/>
                  </a:lnTo>
                  <a:lnTo>
                    <a:pt x="27" y="595"/>
                  </a:lnTo>
                  <a:lnTo>
                    <a:pt x="52" y="647"/>
                  </a:lnTo>
                  <a:lnTo>
                    <a:pt x="104" y="724"/>
                  </a:lnTo>
                  <a:lnTo>
                    <a:pt x="182" y="776"/>
                  </a:lnTo>
                  <a:lnTo>
                    <a:pt x="259" y="802"/>
                  </a:lnTo>
                  <a:lnTo>
                    <a:pt x="337" y="827"/>
                  </a:lnTo>
                  <a:lnTo>
                    <a:pt x="414" y="853"/>
                  </a:lnTo>
                  <a:lnTo>
                    <a:pt x="492" y="827"/>
                  </a:lnTo>
                  <a:lnTo>
                    <a:pt x="569" y="802"/>
                  </a:lnTo>
                  <a:lnTo>
                    <a:pt x="647" y="776"/>
                  </a:lnTo>
                  <a:lnTo>
                    <a:pt x="699" y="724"/>
                  </a:lnTo>
                  <a:lnTo>
                    <a:pt x="750" y="647"/>
                  </a:lnTo>
                  <a:lnTo>
                    <a:pt x="802" y="595"/>
                  </a:lnTo>
                  <a:lnTo>
                    <a:pt x="828" y="517"/>
                  </a:lnTo>
                  <a:lnTo>
                    <a:pt x="828" y="414"/>
                  </a:lnTo>
                  <a:lnTo>
                    <a:pt x="828" y="336"/>
                  </a:lnTo>
                  <a:lnTo>
                    <a:pt x="802" y="259"/>
                  </a:lnTo>
                  <a:lnTo>
                    <a:pt x="750" y="181"/>
                  </a:lnTo>
                  <a:lnTo>
                    <a:pt x="699" y="130"/>
                  </a:lnTo>
                  <a:lnTo>
                    <a:pt x="647" y="78"/>
                  </a:lnTo>
                  <a:lnTo>
                    <a:pt x="569" y="26"/>
                  </a:lnTo>
                  <a:lnTo>
                    <a:pt x="4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9"/>
            <p:cNvSpPr/>
            <p:nvPr/>
          </p:nvSpPr>
          <p:spPr>
            <a:xfrm>
              <a:off x="4845950" y="2681700"/>
              <a:ext cx="21350" cy="21350"/>
            </a:xfrm>
            <a:custGeom>
              <a:avLst/>
              <a:gdLst/>
              <a:ahLst/>
              <a:cxnLst/>
              <a:rect l="l" t="t" r="r" b="b"/>
              <a:pathLst>
                <a:path w="854" h="854" extrusionOk="0">
                  <a:moveTo>
                    <a:pt x="336" y="0"/>
                  </a:moveTo>
                  <a:lnTo>
                    <a:pt x="259" y="26"/>
                  </a:lnTo>
                  <a:lnTo>
                    <a:pt x="207" y="78"/>
                  </a:lnTo>
                  <a:lnTo>
                    <a:pt x="129" y="130"/>
                  </a:lnTo>
                  <a:lnTo>
                    <a:pt x="78" y="181"/>
                  </a:lnTo>
                  <a:lnTo>
                    <a:pt x="52" y="259"/>
                  </a:lnTo>
                  <a:lnTo>
                    <a:pt x="26" y="336"/>
                  </a:lnTo>
                  <a:lnTo>
                    <a:pt x="0" y="414"/>
                  </a:lnTo>
                  <a:lnTo>
                    <a:pt x="26" y="517"/>
                  </a:lnTo>
                  <a:lnTo>
                    <a:pt x="52" y="595"/>
                  </a:lnTo>
                  <a:lnTo>
                    <a:pt x="78" y="647"/>
                  </a:lnTo>
                  <a:lnTo>
                    <a:pt x="129" y="724"/>
                  </a:lnTo>
                  <a:lnTo>
                    <a:pt x="207" y="776"/>
                  </a:lnTo>
                  <a:lnTo>
                    <a:pt x="259" y="802"/>
                  </a:lnTo>
                  <a:lnTo>
                    <a:pt x="336" y="827"/>
                  </a:lnTo>
                  <a:lnTo>
                    <a:pt x="440" y="853"/>
                  </a:lnTo>
                  <a:lnTo>
                    <a:pt x="517" y="827"/>
                  </a:lnTo>
                  <a:lnTo>
                    <a:pt x="595" y="802"/>
                  </a:lnTo>
                  <a:lnTo>
                    <a:pt x="672" y="776"/>
                  </a:lnTo>
                  <a:lnTo>
                    <a:pt x="724" y="724"/>
                  </a:lnTo>
                  <a:lnTo>
                    <a:pt x="776" y="647"/>
                  </a:lnTo>
                  <a:lnTo>
                    <a:pt x="827" y="595"/>
                  </a:lnTo>
                  <a:lnTo>
                    <a:pt x="853" y="517"/>
                  </a:lnTo>
                  <a:lnTo>
                    <a:pt x="853" y="414"/>
                  </a:lnTo>
                  <a:lnTo>
                    <a:pt x="853" y="336"/>
                  </a:lnTo>
                  <a:lnTo>
                    <a:pt x="827" y="259"/>
                  </a:lnTo>
                  <a:lnTo>
                    <a:pt x="776" y="181"/>
                  </a:lnTo>
                  <a:lnTo>
                    <a:pt x="724" y="130"/>
                  </a:lnTo>
                  <a:lnTo>
                    <a:pt x="672"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9"/>
            <p:cNvSpPr/>
            <p:nvPr/>
          </p:nvSpPr>
          <p:spPr>
            <a:xfrm>
              <a:off x="4887950" y="2681700"/>
              <a:ext cx="21350" cy="21350"/>
            </a:xfrm>
            <a:custGeom>
              <a:avLst/>
              <a:gdLst/>
              <a:ahLst/>
              <a:cxnLst/>
              <a:rect l="l" t="t" r="r" b="b"/>
              <a:pathLst>
                <a:path w="854" h="854" extrusionOk="0">
                  <a:moveTo>
                    <a:pt x="336" y="0"/>
                  </a:moveTo>
                  <a:lnTo>
                    <a:pt x="259" y="26"/>
                  </a:lnTo>
                  <a:lnTo>
                    <a:pt x="181" y="78"/>
                  </a:lnTo>
                  <a:lnTo>
                    <a:pt x="130" y="130"/>
                  </a:lnTo>
                  <a:lnTo>
                    <a:pt x="78" y="181"/>
                  </a:lnTo>
                  <a:lnTo>
                    <a:pt x="52" y="259"/>
                  </a:lnTo>
                  <a:lnTo>
                    <a:pt x="26" y="336"/>
                  </a:lnTo>
                  <a:lnTo>
                    <a:pt x="0" y="414"/>
                  </a:lnTo>
                  <a:lnTo>
                    <a:pt x="26" y="517"/>
                  </a:lnTo>
                  <a:lnTo>
                    <a:pt x="52" y="595"/>
                  </a:lnTo>
                  <a:lnTo>
                    <a:pt x="78" y="647"/>
                  </a:lnTo>
                  <a:lnTo>
                    <a:pt x="130" y="724"/>
                  </a:lnTo>
                  <a:lnTo>
                    <a:pt x="181" y="776"/>
                  </a:lnTo>
                  <a:lnTo>
                    <a:pt x="259" y="802"/>
                  </a:lnTo>
                  <a:lnTo>
                    <a:pt x="336" y="827"/>
                  </a:lnTo>
                  <a:lnTo>
                    <a:pt x="414" y="853"/>
                  </a:lnTo>
                  <a:lnTo>
                    <a:pt x="517" y="827"/>
                  </a:lnTo>
                  <a:lnTo>
                    <a:pt x="595" y="802"/>
                  </a:lnTo>
                  <a:lnTo>
                    <a:pt x="673" y="776"/>
                  </a:lnTo>
                  <a:lnTo>
                    <a:pt x="724" y="724"/>
                  </a:lnTo>
                  <a:lnTo>
                    <a:pt x="776" y="647"/>
                  </a:lnTo>
                  <a:lnTo>
                    <a:pt x="802" y="595"/>
                  </a:lnTo>
                  <a:lnTo>
                    <a:pt x="828" y="517"/>
                  </a:lnTo>
                  <a:lnTo>
                    <a:pt x="853" y="414"/>
                  </a:lnTo>
                  <a:lnTo>
                    <a:pt x="828" y="336"/>
                  </a:lnTo>
                  <a:lnTo>
                    <a:pt x="802" y="259"/>
                  </a:lnTo>
                  <a:lnTo>
                    <a:pt x="776" y="181"/>
                  </a:lnTo>
                  <a:lnTo>
                    <a:pt x="724" y="130"/>
                  </a:lnTo>
                  <a:lnTo>
                    <a:pt x="673"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9"/>
            <p:cNvSpPr/>
            <p:nvPr/>
          </p:nvSpPr>
          <p:spPr>
            <a:xfrm>
              <a:off x="4902175" y="2863300"/>
              <a:ext cx="20700" cy="20700"/>
            </a:xfrm>
            <a:custGeom>
              <a:avLst/>
              <a:gdLst/>
              <a:ahLst/>
              <a:cxnLst/>
              <a:rect l="l" t="t" r="r" b="b"/>
              <a:pathLst>
                <a:path w="828" h="828" extrusionOk="0">
                  <a:moveTo>
                    <a:pt x="336" y="0"/>
                  </a:moveTo>
                  <a:lnTo>
                    <a:pt x="259" y="26"/>
                  </a:lnTo>
                  <a:lnTo>
                    <a:pt x="181" y="78"/>
                  </a:lnTo>
                  <a:lnTo>
                    <a:pt x="129" y="129"/>
                  </a:lnTo>
                  <a:lnTo>
                    <a:pt x="78" y="181"/>
                  </a:lnTo>
                  <a:lnTo>
                    <a:pt x="26" y="259"/>
                  </a:lnTo>
                  <a:lnTo>
                    <a:pt x="0" y="336"/>
                  </a:lnTo>
                  <a:lnTo>
                    <a:pt x="0" y="414"/>
                  </a:lnTo>
                  <a:lnTo>
                    <a:pt x="0" y="491"/>
                  </a:lnTo>
                  <a:lnTo>
                    <a:pt x="26" y="569"/>
                  </a:lnTo>
                  <a:lnTo>
                    <a:pt x="78" y="646"/>
                  </a:lnTo>
                  <a:lnTo>
                    <a:pt x="129" y="724"/>
                  </a:lnTo>
                  <a:lnTo>
                    <a:pt x="181" y="776"/>
                  </a:lnTo>
                  <a:lnTo>
                    <a:pt x="259" y="802"/>
                  </a:lnTo>
                  <a:lnTo>
                    <a:pt x="336" y="827"/>
                  </a:lnTo>
                  <a:lnTo>
                    <a:pt x="491" y="827"/>
                  </a:lnTo>
                  <a:lnTo>
                    <a:pt x="569" y="802"/>
                  </a:lnTo>
                  <a:lnTo>
                    <a:pt x="646" y="776"/>
                  </a:lnTo>
                  <a:lnTo>
                    <a:pt x="724" y="724"/>
                  </a:lnTo>
                  <a:lnTo>
                    <a:pt x="776" y="646"/>
                  </a:lnTo>
                  <a:lnTo>
                    <a:pt x="801" y="569"/>
                  </a:lnTo>
                  <a:lnTo>
                    <a:pt x="827" y="491"/>
                  </a:lnTo>
                  <a:lnTo>
                    <a:pt x="827" y="414"/>
                  </a:lnTo>
                  <a:lnTo>
                    <a:pt x="827" y="336"/>
                  </a:lnTo>
                  <a:lnTo>
                    <a:pt x="801" y="259"/>
                  </a:lnTo>
                  <a:lnTo>
                    <a:pt x="776" y="181"/>
                  </a:lnTo>
                  <a:lnTo>
                    <a:pt x="724" y="129"/>
                  </a:lnTo>
                  <a:lnTo>
                    <a:pt x="646" y="78"/>
                  </a:lnTo>
                  <a:lnTo>
                    <a:pt x="569" y="26"/>
                  </a:lnTo>
                  <a:lnTo>
                    <a:pt x="4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9"/>
            <p:cNvSpPr/>
            <p:nvPr/>
          </p:nvSpPr>
          <p:spPr>
            <a:xfrm>
              <a:off x="4902800" y="2907875"/>
              <a:ext cx="20725" cy="20725"/>
            </a:xfrm>
            <a:custGeom>
              <a:avLst/>
              <a:gdLst/>
              <a:ahLst/>
              <a:cxnLst/>
              <a:rect l="l" t="t" r="r" b="b"/>
              <a:pathLst>
                <a:path w="829" h="829" extrusionOk="0">
                  <a:moveTo>
                    <a:pt x="337" y="1"/>
                  </a:moveTo>
                  <a:lnTo>
                    <a:pt x="259" y="27"/>
                  </a:lnTo>
                  <a:lnTo>
                    <a:pt x="182" y="78"/>
                  </a:lnTo>
                  <a:lnTo>
                    <a:pt x="130" y="130"/>
                  </a:lnTo>
                  <a:lnTo>
                    <a:pt x="79" y="182"/>
                  </a:lnTo>
                  <a:lnTo>
                    <a:pt x="27" y="259"/>
                  </a:lnTo>
                  <a:lnTo>
                    <a:pt x="1" y="337"/>
                  </a:lnTo>
                  <a:lnTo>
                    <a:pt x="1" y="414"/>
                  </a:lnTo>
                  <a:lnTo>
                    <a:pt x="1" y="518"/>
                  </a:lnTo>
                  <a:lnTo>
                    <a:pt x="27" y="595"/>
                  </a:lnTo>
                  <a:lnTo>
                    <a:pt x="79" y="647"/>
                  </a:lnTo>
                  <a:lnTo>
                    <a:pt x="130" y="725"/>
                  </a:lnTo>
                  <a:lnTo>
                    <a:pt x="182" y="776"/>
                  </a:lnTo>
                  <a:lnTo>
                    <a:pt x="259" y="802"/>
                  </a:lnTo>
                  <a:lnTo>
                    <a:pt x="337" y="828"/>
                  </a:lnTo>
                  <a:lnTo>
                    <a:pt x="492" y="828"/>
                  </a:lnTo>
                  <a:lnTo>
                    <a:pt x="570" y="802"/>
                  </a:lnTo>
                  <a:lnTo>
                    <a:pt x="647" y="776"/>
                  </a:lnTo>
                  <a:lnTo>
                    <a:pt x="725" y="725"/>
                  </a:lnTo>
                  <a:lnTo>
                    <a:pt x="776" y="647"/>
                  </a:lnTo>
                  <a:lnTo>
                    <a:pt x="802" y="595"/>
                  </a:lnTo>
                  <a:lnTo>
                    <a:pt x="828" y="518"/>
                  </a:lnTo>
                  <a:lnTo>
                    <a:pt x="828" y="414"/>
                  </a:lnTo>
                  <a:lnTo>
                    <a:pt x="828" y="337"/>
                  </a:lnTo>
                  <a:lnTo>
                    <a:pt x="802" y="259"/>
                  </a:lnTo>
                  <a:lnTo>
                    <a:pt x="776" y="182"/>
                  </a:lnTo>
                  <a:lnTo>
                    <a:pt x="725" y="130"/>
                  </a:lnTo>
                  <a:lnTo>
                    <a:pt x="647" y="78"/>
                  </a:lnTo>
                  <a:lnTo>
                    <a:pt x="570"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9"/>
            <p:cNvSpPr/>
            <p:nvPr/>
          </p:nvSpPr>
          <p:spPr>
            <a:xfrm>
              <a:off x="4958400" y="2905300"/>
              <a:ext cx="21350" cy="20700"/>
            </a:xfrm>
            <a:custGeom>
              <a:avLst/>
              <a:gdLst/>
              <a:ahLst/>
              <a:cxnLst/>
              <a:rect l="l" t="t" r="r" b="b"/>
              <a:pathLst>
                <a:path w="854" h="828" extrusionOk="0">
                  <a:moveTo>
                    <a:pt x="336" y="0"/>
                  </a:moveTo>
                  <a:lnTo>
                    <a:pt x="259" y="26"/>
                  </a:lnTo>
                  <a:lnTo>
                    <a:pt x="207" y="78"/>
                  </a:lnTo>
                  <a:lnTo>
                    <a:pt x="129" y="104"/>
                  </a:lnTo>
                  <a:lnTo>
                    <a:pt x="78" y="181"/>
                  </a:lnTo>
                  <a:lnTo>
                    <a:pt x="52" y="259"/>
                  </a:lnTo>
                  <a:lnTo>
                    <a:pt x="26" y="336"/>
                  </a:lnTo>
                  <a:lnTo>
                    <a:pt x="0" y="414"/>
                  </a:lnTo>
                  <a:lnTo>
                    <a:pt x="26" y="492"/>
                  </a:lnTo>
                  <a:lnTo>
                    <a:pt x="52" y="569"/>
                  </a:lnTo>
                  <a:lnTo>
                    <a:pt x="78" y="647"/>
                  </a:lnTo>
                  <a:lnTo>
                    <a:pt x="129" y="698"/>
                  </a:lnTo>
                  <a:lnTo>
                    <a:pt x="207" y="750"/>
                  </a:lnTo>
                  <a:lnTo>
                    <a:pt x="259" y="802"/>
                  </a:lnTo>
                  <a:lnTo>
                    <a:pt x="336" y="828"/>
                  </a:lnTo>
                  <a:lnTo>
                    <a:pt x="517" y="828"/>
                  </a:lnTo>
                  <a:lnTo>
                    <a:pt x="595" y="802"/>
                  </a:lnTo>
                  <a:lnTo>
                    <a:pt x="672" y="750"/>
                  </a:lnTo>
                  <a:lnTo>
                    <a:pt x="724" y="698"/>
                  </a:lnTo>
                  <a:lnTo>
                    <a:pt x="776" y="647"/>
                  </a:lnTo>
                  <a:lnTo>
                    <a:pt x="827" y="569"/>
                  </a:lnTo>
                  <a:lnTo>
                    <a:pt x="827" y="492"/>
                  </a:lnTo>
                  <a:lnTo>
                    <a:pt x="853" y="414"/>
                  </a:lnTo>
                  <a:lnTo>
                    <a:pt x="827" y="336"/>
                  </a:lnTo>
                  <a:lnTo>
                    <a:pt x="827" y="259"/>
                  </a:lnTo>
                  <a:lnTo>
                    <a:pt x="776" y="181"/>
                  </a:lnTo>
                  <a:lnTo>
                    <a:pt x="724" y="104"/>
                  </a:lnTo>
                  <a:lnTo>
                    <a:pt x="672" y="78"/>
                  </a:lnTo>
                  <a:lnTo>
                    <a:pt x="595" y="26"/>
                  </a:lnTo>
                  <a:lnTo>
                    <a:pt x="5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 name="Google Shape;937;p59"/>
          <p:cNvGrpSpPr/>
          <p:nvPr/>
        </p:nvGrpSpPr>
        <p:grpSpPr>
          <a:xfrm>
            <a:off x="6403172" y="2721100"/>
            <a:ext cx="383481" cy="383454"/>
            <a:chOff x="5516750" y="2633225"/>
            <a:chExt cx="357425" cy="357400"/>
          </a:xfrm>
        </p:grpSpPr>
        <p:sp>
          <p:nvSpPr>
            <p:cNvPr id="938" name="Google Shape;938;p59"/>
            <p:cNvSpPr/>
            <p:nvPr/>
          </p:nvSpPr>
          <p:spPr>
            <a:xfrm>
              <a:off x="5586550" y="2703025"/>
              <a:ext cx="118300" cy="132500"/>
            </a:xfrm>
            <a:custGeom>
              <a:avLst/>
              <a:gdLst/>
              <a:ahLst/>
              <a:cxnLst/>
              <a:rect l="l" t="t" r="r" b="b"/>
              <a:pathLst>
                <a:path w="4732" h="5300" extrusionOk="0">
                  <a:moveTo>
                    <a:pt x="2508" y="828"/>
                  </a:moveTo>
                  <a:lnTo>
                    <a:pt x="2637" y="879"/>
                  </a:lnTo>
                  <a:lnTo>
                    <a:pt x="2767" y="957"/>
                  </a:lnTo>
                  <a:lnTo>
                    <a:pt x="2870" y="1034"/>
                  </a:lnTo>
                  <a:lnTo>
                    <a:pt x="2948" y="1138"/>
                  </a:lnTo>
                  <a:lnTo>
                    <a:pt x="2999" y="1241"/>
                  </a:lnTo>
                  <a:lnTo>
                    <a:pt x="3051" y="1396"/>
                  </a:lnTo>
                  <a:lnTo>
                    <a:pt x="3077" y="1525"/>
                  </a:lnTo>
                  <a:lnTo>
                    <a:pt x="3051" y="1655"/>
                  </a:lnTo>
                  <a:lnTo>
                    <a:pt x="2999" y="1784"/>
                  </a:lnTo>
                  <a:lnTo>
                    <a:pt x="2948" y="1913"/>
                  </a:lnTo>
                  <a:lnTo>
                    <a:pt x="2870" y="2017"/>
                  </a:lnTo>
                  <a:lnTo>
                    <a:pt x="2767" y="2094"/>
                  </a:lnTo>
                  <a:lnTo>
                    <a:pt x="2637" y="2172"/>
                  </a:lnTo>
                  <a:lnTo>
                    <a:pt x="2508" y="2198"/>
                  </a:lnTo>
                  <a:lnTo>
                    <a:pt x="2379" y="2223"/>
                  </a:lnTo>
                  <a:lnTo>
                    <a:pt x="2224" y="2198"/>
                  </a:lnTo>
                  <a:lnTo>
                    <a:pt x="2095" y="2172"/>
                  </a:lnTo>
                  <a:lnTo>
                    <a:pt x="1965" y="2094"/>
                  </a:lnTo>
                  <a:lnTo>
                    <a:pt x="1862" y="2017"/>
                  </a:lnTo>
                  <a:lnTo>
                    <a:pt x="1784" y="1913"/>
                  </a:lnTo>
                  <a:lnTo>
                    <a:pt x="1733" y="1784"/>
                  </a:lnTo>
                  <a:lnTo>
                    <a:pt x="1681" y="1655"/>
                  </a:lnTo>
                  <a:lnTo>
                    <a:pt x="1681" y="1525"/>
                  </a:lnTo>
                  <a:lnTo>
                    <a:pt x="1681" y="1396"/>
                  </a:lnTo>
                  <a:lnTo>
                    <a:pt x="1733" y="1241"/>
                  </a:lnTo>
                  <a:lnTo>
                    <a:pt x="1784" y="1138"/>
                  </a:lnTo>
                  <a:lnTo>
                    <a:pt x="1862" y="1034"/>
                  </a:lnTo>
                  <a:lnTo>
                    <a:pt x="1965" y="957"/>
                  </a:lnTo>
                  <a:lnTo>
                    <a:pt x="2095" y="879"/>
                  </a:lnTo>
                  <a:lnTo>
                    <a:pt x="2224" y="828"/>
                  </a:lnTo>
                  <a:close/>
                  <a:moveTo>
                    <a:pt x="2379" y="3051"/>
                  </a:moveTo>
                  <a:lnTo>
                    <a:pt x="2663" y="3076"/>
                  </a:lnTo>
                  <a:lnTo>
                    <a:pt x="2922" y="3180"/>
                  </a:lnTo>
                  <a:lnTo>
                    <a:pt x="3180" y="3283"/>
                  </a:lnTo>
                  <a:lnTo>
                    <a:pt x="3413" y="3464"/>
                  </a:lnTo>
                  <a:lnTo>
                    <a:pt x="3594" y="3671"/>
                  </a:lnTo>
                  <a:lnTo>
                    <a:pt x="3749" y="3904"/>
                  </a:lnTo>
                  <a:lnTo>
                    <a:pt x="3852" y="4162"/>
                  </a:lnTo>
                  <a:lnTo>
                    <a:pt x="3904" y="4447"/>
                  </a:lnTo>
                  <a:lnTo>
                    <a:pt x="828" y="4447"/>
                  </a:lnTo>
                  <a:lnTo>
                    <a:pt x="880" y="4162"/>
                  </a:lnTo>
                  <a:lnTo>
                    <a:pt x="983" y="3904"/>
                  </a:lnTo>
                  <a:lnTo>
                    <a:pt x="1138" y="3671"/>
                  </a:lnTo>
                  <a:lnTo>
                    <a:pt x="1319" y="3464"/>
                  </a:lnTo>
                  <a:lnTo>
                    <a:pt x="1552" y="3283"/>
                  </a:lnTo>
                  <a:lnTo>
                    <a:pt x="1810" y="3180"/>
                  </a:lnTo>
                  <a:lnTo>
                    <a:pt x="2069" y="3076"/>
                  </a:lnTo>
                  <a:lnTo>
                    <a:pt x="2379" y="3051"/>
                  </a:lnTo>
                  <a:close/>
                  <a:moveTo>
                    <a:pt x="2198" y="0"/>
                  </a:moveTo>
                  <a:lnTo>
                    <a:pt x="2069" y="26"/>
                  </a:lnTo>
                  <a:lnTo>
                    <a:pt x="1759" y="104"/>
                  </a:lnTo>
                  <a:lnTo>
                    <a:pt x="1500" y="259"/>
                  </a:lnTo>
                  <a:lnTo>
                    <a:pt x="1293" y="440"/>
                  </a:lnTo>
                  <a:lnTo>
                    <a:pt x="1086" y="672"/>
                  </a:lnTo>
                  <a:lnTo>
                    <a:pt x="957" y="931"/>
                  </a:lnTo>
                  <a:lnTo>
                    <a:pt x="854" y="1215"/>
                  </a:lnTo>
                  <a:lnTo>
                    <a:pt x="828" y="1370"/>
                  </a:lnTo>
                  <a:lnTo>
                    <a:pt x="828" y="1525"/>
                  </a:lnTo>
                  <a:lnTo>
                    <a:pt x="854" y="1810"/>
                  </a:lnTo>
                  <a:lnTo>
                    <a:pt x="931" y="2068"/>
                  </a:lnTo>
                  <a:lnTo>
                    <a:pt x="1061" y="2301"/>
                  </a:lnTo>
                  <a:lnTo>
                    <a:pt x="1216" y="2534"/>
                  </a:lnTo>
                  <a:lnTo>
                    <a:pt x="957" y="2689"/>
                  </a:lnTo>
                  <a:lnTo>
                    <a:pt x="699" y="2896"/>
                  </a:lnTo>
                  <a:lnTo>
                    <a:pt x="492" y="3128"/>
                  </a:lnTo>
                  <a:lnTo>
                    <a:pt x="337" y="3387"/>
                  </a:lnTo>
                  <a:lnTo>
                    <a:pt x="182" y="3671"/>
                  </a:lnTo>
                  <a:lnTo>
                    <a:pt x="78" y="3955"/>
                  </a:lnTo>
                  <a:lnTo>
                    <a:pt x="27" y="4266"/>
                  </a:lnTo>
                  <a:lnTo>
                    <a:pt x="1" y="4602"/>
                  </a:lnTo>
                  <a:lnTo>
                    <a:pt x="1" y="4886"/>
                  </a:lnTo>
                  <a:lnTo>
                    <a:pt x="1" y="4964"/>
                  </a:lnTo>
                  <a:lnTo>
                    <a:pt x="27" y="5041"/>
                  </a:lnTo>
                  <a:lnTo>
                    <a:pt x="52" y="5119"/>
                  </a:lnTo>
                  <a:lnTo>
                    <a:pt x="104" y="5170"/>
                  </a:lnTo>
                  <a:lnTo>
                    <a:pt x="182" y="5222"/>
                  </a:lnTo>
                  <a:lnTo>
                    <a:pt x="259" y="5248"/>
                  </a:lnTo>
                  <a:lnTo>
                    <a:pt x="337" y="5274"/>
                  </a:lnTo>
                  <a:lnTo>
                    <a:pt x="414" y="5300"/>
                  </a:lnTo>
                  <a:lnTo>
                    <a:pt x="4318" y="5300"/>
                  </a:lnTo>
                  <a:lnTo>
                    <a:pt x="4395" y="5274"/>
                  </a:lnTo>
                  <a:lnTo>
                    <a:pt x="4473" y="5248"/>
                  </a:lnTo>
                  <a:lnTo>
                    <a:pt x="4550" y="5222"/>
                  </a:lnTo>
                  <a:lnTo>
                    <a:pt x="4628" y="5170"/>
                  </a:lnTo>
                  <a:lnTo>
                    <a:pt x="4680" y="5119"/>
                  </a:lnTo>
                  <a:lnTo>
                    <a:pt x="4705" y="5041"/>
                  </a:lnTo>
                  <a:lnTo>
                    <a:pt x="4731" y="4964"/>
                  </a:lnTo>
                  <a:lnTo>
                    <a:pt x="4731" y="4886"/>
                  </a:lnTo>
                  <a:lnTo>
                    <a:pt x="4731" y="4602"/>
                  </a:lnTo>
                  <a:lnTo>
                    <a:pt x="4705" y="4266"/>
                  </a:lnTo>
                  <a:lnTo>
                    <a:pt x="4654" y="3955"/>
                  </a:lnTo>
                  <a:lnTo>
                    <a:pt x="4550" y="3671"/>
                  </a:lnTo>
                  <a:lnTo>
                    <a:pt x="4395" y="3387"/>
                  </a:lnTo>
                  <a:lnTo>
                    <a:pt x="4240" y="3128"/>
                  </a:lnTo>
                  <a:lnTo>
                    <a:pt x="4033" y="2896"/>
                  </a:lnTo>
                  <a:lnTo>
                    <a:pt x="3801" y="2689"/>
                  </a:lnTo>
                  <a:lnTo>
                    <a:pt x="3516" y="2534"/>
                  </a:lnTo>
                  <a:lnTo>
                    <a:pt x="3697" y="2301"/>
                  </a:lnTo>
                  <a:lnTo>
                    <a:pt x="3801" y="2068"/>
                  </a:lnTo>
                  <a:lnTo>
                    <a:pt x="3878" y="1810"/>
                  </a:lnTo>
                  <a:lnTo>
                    <a:pt x="3904" y="1525"/>
                  </a:lnTo>
                  <a:lnTo>
                    <a:pt x="3904" y="1370"/>
                  </a:lnTo>
                  <a:lnTo>
                    <a:pt x="3878" y="1215"/>
                  </a:lnTo>
                  <a:lnTo>
                    <a:pt x="3775" y="931"/>
                  </a:lnTo>
                  <a:lnTo>
                    <a:pt x="3646" y="672"/>
                  </a:lnTo>
                  <a:lnTo>
                    <a:pt x="3465" y="440"/>
                  </a:lnTo>
                  <a:lnTo>
                    <a:pt x="3232" y="259"/>
                  </a:lnTo>
                  <a:lnTo>
                    <a:pt x="2973" y="104"/>
                  </a:lnTo>
                  <a:lnTo>
                    <a:pt x="2663" y="26"/>
                  </a:lnTo>
                  <a:lnTo>
                    <a:pt x="25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9"/>
            <p:cNvSpPr/>
            <p:nvPr/>
          </p:nvSpPr>
          <p:spPr>
            <a:xfrm>
              <a:off x="5635025" y="2856175"/>
              <a:ext cx="21350" cy="21350"/>
            </a:xfrm>
            <a:custGeom>
              <a:avLst/>
              <a:gdLst/>
              <a:ahLst/>
              <a:cxnLst/>
              <a:rect l="l" t="t" r="r" b="b"/>
              <a:pathLst>
                <a:path w="854" h="854" extrusionOk="0">
                  <a:moveTo>
                    <a:pt x="337" y="1"/>
                  </a:moveTo>
                  <a:lnTo>
                    <a:pt x="259" y="27"/>
                  </a:lnTo>
                  <a:lnTo>
                    <a:pt x="181" y="78"/>
                  </a:lnTo>
                  <a:lnTo>
                    <a:pt x="130" y="130"/>
                  </a:lnTo>
                  <a:lnTo>
                    <a:pt x="78" y="182"/>
                  </a:lnTo>
                  <a:lnTo>
                    <a:pt x="52" y="259"/>
                  </a:lnTo>
                  <a:lnTo>
                    <a:pt x="26" y="337"/>
                  </a:lnTo>
                  <a:lnTo>
                    <a:pt x="0" y="414"/>
                  </a:lnTo>
                  <a:lnTo>
                    <a:pt x="26" y="518"/>
                  </a:lnTo>
                  <a:lnTo>
                    <a:pt x="52" y="595"/>
                  </a:lnTo>
                  <a:lnTo>
                    <a:pt x="78" y="647"/>
                  </a:lnTo>
                  <a:lnTo>
                    <a:pt x="130" y="725"/>
                  </a:lnTo>
                  <a:lnTo>
                    <a:pt x="181" y="776"/>
                  </a:lnTo>
                  <a:lnTo>
                    <a:pt x="259" y="802"/>
                  </a:lnTo>
                  <a:lnTo>
                    <a:pt x="337" y="828"/>
                  </a:lnTo>
                  <a:lnTo>
                    <a:pt x="440" y="854"/>
                  </a:lnTo>
                  <a:lnTo>
                    <a:pt x="517" y="828"/>
                  </a:lnTo>
                  <a:lnTo>
                    <a:pt x="595" y="802"/>
                  </a:lnTo>
                  <a:lnTo>
                    <a:pt x="673" y="776"/>
                  </a:lnTo>
                  <a:lnTo>
                    <a:pt x="724" y="725"/>
                  </a:lnTo>
                  <a:lnTo>
                    <a:pt x="776" y="647"/>
                  </a:lnTo>
                  <a:lnTo>
                    <a:pt x="802" y="595"/>
                  </a:lnTo>
                  <a:lnTo>
                    <a:pt x="828" y="518"/>
                  </a:lnTo>
                  <a:lnTo>
                    <a:pt x="854" y="414"/>
                  </a:lnTo>
                  <a:lnTo>
                    <a:pt x="828" y="337"/>
                  </a:lnTo>
                  <a:lnTo>
                    <a:pt x="802" y="259"/>
                  </a:lnTo>
                  <a:lnTo>
                    <a:pt x="776" y="182"/>
                  </a:lnTo>
                  <a:lnTo>
                    <a:pt x="724" y="130"/>
                  </a:lnTo>
                  <a:lnTo>
                    <a:pt x="673" y="78"/>
                  </a:lnTo>
                  <a:lnTo>
                    <a:pt x="595" y="27"/>
                  </a:lnTo>
                  <a:lnTo>
                    <a:pt x="5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9"/>
            <p:cNvSpPr/>
            <p:nvPr/>
          </p:nvSpPr>
          <p:spPr>
            <a:xfrm>
              <a:off x="5593675" y="2856175"/>
              <a:ext cx="20700" cy="21350"/>
            </a:xfrm>
            <a:custGeom>
              <a:avLst/>
              <a:gdLst/>
              <a:ahLst/>
              <a:cxnLst/>
              <a:rect l="l" t="t" r="r" b="b"/>
              <a:pathLst>
                <a:path w="828" h="854" extrusionOk="0">
                  <a:moveTo>
                    <a:pt x="310" y="1"/>
                  </a:moveTo>
                  <a:lnTo>
                    <a:pt x="233" y="27"/>
                  </a:lnTo>
                  <a:lnTo>
                    <a:pt x="181" y="78"/>
                  </a:lnTo>
                  <a:lnTo>
                    <a:pt x="103" y="130"/>
                  </a:lnTo>
                  <a:lnTo>
                    <a:pt x="52" y="182"/>
                  </a:lnTo>
                  <a:lnTo>
                    <a:pt x="26" y="259"/>
                  </a:lnTo>
                  <a:lnTo>
                    <a:pt x="0" y="337"/>
                  </a:lnTo>
                  <a:lnTo>
                    <a:pt x="0" y="414"/>
                  </a:lnTo>
                  <a:lnTo>
                    <a:pt x="0" y="518"/>
                  </a:lnTo>
                  <a:lnTo>
                    <a:pt x="26" y="595"/>
                  </a:lnTo>
                  <a:lnTo>
                    <a:pt x="52" y="647"/>
                  </a:lnTo>
                  <a:lnTo>
                    <a:pt x="103" y="725"/>
                  </a:lnTo>
                  <a:lnTo>
                    <a:pt x="181" y="776"/>
                  </a:lnTo>
                  <a:lnTo>
                    <a:pt x="233" y="802"/>
                  </a:lnTo>
                  <a:lnTo>
                    <a:pt x="310" y="828"/>
                  </a:lnTo>
                  <a:lnTo>
                    <a:pt x="414" y="854"/>
                  </a:lnTo>
                  <a:lnTo>
                    <a:pt x="491" y="828"/>
                  </a:lnTo>
                  <a:lnTo>
                    <a:pt x="569" y="802"/>
                  </a:lnTo>
                  <a:lnTo>
                    <a:pt x="646" y="776"/>
                  </a:lnTo>
                  <a:lnTo>
                    <a:pt x="698" y="725"/>
                  </a:lnTo>
                  <a:lnTo>
                    <a:pt x="750" y="647"/>
                  </a:lnTo>
                  <a:lnTo>
                    <a:pt x="801" y="595"/>
                  </a:lnTo>
                  <a:lnTo>
                    <a:pt x="827" y="518"/>
                  </a:lnTo>
                  <a:lnTo>
                    <a:pt x="827" y="414"/>
                  </a:lnTo>
                  <a:lnTo>
                    <a:pt x="827" y="337"/>
                  </a:lnTo>
                  <a:lnTo>
                    <a:pt x="801" y="259"/>
                  </a:lnTo>
                  <a:lnTo>
                    <a:pt x="750" y="182"/>
                  </a:lnTo>
                  <a:lnTo>
                    <a:pt x="698" y="130"/>
                  </a:lnTo>
                  <a:lnTo>
                    <a:pt x="646" y="78"/>
                  </a:lnTo>
                  <a:lnTo>
                    <a:pt x="569" y="27"/>
                  </a:lnTo>
                  <a:lnTo>
                    <a:pt x="4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9"/>
            <p:cNvSpPr/>
            <p:nvPr/>
          </p:nvSpPr>
          <p:spPr>
            <a:xfrm>
              <a:off x="5677025" y="2856175"/>
              <a:ext cx="21350" cy="21350"/>
            </a:xfrm>
            <a:custGeom>
              <a:avLst/>
              <a:gdLst/>
              <a:ahLst/>
              <a:cxnLst/>
              <a:rect l="l" t="t" r="r" b="b"/>
              <a:pathLst>
                <a:path w="854" h="854" extrusionOk="0">
                  <a:moveTo>
                    <a:pt x="337" y="1"/>
                  </a:moveTo>
                  <a:lnTo>
                    <a:pt x="259" y="27"/>
                  </a:lnTo>
                  <a:lnTo>
                    <a:pt x="182" y="78"/>
                  </a:lnTo>
                  <a:lnTo>
                    <a:pt x="130" y="130"/>
                  </a:lnTo>
                  <a:lnTo>
                    <a:pt x="78" y="182"/>
                  </a:lnTo>
                  <a:lnTo>
                    <a:pt x="27" y="259"/>
                  </a:lnTo>
                  <a:lnTo>
                    <a:pt x="1" y="337"/>
                  </a:lnTo>
                  <a:lnTo>
                    <a:pt x="1" y="414"/>
                  </a:lnTo>
                  <a:lnTo>
                    <a:pt x="1" y="518"/>
                  </a:lnTo>
                  <a:lnTo>
                    <a:pt x="27" y="595"/>
                  </a:lnTo>
                  <a:lnTo>
                    <a:pt x="78" y="647"/>
                  </a:lnTo>
                  <a:lnTo>
                    <a:pt x="130" y="725"/>
                  </a:lnTo>
                  <a:lnTo>
                    <a:pt x="182" y="776"/>
                  </a:lnTo>
                  <a:lnTo>
                    <a:pt x="259" y="802"/>
                  </a:lnTo>
                  <a:lnTo>
                    <a:pt x="337" y="828"/>
                  </a:lnTo>
                  <a:lnTo>
                    <a:pt x="414" y="854"/>
                  </a:lnTo>
                  <a:lnTo>
                    <a:pt x="518" y="828"/>
                  </a:lnTo>
                  <a:lnTo>
                    <a:pt x="595" y="802"/>
                  </a:lnTo>
                  <a:lnTo>
                    <a:pt x="647" y="776"/>
                  </a:lnTo>
                  <a:lnTo>
                    <a:pt x="725" y="725"/>
                  </a:lnTo>
                  <a:lnTo>
                    <a:pt x="776" y="647"/>
                  </a:lnTo>
                  <a:lnTo>
                    <a:pt x="802" y="595"/>
                  </a:lnTo>
                  <a:lnTo>
                    <a:pt x="828" y="518"/>
                  </a:lnTo>
                  <a:lnTo>
                    <a:pt x="854" y="414"/>
                  </a:lnTo>
                  <a:lnTo>
                    <a:pt x="828" y="337"/>
                  </a:lnTo>
                  <a:lnTo>
                    <a:pt x="802" y="259"/>
                  </a:lnTo>
                  <a:lnTo>
                    <a:pt x="776" y="182"/>
                  </a:lnTo>
                  <a:lnTo>
                    <a:pt x="725" y="130"/>
                  </a:lnTo>
                  <a:lnTo>
                    <a:pt x="647" y="78"/>
                  </a:lnTo>
                  <a:lnTo>
                    <a:pt x="595" y="27"/>
                  </a:lnTo>
                  <a:lnTo>
                    <a:pt x="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9"/>
            <p:cNvSpPr/>
            <p:nvPr/>
          </p:nvSpPr>
          <p:spPr>
            <a:xfrm>
              <a:off x="5593675" y="2898200"/>
              <a:ext cx="104700" cy="20700"/>
            </a:xfrm>
            <a:custGeom>
              <a:avLst/>
              <a:gdLst/>
              <a:ahLst/>
              <a:cxnLst/>
              <a:rect l="l" t="t" r="r" b="b"/>
              <a:pathLst>
                <a:path w="4188" h="828" extrusionOk="0">
                  <a:moveTo>
                    <a:pt x="310" y="0"/>
                  </a:moveTo>
                  <a:lnTo>
                    <a:pt x="233" y="26"/>
                  </a:lnTo>
                  <a:lnTo>
                    <a:pt x="181" y="78"/>
                  </a:lnTo>
                  <a:lnTo>
                    <a:pt x="103" y="129"/>
                  </a:lnTo>
                  <a:lnTo>
                    <a:pt x="52" y="181"/>
                  </a:lnTo>
                  <a:lnTo>
                    <a:pt x="26" y="259"/>
                  </a:lnTo>
                  <a:lnTo>
                    <a:pt x="0" y="336"/>
                  </a:lnTo>
                  <a:lnTo>
                    <a:pt x="0" y="414"/>
                  </a:lnTo>
                  <a:lnTo>
                    <a:pt x="0" y="491"/>
                  </a:lnTo>
                  <a:lnTo>
                    <a:pt x="26" y="569"/>
                  </a:lnTo>
                  <a:lnTo>
                    <a:pt x="52" y="646"/>
                  </a:lnTo>
                  <a:lnTo>
                    <a:pt x="103" y="724"/>
                  </a:lnTo>
                  <a:lnTo>
                    <a:pt x="181" y="776"/>
                  </a:lnTo>
                  <a:lnTo>
                    <a:pt x="233" y="801"/>
                  </a:lnTo>
                  <a:lnTo>
                    <a:pt x="310" y="827"/>
                  </a:lnTo>
                  <a:lnTo>
                    <a:pt x="3852" y="827"/>
                  </a:lnTo>
                  <a:lnTo>
                    <a:pt x="3929" y="801"/>
                  </a:lnTo>
                  <a:lnTo>
                    <a:pt x="3981" y="776"/>
                  </a:lnTo>
                  <a:lnTo>
                    <a:pt x="4059" y="724"/>
                  </a:lnTo>
                  <a:lnTo>
                    <a:pt x="4110" y="646"/>
                  </a:lnTo>
                  <a:lnTo>
                    <a:pt x="4136" y="569"/>
                  </a:lnTo>
                  <a:lnTo>
                    <a:pt x="4162" y="491"/>
                  </a:lnTo>
                  <a:lnTo>
                    <a:pt x="4188" y="414"/>
                  </a:lnTo>
                  <a:lnTo>
                    <a:pt x="4162" y="336"/>
                  </a:lnTo>
                  <a:lnTo>
                    <a:pt x="4136" y="259"/>
                  </a:lnTo>
                  <a:lnTo>
                    <a:pt x="4110" y="181"/>
                  </a:lnTo>
                  <a:lnTo>
                    <a:pt x="4059" y="129"/>
                  </a:lnTo>
                  <a:lnTo>
                    <a:pt x="3981" y="78"/>
                  </a:lnTo>
                  <a:lnTo>
                    <a:pt x="3929" y="26"/>
                  </a:lnTo>
                  <a:lnTo>
                    <a:pt x="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9"/>
            <p:cNvSpPr/>
            <p:nvPr/>
          </p:nvSpPr>
          <p:spPr>
            <a:xfrm>
              <a:off x="5516750" y="2633225"/>
              <a:ext cx="357425" cy="357400"/>
            </a:xfrm>
            <a:custGeom>
              <a:avLst/>
              <a:gdLst/>
              <a:ahLst/>
              <a:cxnLst/>
              <a:rect l="l" t="t" r="r" b="b"/>
              <a:pathLst>
                <a:path w="14297" h="14296" extrusionOk="0">
                  <a:moveTo>
                    <a:pt x="7523" y="1422"/>
                  </a:moveTo>
                  <a:lnTo>
                    <a:pt x="8893" y="2792"/>
                  </a:lnTo>
                  <a:lnTo>
                    <a:pt x="7963" y="2792"/>
                  </a:lnTo>
                  <a:lnTo>
                    <a:pt x="7859" y="2766"/>
                  </a:lnTo>
                  <a:lnTo>
                    <a:pt x="7782" y="2741"/>
                  </a:lnTo>
                  <a:lnTo>
                    <a:pt x="7704" y="2715"/>
                  </a:lnTo>
                  <a:lnTo>
                    <a:pt x="7653" y="2663"/>
                  </a:lnTo>
                  <a:lnTo>
                    <a:pt x="7601" y="2586"/>
                  </a:lnTo>
                  <a:lnTo>
                    <a:pt x="7575" y="2534"/>
                  </a:lnTo>
                  <a:lnTo>
                    <a:pt x="7549" y="2456"/>
                  </a:lnTo>
                  <a:lnTo>
                    <a:pt x="7523" y="2353"/>
                  </a:lnTo>
                  <a:lnTo>
                    <a:pt x="7523" y="1422"/>
                  </a:lnTo>
                  <a:close/>
                  <a:moveTo>
                    <a:pt x="6696" y="828"/>
                  </a:moveTo>
                  <a:lnTo>
                    <a:pt x="6696" y="2353"/>
                  </a:lnTo>
                  <a:lnTo>
                    <a:pt x="6722" y="2611"/>
                  </a:lnTo>
                  <a:lnTo>
                    <a:pt x="6799" y="2844"/>
                  </a:lnTo>
                  <a:lnTo>
                    <a:pt x="6903" y="3051"/>
                  </a:lnTo>
                  <a:lnTo>
                    <a:pt x="7058" y="3258"/>
                  </a:lnTo>
                  <a:lnTo>
                    <a:pt x="7239" y="3413"/>
                  </a:lnTo>
                  <a:lnTo>
                    <a:pt x="7472" y="3516"/>
                  </a:lnTo>
                  <a:lnTo>
                    <a:pt x="7704" y="3594"/>
                  </a:lnTo>
                  <a:lnTo>
                    <a:pt x="7963" y="3620"/>
                  </a:lnTo>
                  <a:lnTo>
                    <a:pt x="9488" y="3620"/>
                  </a:lnTo>
                  <a:lnTo>
                    <a:pt x="9488" y="7600"/>
                  </a:lnTo>
                  <a:lnTo>
                    <a:pt x="9074" y="7730"/>
                  </a:lnTo>
                  <a:lnTo>
                    <a:pt x="8687" y="7885"/>
                  </a:lnTo>
                  <a:lnTo>
                    <a:pt x="8583" y="7962"/>
                  </a:lnTo>
                  <a:lnTo>
                    <a:pt x="8506" y="8040"/>
                  </a:lnTo>
                  <a:lnTo>
                    <a:pt x="8454" y="8169"/>
                  </a:lnTo>
                  <a:lnTo>
                    <a:pt x="8428" y="8273"/>
                  </a:lnTo>
                  <a:lnTo>
                    <a:pt x="8428" y="10005"/>
                  </a:lnTo>
                  <a:lnTo>
                    <a:pt x="8428" y="10289"/>
                  </a:lnTo>
                  <a:lnTo>
                    <a:pt x="8454" y="10599"/>
                  </a:lnTo>
                  <a:lnTo>
                    <a:pt x="8506" y="10883"/>
                  </a:lnTo>
                  <a:lnTo>
                    <a:pt x="8583" y="11194"/>
                  </a:lnTo>
                  <a:lnTo>
                    <a:pt x="8661" y="11478"/>
                  </a:lnTo>
                  <a:lnTo>
                    <a:pt x="8764" y="11736"/>
                  </a:lnTo>
                  <a:lnTo>
                    <a:pt x="8893" y="12021"/>
                  </a:lnTo>
                  <a:lnTo>
                    <a:pt x="9023" y="12279"/>
                  </a:lnTo>
                  <a:lnTo>
                    <a:pt x="1242" y="12279"/>
                  </a:lnTo>
                  <a:lnTo>
                    <a:pt x="1164" y="12253"/>
                  </a:lnTo>
                  <a:lnTo>
                    <a:pt x="1087" y="12228"/>
                  </a:lnTo>
                  <a:lnTo>
                    <a:pt x="1009" y="12202"/>
                  </a:lnTo>
                  <a:lnTo>
                    <a:pt x="957" y="12150"/>
                  </a:lnTo>
                  <a:lnTo>
                    <a:pt x="906" y="12098"/>
                  </a:lnTo>
                  <a:lnTo>
                    <a:pt x="854" y="12021"/>
                  </a:lnTo>
                  <a:lnTo>
                    <a:pt x="828" y="11943"/>
                  </a:lnTo>
                  <a:lnTo>
                    <a:pt x="828" y="11866"/>
                  </a:lnTo>
                  <a:lnTo>
                    <a:pt x="828" y="1241"/>
                  </a:lnTo>
                  <a:lnTo>
                    <a:pt x="828" y="1164"/>
                  </a:lnTo>
                  <a:lnTo>
                    <a:pt x="854" y="1086"/>
                  </a:lnTo>
                  <a:lnTo>
                    <a:pt x="906" y="1009"/>
                  </a:lnTo>
                  <a:lnTo>
                    <a:pt x="957" y="957"/>
                  </a:lnTo>
                  <a:lnTo>
                    <a:pt x="1009" y="905"/>
                  </a:lnTo>
                  <a:lnTo>
                    <a:pt x="1087" y="854"/>
                  </a:lnTo>
                  <a:lnTo>
                    <a:pt x="1164" y="828"/>
                  </a:lnTo>
                  <a:close/>
                  <a:moveTo>
                    <a:pt x="11349" y="8143"/>
                  </a:moveTo>
                  <a:lnTo>
                    <a:pt x="11866" y="8169"/>
                  </a:lnTo>
                  <a:lnTo>
                    <a:pt x="12409" y="8247"/>
                  </a:lnTo>
                  <a:lnTo>
                    <a:pt x="12926" y="8376"/>
                  </a:lnTo>
                  <a:lnTo>
                    <a:pt x="13443" y="8557"/>
                  </a:lnTo>
                  <a:lnTo>
                    <a:pt x="13443" y="10005"/>
                  </a:lnTo>
                  <a:lnTo>
                    <a:pt x="13443" y="10263"/>
                  </a:lnTo>
                  <a:lnTo>
                    <a:pt x="13417" y="10522"/>
                  </a:lnTo>
                  <a:lnTo>
                    <a:pt x="13365" y="10780"/>
                  </a:lnTo>
                  <a:lnTo>
                    <a:pt x="13314" y="11039"/>
                  </a:lnTo>
                  <a:lnTo>
                    <a:pt x="13210" y="11297"/>
                  </a:lnTo>
                  <a:lnTo>
                    <a:pt x="13133" y="11530"/>
                  </a:lnTo>
                  <a:lnTo>
                    <a:pt x="13004" y="11762"/>
                  </a:lnTo>
                  <a:lnTo>
                    <a:pt x="12874" y="11995"/>
                  </a:lnTo>
                  <a:lnTo>
                    <a:pt x="12745" y="12202"/>
                  </a:lnTo>
                  <a:lnTo>
                    <a:pt x="12590" y="12409"/>
                  </a:lnTo>
                  <a:lnTo>
                    <a:pt x="12409" y="12615"/>
                  </a:lnTo>
                  <a:lnTo>
                    <a:pt x="12228" y="12796"/>
                  </a:lnTo>
                  <a:lnTo>
                    <a:pt x="12021" y="12977"/>
                  </a:lnTo>
                  <a:lnTo>
                    <a:pt x="11814" y="13132"/>
                  </a:lnTo>
                  <a:lnTo>
                    <a:pt x="11582" y="13262"/>
                  </a:lnTo>
                  <a:lnTo>
                    <a:pt x="11349" y="13391"/>
                  </a:lnTo>
                  <a:lnTo>
                    <a:pt x="11116" y="13262"/>
                  </a:lnTo>
                  <a:lnTo>
                    <a:pt x="10910" y="13132"/>
                  </a:lnTo>
                  <a:lnTo>
                    <a:pt x="10677" y="12977"/>
                  </a:lnTo>
                  <a:lnTo>
                    <a:pt x="10496" y="12796"/>
                  </a:lnTo>
                  <a:lnTo>
                    <a:pt x="10315" y="12615"/>
                  </a:lnTo>
                  <a:lnTo>
                    <a:pt x="10134" y="12409"/>
                  </a:lnTo>
                  <a:lnTo>
                    <a:pt x="9979" y="12202"/>
                  </a:lnTo>
                  <a:lnTo>
                    <a:pt x="9824" y="11995"/>
                  </a:lnTo>
                  <a:lnTo>
                    <a:pt x="9695" y="11762"/>
                  </a:lnTo>
                  <a:lnTo>
                    <a:pt x="9591" y="11530"/>
                  </a:lnTo>
                  <a:lnTo>
                    <a:pt x="9488" y="11297"/>
                  </a:lnTo>
                  <a:lnTo>
                    <a:pt x="9410" y="11039"/>
                  </a:lnTo>
                  <a:lnTo>
                    <a:pt x="9359" y="10780"/>
                  </a:lnTo>
                  <a:lnTo>
                    <a:pt x="9307" y="10522"/>
                  </a:lnTo>
                  <a:lnTo>
                    <a:pt x="9281" y="10263"/>
                  </a:lnTo>
                  <a:lnTo>
                    <a:pt x="9255" y="10005"/>
                  </a:lnTo>
                  <a:lnTo>
                    <a:pt x="9255" y="8557"/>
                  </a:lnTo>
                  <a:lnTo>
                    <a:pt x="9798" y="8376"/>
                  </a:lnTo>
                  <a:lnTo>
                    <a:pt x="10315" y="8247"/>
                  </a:lnTo>
                  <a:lnTo>
                    <a:pt x="10832" y="8169"/>
                  </a:lnTo>
                  <a:lnTo>
                    <a:pt x="11349" y="8143"/>
                  </a:lnTo>
                  <a:close/>
                  <a:moveTo>
                    <a:pt x="1242" y="0"/>
                  </a:moveTo>
                  <a:lnTo>
                    <a:pt x="1009" y="26"/>
                  </a:lnTo>
                  <a:lnTo>
                    <a:pt x="750" y="78"/>
                  </a:lnTo>
                  <a:lnTo>
                    <a:pt x="544" y="207"/>
                  </a:lnTo>
                  <a:lnTo>
                    <a:pt x="363" y="362"/>
                  </a:lnTo>
                  <a:lnTo>
                    <a:pt x="208" y="543"/>
                  </a:lnTo>
                  <a:lnTo>
                    <a:pt x="104" y="750"/>
                  </a:lnTo>
                  <a:lnTo>
                    <a:pt x="27" y="983"/>
                  </a:lnTo>
                  <a:lnTo>
                    <a:pt x="1" y="1241"/>
                  </a:lnTo>
                  <a:lnTo>
                    <a:pt x="1" y="11866"/>
                  </a:lnTo>
                  <a:lnTo>
                    <a:pt x="27" y="12098"/>
                  </a:lnTo>
                  <a:lnTo>
                    <a:pt x="104" y="12331"/>
                  </a:lnTo>
                  <a:lnTo>
                    <a:pt x="208" y="12564"/>
                  </a:lnTo>
                  <a:lnTo>
                    <a:pt x="363" y="12745"/>
                  </a:lnTo>
                  <a:lnTo>
                    <a:pt x="544" y="12900"/>
                  </a:lnTo>
                  <a:lnTo>
                    <a:pt x="750" y="13003"/>
                  </a:lnTo>
                  <a:lnTo>
                    <a:pt x="1009" y="13081"/>
                  </a:lnTo>
                  <a:lnTo>
                    <a:pt x="1242" y="13107"/>
                  </a:lnTo>
                  <a:lnTo>
                    <a:pt x="9617" y="13107"/>
                  </a:lnTo>
                  <a:lnTo>
                    <a:pt x="9953" y="13443"/>
                  </a:lnTo>
                  <a:lnTo>
                    <a:pt x="10341" y="13753"/>
                  </a:lnTo>
                  <a:lnTo>
                    <a:pt x="10755" y="14011"/>
                  </a:lnTo>
                  <a:lnTo>
                    <a:pt x="11194" y="14244"/>
                  </a:lnTo>
                  <a:lnTo>
                    <a:pt x="11272" y="14270"/>
                  </a:lnTo>
                  <a:lnTo>
                    <a:pt x="11349" y="14296"/>
                  </a:lnTo>
                  <a:lnTo>
                    <a:pt x="11453" y="14270"/>
                  </a:lnTo>
                  <a:lnTo>
                    <a:pt x="11530" y="14244"/>
                  </a:lnTo>
                  <a:lnTo>
                    <a:pt x="11840" y="14089"/>
                  </a:lnTo>
                  <a:lnTo>
                    <a:pt x="12125" y="13934"/>
                  </a:lnTo>
                  <a:lnTo>
                    <a:pt x="12409" y="13727"/>
                  </a:lnTo>
                  <a:lnTo>
                    <a:pt x="12668" y="13520"/>
                  </a:lnTo>
                  <a:lnTo>
                    <a:pt x="12900" y="13313"/>
                  </a:lnTo>
                  <a:lnTo>
                    <a:pt x="13133" y="13055"/>
                  </a:lnTo>
                  <a:lnTo>
                    <a:pt x="13340" y="12796"/>
                  </a:lnTo>
                  <a:lnTo>
                    <a:pt x="13546" y="12538"/>
                  </a:lnTo>
                  <a:lnTo>
                    <a:pt x="13702" y="12253"/>
                  </a:lnTo>
                  <a:lnTo>
                    <a:pt x="13857" y="11943"/>
                  </a:lnTo>
                  <a:lnTo>
                    <a:pt x="13986" y="11659"/>
                  </a:lnTo>
                  <a:lnTo>
                    <a:pt x="14089" y="11323"/>
                  </a:lnTo>
                  <a:lnTo>
                    <a:pt x="14167" y="11013"/>
                  </a:lnTo>
                  <a:lnTo>
                    <a:pt x="14244" y="10677"/>
                  </a:lnTo>
                  <a:lnTo>
                    <a:pt x="14270" y="10341"/>
                  </a:lnTo>
                  <a:lnTo>
                    <a:pt x="14296" y="10005"/>
                  </a:lnTo>
                  <a:lnTo>
                    <a:pt x="14296" y="8273"/>
                  </a:lnTo>
                  <a:lnTo>
                    <a:pt x="14270" y="8169"/>
                  </a:lnTo>
                  <a:lnTo>
                    <a:pt x="14219" y="8040"/>
                  </a:lnTo>
                  <a:lnTo>
                    <a:pt x="14141" y="7962"/>
                  </a:lnTo>
                  <a:lnTo>
                    <a:pt x="14038" y="7885"/>
                  </a:lnTo>
                  <a:lnTo>
                    <a:pt x="13572" y="7704"/>
                  </a:lnTo>
                  <a:lnTo>
                    <a:pt x="13107" y="7549"/>
                  </a:lnTo>
                  <a:lnTo>
                    <a:pt x="12642" y="7445"/>
                  </a:lnTo>
                  <a:lnTo>
                    <a:pt x="12176" y="7368"/>
                  </a:lnTo>
                  <a:lnTo>
                    <a:pt x="11711" y="7316"/>
                  </a:lnTo>
                  <a:lnTo>
                    <a:pt x="11246" y="7316"/>
                  </a:lnTo>
                  <a:lnTo>
                    <a:pt x="10780" y="7342"/>
                  </a:lnTo>
                  <a:lnTo>
                    <a:pt x="10315" y="7394"/>
                  </a:lnTo>
                  <a:lnTo>
                    <a:pt x="10315" y="3206"/>
                  </a:lnTo>
                  <a:lnTo>
                    <a:pt x="10315" y="3128"/>
                  </a:lnTo>
                  <a:lnTo>
                    <a:pt x="10289" y="3051"/>
                  </a:lnTo>
                  <a:lnTo>
                    <a:pt x="10263" y="2973"/>
                  </a:lnTo>
                  <a:lnTo>
                    <a:pt x="10212" y="2896"/>
                  </a:lnTo>
                  <a:lnTo>
                    <a:pt x="7420" y="104"/>
                  </a:lnTo>
                  <a:lnTo>
                    <a:pt x="7342" y="52"/>
                  </a:lnTo>
                  <a:lnTo>
                    <a:pt x="7265" y="26"/>
                  </a:lnTo>
                  <a:lnTo>
                    <a:pt x="71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9"/>
            <p:cNvSpPr/>
            <p:nvPr/>
          </p:nvSpPr>
          <p:spPr>
            <a:xfrm>
              <a:off x="5768150" y="2877500"/>
              <a:ext cx="65300" cy="51100"/>
            </a:xfrm>
            <a:custGeom>
              <a:avLst/>
              <a:gdLst/>
              <a:ahLst/>
              <a:cxnLst/>
              <a:rect l="l" t="t" r="r" b="b"/>
              <a:pathLst>
                <a:path w="2612" h="2044" extrusionOk="0">
                  <a:moveTo>
                    <a:pt x="2198" y="1"/>
                  </a:moveTo>
                  <a:lnTo>
                    <a:pt x="2120" y="27"/>
                  </a:lnTo>
                  <a:lnTo>
                    <a:pt x="2043" y="53"/>
                  </a:lnTo>
                  <a:lnTo>
                    <a:pt x="1965" y="78"/>
                  </a:lnTo>
                  <a:lnTo>
                    <a:pt x="1888" y="130"/>
                  </a:lnTo>
                  <a:lnTo>
                    <a:pt x="1009" y="1035"/>
                  </a:lnTo>
                  <a:lnTo>
                    <a:pt x="699" y="725"/>
                  </a:lnTo>
                  <a:lnTo>
                    <a:pt x="647" y="673"/>
                  </a:lnTo>
                  <a:lnTo>
                    <a:pt x="569" y="621"/>
                  </a:lnTo>
                  <a:lnTo>
                    <a:pt x="492" y="621"/>
                  </a:lnTo>
                  <a:lnTo>
                    <a:pt x="414" y="595"/>
                  </a:lnTo>
                  <a:lnTo>
                    <a:pt x="337" y="621"/>
                  </a:lnTo>
                  <a:lnTo>
                    <a:pt x="259" y="621"/>
                  </a:lnTo>
                  <a:lnTo>
                    <a:pt x="182" y="673"/>
                  </a:lnTo>
                  <a:lnTo>
                    <a:pt x="104" y="725"/>
                  </a:lnTo>
                  <a:lnTo>
                    <a:pt x="52" y="802"/>
                  </a:lnTo>
                  <a:lnTo>
                    <a:pt x="26" y="854"/>
                  </a:lnTo>
                  <a:lnTo>
                    <a:pt x="1" y="931"/>
                  </a:lnTo>
                  <a:lnTo>
                    <a:pt x="1" y="1035"/>
                  </a:lnTo>
                  <a:lnTo>
                    <a:pt x="1" y="1112"/>
                  </a:lnTo>
                  <a:lnTo>
                    <a:pt x="26" y="1190"/>
                  </a:lnTo>
                  <a:lnTo>
                    <a:pt x="52" y="1242"/>
                  </a:lnTo>
                  <a:lnTo>
                    <a:pt x="104" y="1319"/>
                  </a:lnTo>
                  <a:lnTo>
                    <a:pt x="699" y="1914"/>
                  </a:lnTo>
                  <a:lnTo>
                    <a:pt x="776" y="1965"/>
                  </a:lnTo>
                  <a:lnTo>
                    <a:pt x="854" y="1991"/>
                  </a:lnTo>
                  <a:lnTo>
                    <a:pt x="931" y="2017"/>
                  </a:lnTo>
                  <a:lnTo>
                    <a:pt x="1009" y="2043"/>
                  </a:lnTo>
                  <a:lnTo>
                    <a:pt x="1086" y="2017"/>
                  </a:lnTo>
                  <a:lnTo>
                    <a:pt x="1164" y="1991"/>
                  </a:lnTo>
                  <a:lnTo>
                    <a:pt x="1241" y="1965"/>
                  </a:lnTo>
                  <a:lnTo>
                    <a:pt x="1293" y="1914"/>
                  </a:lnTo>
                  <a:lnTo>
                    <a:pt x="2482" y="725"/>
                  </a:lnTo>
                  <a:lnTo>
                    <a:pt x="2534" y="673"/>
                  </a:lnTo>
                  <a:lnTo>
                    <a:pt x="2586" y="595"/>
                  </a:lnTo>
                  <a:lnTo>
                    <a:pt x="2612" y="518"/>
                  </a:lnTo>
                  <a:lnTo>
                    <a:pt x="2612" y="440"/>
                  </a:lnTo>
                  <a:lnTo>
                    <a:pt x="2612" y="363"/>
                  </a:lnTo>
                  <a:lnTo>
                    <a:pt x="2586" y="285"/>
                  </a:lnTo>
                  <a:lnTo>
                    <a:pt x="2534" y="208"/>
                  </a:lnTo>
                  <a:lnTo>
                    <a:pt x="2482" y="130"/>
                  </a:lnTo>
                  <a:lnTo>
                    <a:pt x="2431" y="78"/>
                  </a:lnTo>
                  <a:lnTo>
                    <a:pt x="2353" y="53"/>
                  </a:lnTo>
                  <a:lnTo>
                    <a:pt x="2275" y="27"/>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 name="Google Shape;945;p59"/>
          <p:cNvGrpSpPr/>
          <p:nvPr/>
        </p:nvGrpSpPr>
        <p:grpSpPr>
          <a:xfrm>
            <a:off x="7213051" y="2721100"/>
            <a:ext cx="381362" cy="383454"/>
            <a:chOff x="6271600" y="2633225"/>
            <a:chExt cx="355450" cy="357400"/>
          </a:xfrm>
        </p:grpSpPr>
        <p:sp>
          <p:nvSpPr>
            <p:cNvPr id="946" name="Google Shape;946;p59"/>
            <p:cNvSpPr/>
            <p:nvPr/>
          </p:nvSpPr>
          <p:spPr>
            <a:xfrm>
              <a:off x="6417650" y="2703025"/>
              <a:ext cx="63350" cy="76275"/>
            </a:xfrm>
            <a:custGeom>
              <a:avLst/>
              <a:gdLst/>
              <a:ahLst/>
              <a:cxnLst/>
              <a:rect l="l" t="t" r="r" b="b"/>
              <a:pathLst>
                <a:path w="2534" h="3051" extrusionOk="0">
                  <a:moveTo>
                    <a:pt x="1189" y="0"/>
                  </a:moveTo>
                  <a:lnTo>
                    <a:pt x="1112" y="26"/>
                  </a:lnTo>
                  <a:lnTo>
                    <a:pt x="1034" y="52"/>
                  </a:lnTo>
                  <a:lnTo>
                    <a:pt x="983" y="104"/>
                  </a:lnTo>
                  <a:lnTo>
                    <a:pt x="931" y="181"/>
                  </a:lnTo>
                  <a:lnTo>
                    <a:pt x="879" y="233"/>
                  </a:lnTo>
                  <a:lnTo>
                    <a:pt x="853" y="311"/>
                  </a:lnTo>
                  <a:lnTo>
                    <a:pt x="853" y="414"/>
                  </a:lnTo>
                  <a:lnTo>
                    <a:pt x="853" y="1629"/>
                  </a:lnTo>
                  <a:lnTo>
                    <a:pt x="724" y="1500"/>
                  </a:lnTo>
                  <a:lnTo>
                    <a:pt x="672" y="1448"/>
                  </a:lnTo>
                  <a:lnTo>
                    <a:pt x="595" y="1422"/>
                  </a:lnTo>
                  <a:lnTo>
                    <a:pt x="517" y="1396"/>
                  </a:lnTo>
                  <a:lnTo>
                    <a:pt x="362" y="1396"/>
                  </a:lnTo>
                  <a:lnTo>
                    <a:pt x="285" y="1422"/>
                  </a:lnTo>
                  <a:lnTo>
                    <a:pt x="207" y="1448"/>
                  </a:lnTo>
                  <a:lnTo>
                    <a:pt x="130" y="1500"/>
                  </a:lnTo>
                  <a:lnTo>
                    <a:pt x="78" y="1577"/>
                  </a:lnTo>
                  <a:lnTo>
                    <a:pt x="52" y="1655"/>
                  </a:lnTo>
                  <a:lnTo>
                    <a:pt x="26" y="1732"/>
                  </a:lnTo>
                  <a:lnTo>
                    <a:pt x="0" y="1810"/>
                  </a:lnTo>
                  <a:lnTo>
                    <a:pt x="26" y="1887"/>
                  </a:lnTo>
                  <a:lnTo>
                    <a:pt x="52" y="1965"/>
                  </a:lnTo>
                  <a:lnTo>
                    <a:pt x="78" y="2042"/>
                  </a:lnTo>
                  <a:lnTo>
                    <a:pt x="130" y="2094"/>
                  </a:lnTo>
                  <a:lnTo>
                    <a:pt x="983" y="2947"/>
                  </a:lnTo>
                  <a:lnTo>
                    <a:pt x="1034" y="2999"/>
                  </a:lnTo>
                  <a:lnTo>
                    <a:pt x="1112" y="3025"/>
                  </a:lnTo>
                  <a:lnTo>
                    <a:pt x="1189" y="3051"/>
                  </a:lnTo>
                  <a:lnTo>
                    <a:pt x="1344" y="3051"/>
                  </a:lnTo>
                  <a:lnTo>
                    <a:pt x="1422" y="3025"/>
                  </a:lnTo>
                  <a:lnTo>
                    <a:pt x="1500" y="2999"/>
                  </a:lnTo>
                  <a:lnTo>
                    <a:pt x="1577" y="2947"/>
                  </a:lnTo>
                  <a:lnTo>
                    <a:pt x="2404" y="2094"/>
                  </a:lnTo>
                  <a:lnTo>
                    <a:pt x="2456" y="2042"/>
                  </a:lnTo>
                  <a:lnTo>
                    <a:pt x="2482" y="1965"/>
                  </a:lnTo>
                  <a:lnTo>
                    <a:pt x="2508" y="1887"/>
                  </a:lnTo>
                  <a:lnTo>
                    <a:pt x="2534" y="1810"/>
                  </a:lnTo>
                  <a:lnTo>
                    <a:pt x="2508" y="1732"/>
                  </a:lnTo>
                  <a:lnTo>
                    <a:pt x="2482" y="1655"/>
                  </a:lnTo>
                  <a:lnTo>
                    <a:pt x="2456" y="1577"/>
                  </a:lnTo>
                  <a:lnTo>
                    <a:pt x="2404" y="1500"/>
                  </a:lnTo>
                  <a:lnTo>
                    <a:pt x="2327" y="1448"/>
                  </a:lnTo>
                  <a:lnTo>
                    <a:pt x="2275" y="1422"/>
                  </a:lnTo>
                  <a:lnTo>
                    <a:pt x="2198" y="1396"/>
                  </a:lnTo>
                  <a:lnTo>
                    <a:pt x="2017" y="1396"/>
                  </a:lnTo>
                  <a:lnTo>
                    <a:pt x="1939" y="1422"/>
                  </a:lnTo>
                  <a:lnTo>
                    <a:pt x="1887" y="1448"/>
                  </a:lnTo>
                  <a:lnTo>
                    <a:pt x="1810" y="1500"/>
                  </a:lnTo>
                  <a:lnTo>
                    <a:pt x="1681" y="1629"/>
                  </a:lnTo>
                  <a:lnTo>
                    <a:pt x="1681" y="414"/>
                  </a:lnTo>
                  <a:lnTo>
                    <a:pt x="1681" y="311"/>
                  </a:lnTo>
                  <a:lnTo>
                    <a:pt x="1655" y="233"/>
                  </a:lnTo>
                  <a:lnTo>
                    <a:pt x="1603" y="181"/>
                  </a:lnTo>
                  <a:lnTo>
                    <a:pt x="1577" y="104"/>
                  </a:lnTo>
                  <a:lnTo>
                    <a:pt x="1500" y="52"/>
                  </a:lnTo>
                  <a:lnTo>
                    <a:pt x="1422" y="26"/>
                  </a:lnTo>
                  <a:lnTo>
                    <a:pt x="13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9"/>
            <p:cNvSpPr/>
            <p:nvPr/>
          </p:nvSpPr>
          <p:spPr>
            <a:xfrm>
              <a:off x="6271600" y="2633225"/>
              <a:ext cx="355450" cy="357400"/>
            </a:xfrm>
            <a:custGeom>
              <a:avLst/>
              <a:gdLst/>
              <a:ahLst/>
              <a:cxnLst/>
              <a:rect l="l" t="t" r="r" b="b"/>
              <a:pathLst>
                <a:path w="14218" h="14296" extrusionOk="0">
                  <a:moveTo>
                    <a:pt x="6282" y="828"/>
                  </a:moveTo>
                  <a:lnTo>
                    <a:pt x="6566" y="854"/>
                  </a:lnTo>
                  <a:lnTo>
                    <a:pt x="6850" y="905"/>
                  </a:lnTo>
                  <a:lnTo>
                    <a:pt x="7135" y="1009"/>
                  </a:lnTo>
                  <a:lnTo>
                    <a:pt x="7367" y="1138"/>
                  </a:lnTo>
                  <a:lnTo>
                    <a:pt x="7600" y="1319"/>
                  </a:lnTo>
                  <a:lnTo>
                    <a:pt x="7807" y="1500"/>
                  </a:lnTo>
                  <a:lnTo>
                    <a:pt x="7988" y="1732"/>
                  </a:lnTo>
                  <a:lnTo>
                    <a:pt x="8143" y="1991"/>
                  </a:lnTo>
                  <a:lnTo>
                    <a:pt x="8195" y="2069"/>
                  </a:lnTo>
                  <a:lnTo>
                    <a:pt x="8246" y="2120"/>
                  </a:lnTo>
                  <a:lnTo>
                    <a:pt x="8324" y="2172"/>
                  </a:lnTo>
                  <a:lnTo>
                    <a:pt x="8401" y="2224"/>
                  </a:lnTo>
                  <a:lnTo>
                    <a:pt x="8660" y="2224"/>
                  </a:lnTo>
                  <a:lnTo>
                    <a:pt x="8737" y="2172"/>
                  </a:lnTo>
                  <a:lnTo>
                    <a:pt x="8944" y="2069"/>
                  </a:lnTo>
                  <a:lnTo>
                    <a:pt x="9151" y="1991"/>
                  </a:lnTo>
                  <a:lnTo>
                    <a:pt x="9384" y="1965"/>
                  </a:lnTo>
                  <a:lnTo>
                    <a:pt x="9616" y="1939"/>
                  </a:lnTo>
                  <a:lnTo>
                    <a:pt x="9797" y="1939"/>
                  </a:lnTo>
                  <a:lnTo>
                    <a:pt x="9978" y="1991"/>
                  </a:lnTo>
                  <a:lnTo>
                    <a:pt x="10159" y="2017"/>
                  </a:lnTo>
                  <a:lnTo>
                    <a:pt x="10340" y="2094"/>
                  </a:lnTo>
                  <a:lnTo>
                    <a:pt x="10495" y="2172"/>
                  </a:lnTo>
                  <a:lnTo>
                    <a:pt x="10625" y="2249"/>
                  </a:lnTo>
                  <a:lnTo>
                    <a:pt x="10780" y="2353"/>
                  </a:lnTo>
                  <a:lnTo>
                    <a:pt x="10909" y="2482"/>
                  </a:lnTo>
                  <a:lnTo>
                    <a:pt x="11012" y="2611"/>
                  </a:lnTo>
                  <a:lnTo>
                    <a:pt x="11116" y="2741"/>
                  </a:lnTo>
                  <a:lnTo>
                    <a:pt x="11219" y="2896"/>
                  </a:lnTo>
                  <a:lnTo>
                    <a:pt x="11297" y="3051"/>
                  </a:lnTo>
                  <a:lnTo>
                    <a:pt x="11348" y="3206"/>
                  </a:lnTo>
                  <a:lnTo>
                    <a:pt x="11400" y="3387"/>
                  </a:lnTo>
                  <a:lnTo>
                    <a:pt x="11426" y="3568"/>
                  </a:lnTo>
                  <a:lnTo>
                    <a:pt x="11426" y="3749"/>
                  </a:lnTo>
                  <a:lnTo>
                    <a:pt x="11426" y="3904"/>
                  </a:lnTo>
                  <a:lnTo>
                    <a:pt x="11219" y="3930"/>
                  </a:lnTo>
                  <a:lnTo>
                    <a:pt x="11012" y="3956"/>
                  </a:lnTo>
                  <a:lnTo>
                    <a:pt x="10780" y="4007"/>
                  </a:lnTo>
                  <a:lnTo>
                    <a:pt x="10573" y="4085"/>
                  </a:lnTo>
                  <a:lnTo>
                    <a:pt x="10495" y="4137"/>
                  </a:lnTo>
                  <a:lnTo>
                    <a:pt x="10444" y="4188"/>
                  </a:lnTo>
                  <a:lnTo>
                    <a:pt x="10392" y="4240"/>
                  </a:lnTo>
                  <a:lnTo>
                    <a:pt x="10366" y="4317"/>
                  </a:lnTo>
                  <a:lnTo>
                    <a:pt x="10340" y="4395"/>
                  </a:lnTo>
                  <a:lnTo>
                    <a:pt x="10314" y="4473"/>
                  </a:lnTo>
                  <a:lnTo>
                    <a:pt x="10340" y="4550"/>
                  </a:lnTo>
                  <a:lnTo>
                    <a:pt x="10340" y="4628"/>
                  </a:lnTo>
                  <a:lnTo>
                    <a:pt x="10392" y="4705"/>
                  </a:lnTo>
                  <a:lnTo>
                    <a:pt x="10444" y="4783"/>
                  </a:lnTo>
                  <a:lnTo>
                    <a:pt x="10495" y="4834"/>
                  </a:lnTo>
                  <a:lnTo>
                    <a:pt x="10573" y="4860"/>
                  </a:lnTo>
                  <a:lnTo>
                    <a:pt x="10650" y="4886"/>
                  </a:lnTo>
                  <a:lnTo>
                    <a:pt x="10806" y="4886"/>
                  </a:lnTo>
                  <a:lnTo>
                    <a:pt x="10909" y="4860"/>
                  </a:lnTo>
                  <a:lnTo>
                    <a:pt x="11193" y="4783"/>
                  </a:lnTo>
                  <a:lnTo>
                    <a:pt x="11503" y="4731"/>
                  </a:lnTo>
                  <a:lnTo>
                    <a:pt x="11788" y="4757"/>
                  </a:lnTo>
                  <a:lnTo>
                    <a:pt x="12098" y="4809"/>
                  </a:lnTo>
                  <a:lnTo>
                    <a:pt x="12357" y="4912"/>
                  </a:lnTo>
                  <a:lnTo>
                    <a:pt x="12615" y="5067"/>
                  </a:lnTo>
                  <a:lnTo>
                    <a:pt x="12848" y="5248"/>
                  </a:lnTo>
                  <a:lnTo>
                    <a:pt x="13029" y="5455"/>
                  </a:lnTo>
                  <a:lnTo>
                    <a:pt x="13184" y="5688"/>
                  </a:lnTo>
                  <a:lnTo>
                    <a:pt x="13287" y="5972"/>
                  </a:lnTo>
                  <a:lnTo>
                    <a:pt x="13365" y="6256"/>
                  </a:lnTo>
                  <a:lnTo>
                    <a:pt x="13391" y="6541"/>
                  </a:lnTo>
                  <a:lnTo>
                    <a:pt x="13391" y="6747"/>
                  </a:lnTo>
                  <a:lnTo>
                    <a:pt x="13365" y="6902"/>
                  </a:lnTo>
                  <a:lnTo>
                    <a:pt x="13313" y="7083"/>
                  </a:lnTo>
                  <a:lnTo>
                    <a:pt x="13261" y="7264"/>
                  </a:lnTo>
                  <a:lnTo>
                    <a:pt x="13184" y="7419"/>
                  </a:lnTo>
                  <a:lnTo>
                    <a:pt x="13080" y="7575"/>
                  </a:lnTo>
                  <a:lnTo>
                    <a:pt x="12977" y="7704"/>
                  </a:lnTo>
                  <a:lnTo>
                    <a:pt x="12848" y="7833"/>
                  </a:lnTo>
                  <a:lnTo>
                    <a:pt x="12718" y="7936"/>
                  </a:lnTo>
                  <a:lnTo>
                    <a:pt x="12589" y="8066"/>
                  </a:lnTo>
                  <a:lnTo>
                    <a:pt x="12434" y="8143"/>
                  </a:lnTo>
                  <a:lnTo>
                    <a:pt x="12279" y="8221"/>
                  </a:lnTo>
                  <a:lnTo>
                    <a:pt x="12124" y="8273"/>
                  </a:lnTo>
                  <a:lnTo>
                    <a:pt x="11943" y="8324"/>
                  </a:lnTo>
                  <a:lnTo>
                    <a:pt x="11762" y="8350"/>
                  </a:lnTo>
                  <a:lnTo>
                    <a:pt x="11581" y="8376"/>
                  </a:lnTo>
                  <a:lnTo>
                    <a:pt x="10030" y="8376"/>
                  </a:lnTo>
                  <a:lnTo>
                    <a:pt x="10030" y="8273"/>
                  </a:lnTo>
                  <a:lnTo>
                    <a:pt x="10030" y="8169"/>
                  </a:lnTo>
                  <a:lnTo>
                    <a:pt x="9978" y="8040"/>
                  </a:lnTo>
                  <a:lnTo>
                    <a:pt x="9901" y="7962"/>
                  </a:lnTo>
                  <a:lnTo>
                    <a:pt x="9797" y="7885"/>
                  </a:lnTo>
                  <a:lnTo>
                    <a:pt x="9461" y="7756"/>
                  </a:lnTo>
                  <a:lnTo>
                    <a:pt x="9125" y="7626"/>
                  </a:lnTo>
                  <a:lnTo>
                    <a:pt x="8789" y="7549"/>
                  </a:lnTo>
                  <a:lnTo>
                    <a:pt x="8453" y="7445"/>
                  </a:lnTo>
                  <a:lnTo>
                    <a:pt x="8117" y="7394"/>
                  </a:lnTo>
                  <a:lnTo>
                    <a:pt x="7781" y="7342"/>
                  </a:lnTo>
                  <a:lnTo>
                    <a:pt x="7445" y="7316"/>
                  </a:lnTo>
                  <a:lnTo>
                    <a:pt x="6773" y="7316"/>
                  </a:lnTo>
                  <a:lnTo>
                    <a:pt x="6437" y="7342"/>
                  </a:lnTo>
                  <a:lnTo>
                    <a:pt x="6101" y="7394"/>
                  </a:lnTo>
                  <a:lnTo>
                    <a:pt x="5765" y="7445"/>
                  </a:lnTo>
                  <a:lnTo>
                    <a:pt x="5429" y="7549"/>
                  </a:lnTo>
                  <a:lnTo>
                    <a:pt x="5093" y="7626"/>
                  </a:lnTo>
                  <a:lnTo>
                    <a:pt x="4757" y="7756"/>
                  </a:lnTo>
                  <a:lnTo>
                    <a:pt x="4420" y="7885"/>
                  </a:lnTo>
                  <a:lnTo>
                    <a:pt x="4317" y="7962"/>
                  </a:lnTo>
                  <a:lnTo>
                    <a:pt x="4240" y="8040"/>
                  </a:lnTo>
                  <a:lnTo>
                    <a:pt x="4188" y="8169"/>
                  </a:lnTo>
                  <a:lnTo>
                    <a:pt x="4188" y="8273"/>
                  </a:lnTo>
                  <a:lnTo>
                    <a:pt x="4188" y="8376"/>
                  </a:lnTo>
                  <a:lnTo>
                    <a:pt x="2637" y="8376"/>
                  </a:lnTo>
                  <a:lnTo>
                    <a:pt x="2456" y="8350"/>
                  </a:lnTo>
                  <a:lnTo>
                    <a:pt x="2275" y="8324"/>
                  </a:lnTo>
                  <a:lnTo>
                    <a:pt x="2094" y="8273"/>
                  </a:lnTo>
                  <a:lnTo>
                    <a:pt x="1939" y="8221"/>
                  </a:lnTo>
                  <a:lnTo>
                    <a:pt x="1784" y="8143"/>
                  </a:lnTo>
                  <a:lnTo>
                    <a:pt x="1629" y="8066"/>
                  </a:lnTo>
                  <a:lnTo>
                    <a:pt x="1499" y="7936"/>
                  </a:lnTo>
                  <a:lnTo>
                    <a:pt x="1370" y="7833"/>
                  </a:lnTo>
                  <a:lnTo>
                    <a:pt x="1241" y="7704"/>
                  </a:lnTo>
                  <a:lnTo>
                    <a:pt x="1137" y="7575"/>
                  </a:lnTo>
                  <a:lnTo>
                    <a:pt x="1060" y="7419"/>
                  </a:lnTo>
                  <a:lnTo>
                    <a:pt x="982" y="7264"/>
                  </a:lnTo>
                  <a:lnTo>
                    <a:pt x="905" y="7083"/>
                  </a:lnTo>
                  <a:lnTo>
                    <a:pt x="853" y="6902"/>
                  </a:lnTo>
                  <a:lnTo>
                    <a:pt x="827" y="6747"/>
                  </a:lnTo>
                  <a:lnTo>
                    <a:pt x="827" y="6541"/>
                  </a:lnTo>
                  <a:lnTo>
                    <a:pt x="853" y="6334"/>
                  </a:lnTo>
                  <a:lnTo>
                    <a:pt x="879" y="6127"/>
                  </a:lnTo>
                  <a:lnTo>
                    <a:pt x="931" y="5946"/>
                  </a:lnTo>
                  <a:lnTo>
                    <a:pt x="1008" y="5765"/>
                  </a:lnTo>
                  <a:lnTo>
                    <a:pt x="1112" y="5584"/>
                  </a:lnTo>
                  <a:lnTo>
                    <a:pt x="1215" y="5403"/>
                  </a:lnTo>
                  <a:lnTo>
                    <a:pt x="1370" y="5274"/>
                  </a:lnTo>
                  <a:lnTo>
                    <a:pt x="1525" y="5119"/>
                  </a:lnTo>
                  <a:lnTo>
                    <a:pt x="1629" y="5403"/>
                  </a:lnTo>
                  <a:lnTo>
                    <a:pt x="1758" y="5688"/>
                  </a:lnTo>
                  <a:lnTo>
                    <a:pt x="1939" y="5946"/>
                  </a:lnTo>
                  <a:lnTo>
                    <a:pt x="2172" y="6179"/>
                  </a:lnTo>
                  <a:lnTo>
                    <a:pt x="2223" y="6256"/>
                  </a:lnTo>
                  <a:lnTo>
                    <a:pt x="2301" y="6282"/>
                  </a:lnTo>
                  <a:lnTo>
                    <a:pt x="2378" y="6308"/>
                  </a:lnTo>
                  <a:lnTo>
                    <a:pt x="2533" y="6308"/>
                  </a:lnTo>
                  <a:lnTo>
                    <a:pt x="2611" y="6282"/>
                  </a:lnTo>
                  <a:lnTo>
                    <a:pt x="2689" y="6256"/>
                  </a:lnTo>
                  <a:lnTo>
                    <a:pt x="2766" y="6179"/>
                  </a:lnTo>
                  <a:lnTo>
                    <a:pt x="2818" y="6127"/>
                  </a:lnTo>
                  <a:lnTo>
                    <a:pt x="2844" y="6049"/>
                  </a:lnTo>
                  <a:lnTo>
                    <a:pt x="2869" y="5972"/>
                  </a:lnTo>
                  <a:lnTo>
                    <a:pt x="2869" y="5894"/>
                  </a:lnTo>
                  <a:lnTo>
                    <a:pt x="2869" y="5817"/>
                  </a:lnTo>
                  <a:lnTo>
                    <a:pt x="2844" y="5739"/>
                  </a:lnTo>
                  <a:lnTo>
                    <a:pt x="2818" y="5662"/>
                  </a:lnTo>
                  <a:lnTo>
                    <a:pt x="2766" y="5610"/>
                  </a:lnTo>
                  <a:lnTo>
                    <a:pt x="2637" y="5481"/>
                  </a:lnTo>
                  <a:lnTo>
                    <a:pt x="2533" y="5351"/>
                  </a:lnTo>
                  <a:lnTo>
                    <a:pt x="2378" y="5041"/>
                  </a:lnTo>
                  <a:lnTo>
                    <a:pt x="2275" y="4731"/>
                  </a:lnTo>
                  <a:lnTo>
                    <a:pt x="2223" y="4421"/>
                  </a:lnTo>
                  <a:lnTo>
                    <a:pt x="2223" y="4188"/>
                  </a:lnTo>
                  <a:lnTo>
                    <a:pt x="2275" y="3930"/>
                  </a:lnTo>
                  <a:lnTo>
                    <a:pt x="2327" y="3697"/>
                  </a:lnTo>
                  <a:lnTo>
                    <a:pt x="2430" y="3464"/>
                  </a:lnTo>
                  <a:lnTo>
                    <a:pt x="2585" y="3258"/>
                  </a:lnTo>
                  <a:lnTo>
                    <a:pt x="2740" y="3051"/>
                  </a:lnTo>
                  <a:lnTo>
                    <a:pt x="2921" y="2896"/>
                  </a:lnTo>
                  <a:lnTo>
                    <a:pt x="3128" y="2741"/>
                  </a:lnTo>
                  <a:lnTo>
                    <a:pt x="3361" y="2637"/>
                  </a:lnTo>
                  <a:lnTo>
                    <a:pt x="3335" y="2922"/>
                  </a:lnTo>
                  <a:lnTo>
                    <a:pt x="3361" y="2999"/>
                  </a:lnTo>
                  <a:lnTo>
                    <a:pt x="3386" y="3077"/>
                  </a:lnTo>
                  <a:lnTo>
                    <a:pt x="3412" y="3154"/>
                  </a:lnTo>
                  <a:lnTo>
                    <a:pt x="3464" y="3206"/>
                  </a:lnTo>
                  <a:lnTo>
                    <a:pt x="3516" y="3258"/>
                  </a:lnTo>
                  <a:lnTo>
                    <a:pt x="3593" y="3309"/>
                  </a:lnTo>
                  <a:lnTo>
                    <a:pt x="3671" y="3335"/>
                  </a:lnTo>
                  <a:lnTo>
                    <a:pt x="3852" y="3335"/>
                  </a:lnTo>
                  <a:lnTo>
                    <a:pt x="3929" y="3309"/>
                  </a:lnTo>
                  <a:lnTo>
                    <a:pt x="4007" y="3258"/>
                  </a:lnTo>
                  <a:lnTo>
                    <a:pt x="4059" y="3206"/>
                  </a:lnTo>
                  <a:lnTo>
                    <a:pt x="4110" y="3154"/>
                  </a:lnTo>
                  <a:lnTo>
                    <a:pt x="4136" y="3077"/>
                  </a:lnTo>
                  <a:lnTo>
                    <a:pt x="4162" y="2999"/>
                  </a:lnTo>
                  <a:lnTo>
                    <a:pt x="4188" y="2922"/>
                  </a:lnTo>
                  <a:lnTo>
                    <a:pt x="4188" y="2741"/>
                  </a:lnTo>
                  <a:lnTo>
                    <a:pt x="4214" y="2560"/>
                  </a:lnTo>
                  <a:lnTo>
                    <a:pt x="4291" y="2224"/>
                  </a:lnTo>
                  <a:lnTo>
                    <a:pt x="4420" y="1939"/>
                  </a:lnTo>
                  <a:lnTo>
                    <a:pt x="4601" y="1655"/>
                  </a:lnTo>
                  <a:lnTo>
                    <a:pt x="4808" y="1422"/>
                  </a:lnTo>
                  <a:lnTo>
                    <a:pt x="5067" y="1215"/>
                  </a:lnTo>
                  <a:lnTo>
                    <a:pt x="5325" y="1060"/>
                  </a:lnTo>
                  <a:lnTo>
                    <a:pt x="5635" y="931"/>
                  </a:lnTo>
                  <a:lnTo>
                    <a:pt x="5946" y="854"/>
                  </a:lnTo>
                  <a:lnTo>
                    <a:pt x="6282" y="828"/>
                  </a:lnTo>
                  <a:close/>
                  <a:moveTo>
                    <a:pt x="7109" y="8143"/>
                  </a:moveTo>
                  <a:lnTo>
                    <a:pt x="7626" y="8169"/>
                  </a:lnTo>
                  <a:lnTo>
                    <a:pt x="8143" y="8247"/>
                  </a:lnTo>
                  <a:lnTo>
                    <a:pt x="8686" y="8376"/>
                  </a:lnTo>
                  <a:lnTo>
                    <a:pt x="9203" y="8557"/>
                  </a:lnTo>
                  <a:lnTo>
                    <a:pt x="9203" y="10005"/>
                  </a:lnTo>
                  <a:lnTo>
                    <a:pt x="9203" y="10263"/>
                  </a:lnTo>
                  <a:lnTo>
                    <a:pt x="9177" y="10522"/>
                  </a:lnTo>
                  <a:lnTo>
                    <a:pt x="9125" y="10780"/>
                  </a:lnTo>
                  <a:lnTo>
                    <a:pt x="9048" y="11039"/>
                  </a:lnTo>
                  <a:lnTo>
                    <a:pt x="8970" y="11297"/>
                  </a:lnTo>
                  <a:lnTo>
                    <a:pt x="8867" y="11530"/>
                  </a:lnTo>
                  <a:lnTo>
                    <a:pt x="8763" y="11762"/>
                  </a:lnTo>
                  <a:lnTo>
                    <a:pt x="8634" y="11995"/>
                  </a:lnTo>
                  <a:lnTo>
                    <a:pt x="8505" y="12202"/>
                  </a:lnTo>
                  <a:lnTo>
                    <a:pt x="8324" y="12409"/>
                  </a:lnTo>
                  <a:lnTo>
                    <a:pt x="8169" y="12615"/>
                  </a:lnTo>
                  <a:lnTo>
                    <a:pt x="7988" y="12796"/>
                  </a:lnTo>
                  <a:lnTo>
                    <a:pt x="7781" y="12977"/>
                  </a:lnTo>
                  <a:lnTo>
                    <a:pt x="7574" y="13132"/>
                  </a:lnTo>
                  <a:lnTo>
                    <a:pt x="7342" y="13262"/>
                  </a:lnTo>
                  <a:lnTo>
                    <a:pt x="7109" y="13391"/>
                  </a:lnTo>
                  <a:lnTo>
                    <a:pt x="6876" y="13262"/>
                  </a:lnTo>
                  <a:lnTo>
                    <a:pt x="6644" y="13132"/>
                  </a:lnTo>
                  <a:lnTo>
                    <a:pt x="6437" y="12977"/>
                  </a:lnTo>
                  <a:lnTo>
                    <a:pt x="6256" y="12796"/>
                  </a:lnTo>
                  <a:lnTo>
                    <a:pt x="6049" y="12615"/>
                  </a:lnTo>
                  <a:lnTo>
                    <a:pt x="5894" y="12409"/>
                  </a:lnTo>
                  <a:lnTo>
                    <a:pt x="5739" y="12202"/>
                  </a:lnTo>
                  <a:lnTo>
                    <a:pt x="5584" y="11995"/>
                  </a:lnTo>
                  <a:lnTo>
                    <a:pt x="5454" y="11762"/>
                  </a:lnTo>
                  <a:lnTo>
                    <a:pt x="5351" y="11530"/>
                  </a:lnTo>
                  <a:lnTo>
                    <a:pt x="5248" y="11297"/>
                  </a:lnTo>
                  <a:lnTo>
                    <a:pt x="5170" y="11039"/>
                  </a:lnTo>
                  <a:lnTo>
                    <a:pt x="5093" y="10780"/>
                  </a:lnTo>
                  <a:lnTo>
                    <a:pt x="5067" y="10522"/>
                  </a:lnTo>
                  <a:lnTo>
                    <a:pt x="5015" y="10263"/>
                  </a:lnTo>
                  <a:lnTo>
                    <a:pt x="5015" y="10005"/>
                  </a:lnTo>
                  <a:lnTo>
                    <a:pt x="5015" y="8557"/>
                  </a:lnTo>
                  <a:lnTo>
                    <a:pt x="5532" y="8376"/>
                  </a:lnTo>
                  <a:lnTo>
                    <a:pt x="6075" y="8247"/>
                  </a:lnTo>
                  <a:lnTo>
                    <a:pt x="6592" y="8169"/>
                  </a:lnTo>
                  <a:lnTo>
                    <a:pt x="7109" y="8143"/>
                  </a:lnTo>
                  <a:close/>
                  <a:moveTo>
                    <a:pt x="6049" y="0"/>
                  </a:moveTo>
                  <a:lnTo>
                    <a:pt x="5842" y="26"/>
                  </a:lnTo>
                  <a:lnTo>
                    <a:pt x="5429" y="104"/>
                  </a:lnTo>
                  <a:lnTo>
                    <a:pt x="5041" y="259"/>
                  </a:lnTo>
                  <a:lnTo>
                    <a:pt x="4679" y="466"/>
                  </a:lnTo>
                  <a:lnTo>
                    <a:pt x="4369" y="698"/>
                  </a:lnTo>
                  <a:lnTo>
                    <a:pt x="4059" y="1009"/>
                  </a:lnTo>
                  <a:lnTo>
                    <a:pt x="3800" y="1319"/>
                  </a:lnTo>
                  <a:lnTo>
                    <a:pt x="3619" y="1707"/>
                  </a:lnTo>
                  <a:lnTo>
                    <a:pt x="3386" y="1758"/>
                  </a:lnTo>
                  <a:lnTo>
                    <a:pt x="3154" y="1810"/>
                  </a:lnTo>
                  <a:lnTo>
                    <a:pt x="2947" y="1888"/>
                  </a:lnTo>
                  <a:lnTo>
                    <a:pt x="2740" y="1991"/>
                  </a:lnTo>
                  <a:lnTo>
                    <a:pt x="2559" y="2120"/>
                  </a:lnTo>
                  <a:lnTo>
                    <a:pt x="2378" y="2249"/>
                  </a:lnTo>
                  <a:lnTo>
                    <a:pt x="2197" y="2405"/>
                  </a:lnTo>
                  <a:lnTo>
                    <a:pt x="2042" y="2560"/>
                  </a:lnTo>
                  <a:lnTo>
                    <a:pt x="1913" y="2741"/>
                  </a:lnTo>
                  <a:lnTo>
                    <a:pt x="1784" y="2922"/>
                  </a:lnTo>
                  <a:lnTo>
                    <a:pt x="1680" y="3103"/>
                  </a:lnTo>
                  <a:lnTo>
                    <a:pt x="1577" y="3309"/>
                  </a:lnTo>
                  <a:lnTo>
                    <a:pt x="1499" y="3542"/>
                  </a:lnTo>
                  <a:lnTo>
                    <a:pt x="1448" y="3749"/>
                  </a:lnTo>
                  <a:lnTo>
                    <a:pt x="1396" y="3981"/>
                  </a:lnTo>
                  <a:lnTo>
                    <a:pt x="1396" y="4214"/>
                  </a:lnTo>
                  <a:lnTo>
                    <a:pt x="1086" y="4395"/>
                  </a:lnTo>
                  <a:lnTo>
                    <a:pt x="801" y="4628"/>
                  </a:lnTo>
                  <a:lnTo>
                    <a:pt x="569" y="4886"/>
                  </a:lnTo>
                  <a:lnTo>
                    <a:pt x="362" y="5171"/>
                  </a:lnTo>
                  <a:lnTo>
                    <a:pt x="207" y="5507"/>
                  </a:lnTo>
                  <a:lnTo>
                    <a:pt x="78" y="5843"/>
                  </a:lnTo>
                  <a:lnTo>
                    <a:pt x="26" y="6179"/>
                  </a:lnTo>
                  <a:lnTo>
                    <a:pt x="0" y="6541"/>
                  </a:lnTo>
                  <a:lnTo>
                    <a:pt x="0" y="6825"/>
                  </a:lnTo>
                  <a:lnTo>
                    <a:pt x="52" y="7083"/>
                  </a:lnTo>
                  <a:lnTo>
                    <a:pt x="103" y="7342"/>
                  </a:lnTo>
                  <a:lnTo>
                    <a:pt x="207" y="7575"/>
                  </a:lnTo>
                  <a:lnTo>
                    <a:pt x="310" y="7807"/>
                  </a:lnTo>
                  <a:lnTo>
                    <a:pt x="440" y="8040"/>
                  </a:lnTo>
                  <a:lnTo>
                    <a:pt x="595" y="8247"/>
                  </a:lnTo>
                  <a:lnTo>
                    <a:pt x="776" y="8428"/>
                  </a:lnTo>
                  <a:lnTo>
                    <a:pt x="957" y="8583"/>
                  </a:lnTo>
                  <a:lnTo>
                    <a:pt x="1163" y="8738"/>
                  </a:lnTo>
                  <a:lnTo>
                    <a:pt x="1370" y="8893"/>
                  </a:lnTo>
                  <a:lnTo>
                    <a:pt x="1603" y="8996"/>
                  </a:lnTo>
                  <a:lnTo>
                    <a:pt x="1861" y="9074"/>
                  </a:lnTo>
                  <a:lnTo>
                    <a:pt x="2120" y="9151"/>
                  </a:lnTo>
                  <a:lnTo>
                    <a:pt x="2378" y="9177"/>
                  </a:lnTo>
                  <a:lnTo>
                    <a:pt x="2637" y="9203"/>
                  </a:lnTo>
                  <a:lnTo>
                    <a:pt x="4188" y="9203"/>
                  </a:lnTo>
                  <a:lnTo>
                    <a:pt x="4188" y="10005"/>
                  </a:lnTo>
                  <a:lnTo>
                    <a:pt x="4188" y="10341"/>
                  </a:lnTo>
                  <a:lnTo>
                    <a:pt x="4240" y="10677"/>
                  </a:lnTo>
                  <a:lnTo>
                    <a:pt x="4291" y="11013"/>
                  </a:lnTo>
                  <a:lnTo>
                    <a:pt x="4369" y="11323"/>
                  </a:lnTo>
                  <a:lnTo>
                    <a:pt x="4472" y="11659"/>
                  </a:lnTo>
                  <a:lnTo>
                    <a:pt x="4601" y="11943"/>
                  </a:lnTo>
                  <a:lnTo>
                    <a:pt x="4757" y="12253"/>
                  </a:lnTo>
                  <a:lnTo>
                    <a:pt x="4937" y="12538"/>
                  </a:lnTo>
                  <a:lnTo>
                    <a:pt x="5118" y="12796"/>
                  </a:lnTo>
                  <a:lnTo>
                    <a:pt x="5325" y="13055"/>
                  </a:lnTo>
                  <a:lnTo>
                    <a:pt x="5558" y="13313"/>
                  </a:lnTo>
                  <a:lnTo>
                    <a:pt x="5791" y="13520"/>
                  </a:lnTo>
                  <a:lnTo>
                    <a:pt x="6075" y="13727"/>
                  </a:lnTo>
                  <a:lnTo>
                    <a:pt x="6333" y="13934"/>
                  </a:lnTo>
                  <a:lnTo>
                    <a:pt x="6644" y="14089"/>
                  </a:lnTo>
                  <a:lnTo>
                    <a:pt x="6928" y="14244"/>
                  </a:lnTo>
                  <a:lnTo>
                    <a:pt x="7031" y="14270"/>
                  </a:lnTo>
                  <a:lnTo>
                    <a:pt x="7109" y="14296"/>
                  </a:lnTo>
                  <a:lnTo>
                    <a:pt x="7186" y="14270"/>
                  </a:lnTo>
                  <a:lnTo>
                    <a:pt x="7290" y="14244"/>
                  </a:lnTo>
                  <a:lnTo>
                    <a:pt x="7600" y="14089"/>
                  </a:lnTo>
                  <a:lnTo>
                    <a:pt x="7884" y="13934"/>
                  </a:lnTo>
                  <a:lnTo>
                    <a:pt x="8169" y="13727"/>
                  </a:lnTo>
                  <a:lnTo>
                    <a:pt x="8427" y="13520"/>
                  </a:lnTo>
                  <a:lnTo>
                    <a:pt x="8660" y="13313"/>
                  </a:lnTo>
                  <a:lnTo>
                    <a:pt x="8893" y="13055"/>
                  </a:lnTo>
                  <a:lnTo>
                    <a:pt x="9099" y="12796"/>
                  </a:lnTo>
                  <a:lnTo>
                    <a:pt x="9280" y="12538"/>
                  </a:lnTo>
                  <a:lnTo>
                    <a:pt x="9461" y="12253"/>
                  </a:lnTo>
                  <a:lnTo>
                    <a:pt x="9616" y="11943"/>
                  </a:lnTo>
                  <a:lnTo>
                    <a:pt x="9746" y="11659"/>
                  </a:lnTo>
                  <a:lnTo>
                    <a:pt x="9849" y="11323"/>
                  </a:lnTo>
                  <a:lnTo>
                    <a:pt x="9927" y="11013"/>
                  </a:lnTo>
                  <a:lnTo>
                    <a:pt x="10004" y="10677"/>
                  </a:lnTo>
                  <a:lnTo>
                    <a:pt x="10030" y="10341"/>
                  </a:lnTo>
                  <a:lnTo>
                    <a:pt x="10030" y="10005"/>
                  </a:lnTo>
                  <a:lnTo>
                    <a:pt x="10030" y="9203"/>
                  </a:lnTo>
                  <a:lnTo>
                    <a:pt x="11581" y="9203"/>
                  </a:lnTo>
                  <a:lnTo>
                    <a:pt x="11840" y="9177"/>
                  </a:lnTo>
                  <a:lnTo>
                    <a:pt x="12124" y="9151"/>
                  </a:lnTo>
                  <a:lnTo>
                    <a:pt x="12357" y="9074"/>
                  </a:lnTo>
                  <a:lnTo>
                    <a:pt x="12615" y="8996"/>
                  </a:lnTo>
                  <a:lnTo>
                    <a:pt x="12848" y="8893"/>
                  </a:lnTo>
                  <a:lnTo>
                    <a:pt x="13055" y="8738"/>
                  </a:lnTo>
                  <a:lnTo>
                    <a:pt x="13261" y="8583"/>
                  </a:lnTo>
                  <a:lnTo>
                    <a:pt x="13442" y="8428"/>
                  </a:lnTo>
                  <a:lnTo>
                    <a:pt x="13623" y="8247"/>
                  </a:lnTo>
                  <a:lnTo>
                    <a:pt x="13778" y="8040"/>
                  </a:lnTo>
                  <a:lnTo>
                    <a:pt x="13908" y="7807"/>
                  </a:lnTo>
                  <a:lnTo>
                    <a:pt x="14011" y="7575"/>
                  </a:lnTo>
                  <a:lnTo>
                    <a:pt x="14114" y="7342"/>
                  </a:lnTo>
                  <a:lnTo>
                    <a:pt x="14166" y="7083"/>
                  </a:lnTo>
                  <a:lnTo>
                    <a:pt x="14218" y="6825"/>
                  </a:lnTo>
                  <a:lnTo>
                    <a:pt x="14218" y="6541"/>
                  </a:lnTo>
                  <a:lnTo>
                    <a:pt x="14218" y="6308"/>
                  </a:lnTo>
                  <a:lnTo>
                    <a:pt x="14192" y="6049"/>
                  </a:lnTo>
                  <a:lnTo>
                    <a:pt x="14140" y="5817"/>
                  </a:lnTo>
                  <a:lnTo>
                    <a:pt x="14037" y="5584"/>
                  </a:lnTo>
                  <a:lnTo>
                    <a:pt x="13959" y="5351"/>
                  </a:lnTo>
                  <a:lnTo>
                    <a:pt x="13830" y="5145"/>
                  </a:lnTo>
                  <a:lnTo>
                    <a:pt x="13701" y="4938"/>
                  </a:lnTo>
                  <a:lnTo>
                    <a:pt x="13520" y="4757"/>
                  </a:lnTo>
                  <a:lnTo>
                    <a:pt x="13261" y="4498"/>
                  </a:lnTo>
                  <a:lnTo>
                    <a:pt x="12951" y="4292"/>
                  </a:lnTo>
                  <a:lnTo>
                    <a:pt x="12615" y="4111"/>
                  </a:lnTo>
                  <a:lnTo>
                    <a:pt x="12253" y="3981"/>
                  </a:lnTo>
                  <a:lnTo>
                    <a:pt x="12279" y="3749"/>
                  </a:lnTo>
                  <a:lnTo>
                    <a:pt x="12253" y="3490"/>
                  </a:lnTo>
                  <a:lnTo>
                    <a:pt x="12227" y="3232"/>
                  </a:lnTo>
                  <a:lnTo>
                    <a:pt x="12150" y="2973"/>
                  </a:lnTo>
                  <a:lnTo>
                    <a:pt x="12072" y="2715"/>
                  </a:lnTo>
                  <a:lnTo>
                    <a:pt x="11943" y="2482"/>
                  </a:lnTo>
                  <a:lnTo>
                    <a:pt x="11814" y="2275"/>
                  </a:lnTo>
                  <a:lnTo>
                    <a:pt x="11659" y="2069"/>
                  </a:lnTo>
                  <a:lnTo>
                    <a:pt x="11503" y="1888"/>
                  </a:lnTo>
                  <a:lnTo>
                    <a:pt x="11297" y="1707"/>
                  </a:lnTo>
                  <a:lnTo>
                    <a:pt x="11116" y="1551"/>
                  </a:lnTo>
                  <a:lnTo>
                    <a:pt x="10883" y="1422"/>
                  </a:lnTo>
                  <a:lnTo>
                    <a:pt x="10650" y="1319"/>
                  </a:lnTo>
                  <a:lnTo>
                    <a:pt x="10418" y="1215"/>
                  </a:lnTo>
                  <a:lnTo>
                    <a:pt x="10159" y="1164"/>
                  </a:lnTo>
                  <a:lnTo>
                    <a:pt x="9901" y="1112"/>
                  </a:lnTo>
                  <a:lnTo>
                    <a:pt x="9384" y="1112"/>
                  </a:lnTo>
                  <a:lnTo>
                    <a:pt x="9151" y="1138"/>
                  </a:lnTo>
                  <a:lnTo>
                    <a:pt x="8918" y="1190"/>
                  </a:lnTo>
                  <a:lnTo>
                    <a:pt x="8686" y="1267"/>
                  </a:lnTo>
                  <a:lnTo>
                    <a:pt x="8505" y="1034"/>
                  </a:lnTo>
                  <a:lnTo>
                    <a:pt x="8324" y="828"/>
                  </a:lnTo>
                  <a:lnTo>
                    <a:pt x="8091" y="621"/>
                  </a:lnTo>
                  <a:lnTo>
                    <a:pt x="7833" y="440"/>
                  </a:lnTo>
                  <a:lnTo>
                    <a:pt x="7471" y="259"/>
                  </a:lnTo>
                  <a:lnTo>
                    <a:pt x="7083" y="104"/>
                  </a:lnTo>
                  <a:lnTo>
                    <a:pt x="6695" y="26"/>
                  </a:lnTo>
                  <a:lnTo>
                    <a:pt x="62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9"/>
            <p:cNvSpPr/>
            <p:nvPr/>
          </p:nvSpPr>
          <p:spPr>
            <a:xfrm>
              <a:off x="6416350" y="2877500"/>
              <a:ext cx="65950" cy="51100"/>
            </a:xfrm>
            <a:custGeom>
              <a:avLst/>
              <a:gdLst/>
              <a:ahLst/>
              <a:cxnLst/>
              <a:rect l="l" t="t" r="r" b="b"/>
              <a:pathLst>
                <a:path w="2638" h="2044" extrusionOk="0">
                  <a:moveTo>
                    <a:pt x="2198" y="1"/>
                  </a:moveTo>
                  <a:lnTo>
                    <a:pt x="2120" y="27"/>
                  </a:lnTo>
                  <a:lnTo>
                    <a:pt x="2043" y="53"/>
                  </a:lnTo>
                  <a:lnTo>
                    <a:pt x="1991" y="78"/>
                  </a:lnTo>
                  <a:lnTo>
                    <a:pt x="1913" y="130"/>
                  </a:lnTo>
                  <a:lnTo>
                    <a:pt x="1035" y="1035"/>
                  </a:lnTo>
                  <a:lnTo>
                    <a:pt x="724" y="725"/>
                  </a:lnTo>
                  <a:lnTo>
                    <a:pt x="673" y="673"/>
                  </a:lnTo>
                  <a:lnTo>
                    <a:pt x="595" y="621"/>
                  </a:lnTo>
                  <a:lnTo>
                    <a:pt x="518" y="621"/>
                  </a:lnTo>
                  <a:lnTo>
                    <a:pt x="440" y="595"/>
                  </a:lnTo>
                  <a:lnTo>
                    <a:pt x="362" y="621"/>
                  </a:lnTo>
                  <a:lnTo>
                    <a:pt x="285" y="621"/>
                  </a:lnTo>
                  <a:lnTo>
                    <a:pt x="207" y="673"/>
                  </a:lnTo>
                  <a:lnTo>
                    <a:pt x="130" y="725"/>
                  </a:lnTo>
                  <a:lnTo>
                    <a:pt x="78" y="802"/>
                  </a:lnTo>
                  <a:lnTo>
                    <a:pt x="52" y="854"/>
                  </a:lnTo>
                  <a:lnTo>
                    <a:pt x="26" y="931"/>
                  </a:lnTo>
                  <a:lnTo>
                    <a:pt x="1" y="1035"/>
                  </a:lnTo>
                  <a:lnTo>
                    <a:pt x="26" y="1112"/>
                  </a:lnTo>
                  <a:lnTo>
                    <a:pt x="52" y="1190"/>
                  </a:lnTo>
                  <a:lnTo>
                    <a:pt x="78" y="1242"/>
                  </a:lnTo>
                  <a:lnTo>
                    <a:pt x="130" y="1319"/>
                  </a:lnTo>
                  <a:lnTo>
                    <a:pt x="724" y="1914"/>
                  </a:lnTo>
                  <a:lnTo>
                    <a:pt x="802" y="1965"/>
                  </a:lnTo>
                  <a:lnTo>
                    <a:pt x="879" y="1991"/>
                  </a:lnTo>
                  <a:lnTo>
                    <a:pt x="957" y="2017"/>
                  </a:lnTo>
                  <a:lnTo>
                    <a:pt x="1035" y="2043"/>
                  </a:lnTo>
                  <a:lnTo>
                    <a:pt x="1112" y="2017"/>
                  </a:lnTo>
                  <a:lnTo>
                    <a:pt x="1190" y="1991"/>
                  </a:lnTo>
                  <a:lnTo>
                    <a:pt x="1267" y="1965"/>
                  </a:lnTo>
                  <a:lnTo>
                    <a:pt x="1319" y="1914"/>
                  </a:lnTo>
                  <a:lnTo>
                    <a:pt x="2508" y="725"/>
                  </a:lnTo>
                  <a:lnTo>
                    <a:pt x="2560" y="673"/>
                  </a:lnTo>
                  <a:lnTo>
                    <a:pt x="2586" y="595"/>
                  </a:lnTo>
                  <a:lnTo>
                    <a:pt x="2611" y="518"/>
                  </a:lnTo>
                  <a:lnTo>
                    <a:pt x="2637" y="440"/>
                  </a:lnTo>
                  <a:lnTo>
                    <a:pt x="2611" y="363"/>
                  </a:lnTo>
                  <a:lnTo>
                    <a:pt x="2586" y="285"/>
                  </a:lnTo>
                  <a:lnTo>
                    <a:pt x="2560" y="208"/>
                  </a:lnTo>
                  <a:lnTo>
                    <a:pt x="2508" y="130"/>
                  </a:lnTo>
                  <a:lnTo>
                    <a:pt x="2430" y="78"/>
                  </a:lnTo>
                  <a:lnTo>
                    <a:pt x="2379" y="53"/>
                  </a:lnTo>
                  <a:lnTo>
                    <a:pt x="2301" y="27"/>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 name="Google Shape;949;p59"/>
          <p:cNvGrpSpPr/>
          <p:nvPr/>
        </p:nvGrpSpPr>
        <p:grpSpPr>
          <a:xfrm>
            <a:off x="8020810" y="2724560"/>
            <a:ext cx="383454" cy="375837"/>
            <a:chOff x="7024475" y="2636450"/>
            <a:chExt cx="357400" cy="350300"/>
          </a:xfrm>
        </p:grpSpPr>
        <p:sp>
          <p:nvSpPr>
            <p:cNvPr id="950" name="Google Shape;950;p59"/>
            <p:cNvSpPr/>
            <p:nvPr/>
          </p:nvSpPr>
          <p:spPr>
            <a:xfrm>
              <a:off x="7233875" y="2902075"/>
              <a:ext cx="65300" cy="50425"/>
            </a:xfrm>
            <a:custGeom>
              <a:avLst/>
              <a:gdLst/>
              <a:ahLst/>
              <a:cxnLst/>
              <a:rect l="l" t="t" r="r" b="b"/>
              <a:pathLst>
                <a:path w="2612" h="2017" extrusionOk="0">
                  <a:moveTo>
                    <a:pt x="2094" y="0"/>
                  </a:moveTo>
                  <a:lnTo>
                    <a:pt x="2017" y="26"/>
                  </a:lnTo>
                  <a:lnTo>
                    <a:pt x="1965" y="78"/>
                  </a:lnTo>
                  <a:lnTo>
                    <a:pt x="1887" y="129"/>
                  </a:lnTo>
                  <a:lnTo>
                    <a:pt x="1008" y="1008"/>
                  </a:lnTo>
                  <a:lnTo>
                    <a:pt x="698" y="724"/>
                  </a:lnTo>
                  <a:lnTo>
                    <a:pt x="647" y="672"/>
                  </a:lnTo>
                  <a:lnTo>
                    <a:pt x="569" y="621"/>
                  </a:lnTo>
                  <a:lnTo>
                    <a:pt x="491" y="595"/>
                  </a:lnTo>
                  <a:lnTo>
                    <a:pt x="336" y="595"/>
                  </a:lnTo>
                  <a:lnTo>
                    <a:pt x="259" y="621"/>
                  </a:lnTo>
                  <a:lnTo>
                    <a:pt x="181" y="672"/>
                  </a:lnTo>
                  <a:lnTo>
                    <a:pt x="104" y="724"/>
                  </a:lnTo>
                  <a:lnTo>
                    <a:pt x="52" y="776"/>
                  </a:lnTo>
                  <a:lnTo>
                    <a:pt x="26" y="853"/>
                  </a:lnTo>
                  <a:lnTo>
                    <a:pt x="0" y="931"/>
                  </a:lnTo>
                  <a:lnTo>
                    <a:pt x="0" y="1008"/>
                  </a:lnTo>
                  <a:lnTo>
                    <a:pt x="0" y="1086"/>
                  </a:lnTo>
                  <a:lnTo>
                    <a:pt x="26" y="1163"/>
                  </a:lnTo>
                  <a:lnTo>
                    <a:pt x="52" y="1241"/>
                  </a:lnTo>
                  <a:lnTo>
                    <a:pt x="104" y="1319"/>
                  </a:lnTo>
                  <a:lnTo>
                    <a:pt x="698" y="1913"/>
                  </a:lnTo>
                  <a:lnTo>
                    <a:pt x="776" y="1965"/>
                  </a:lnTo>
                  <a:lnTo>
                    <a:pt x="827" y="1991"/>
                  </a:lnTo>
                  <a:lnTo>
                    <a:pt x="905" y="2016"/>
                  </a:lnTo>
                  <a:lnTo>
                    <a:pt x="1086" y="2016"/>
                  </a:lnTo>
                  <a:lnTo>
                    <a:pt x="1164" y="1991"/>
                  </a:lnTo>
                  <a:lnTo>
                    <a:pt x="1241" y="1965"/>
                  </a:lnTo>
                  <a:lnTo>
                    <a:pt x="1293" y="1913"/>
                  </a:lnTo>
                  <a:lnTo>
                    <a:pt x="2482" y="724"/>
                  </a:lnTo>
                  <a:lnTo>
                    <a:pt x="2534" y="646"/>
                  </a:lnTo>
                  <a:lnTo>
                    <a:pt x="2559" y="569"/>
                  </a:lnTo>
                  <a:lnTo>
                    <a:pt x="2585" y="491"/>
                  </a:lnTo>
                  <a:lnTo>
                    <a:pt x="2611" y="414"/>
                  </a:lnTo>
                  <a:lnTo>
                    <a:pt x="2585" y="336"/>
                  </a:lnTo>
                  <a:lnTo>
                    <a:pt x="2559" y="259"/>
                  </a:lnTo>
                  <a:lnTo>
                    <a:pt x="2534" y="181"/>
                  </a:lnTo>
                  <a:lnTo>
                    <a:pt x="2482" y="129"/>
                  </a:lnTo>
                  <a:lnTo>
                    <a:pt x="2404" y="78"/>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9"/>
            <p:cNvSpPr/>
            <p:nvPr/>
          </p:nvSpPr>
          <p:spPr>
            <a:xfrm>
              <a:off x="7024475" y="2636450"/>
              <a:ext cx="357400" cy="350300"/>
            </a:xfrm>
            <a:custGeom>
              <a:avLst/>
              <a:gdLst/>
              <a:ahLst/>
              <a:cxnLst/>
              <a:rect l="l" t="t" r="r" b="b"/>
              <a:pathLst>
                <a:path w="14296" h="14012" extrusionOk="0">
                  <a:moveTo>
                    <a:pt x="13469" y="1681"/>
                  </a:moveTo>
                  <a:lnTo>
                    <a:pt x="13469" y="2508"/>
                  </a:lnTo>
                  <a:lnTo>
                    <a:pt x="5740" y="2508"/>
                  </a:lnTo>
                  <a:lnTo>
                    <a:pt x="5352" y="1681"/>
                  </a:lnTo>
                  <a:close/>
                  <a:moveTo>
                    <a:pt x="9669" y="7316"/>
                  </a:moveTo>
                  <a:lnTo>
                    <a:pt x="9927" y="7342"/>
                  </a:lnTo>
                  <a:lnTo>
                    <a:pt x="10160" y="7420"/>
                  </a:lnTo>
                  <a:lnTo>
                    <a:pt x="10367" y="7523"/>
                  </a:lnTo>
                  <a:lnTo>
                    <a:pt x="10548" y="7678"/>
                  </a:lnTo>
                  <a:lnTo>
                    <a:pt x="10703" y="7859"/>
                  </a:lnTo>
                  <a:lnTo>
                    <a:pt x="10832" y="8092"/>
                  </a:lnTo>
                  <a:lnTo>
                    <a:pt x="10910" y="8325"/>
                  </a:lnTo>
                  <a:lnTo>
                    <a:pt x="10935" y="8583"/>
                  </a:lnTo>
                  <a:lnTo>
                    <a:pt x="10935" y="9281"/>
                  </a:lnTo>
                  <a:lnTo>
                    <a:pt x="8402" y="9281"/>
                  </a:lnTo>
                  <a:lnTo>
                    <a:pt x="8402" y="8583"/>
                  </a:lnTo>
                  <a:lnTo>
                    <a:pt x="8428" y="8325"/>
                  </a:lnTo>
                  <a:lnTo>
                    <a:pt x="8506" y="8092"/>
                  </a:lnTo>
                  <a:lnTo>
                    <a:pt x="8635" y="7859"/>
                  </a:lnTo>
                  <a:lnTo>
                    <a:pt x="8790" y="7678"/>
                  </a:lnTo>
                  <a:lnTo>
                    <a:pt x="8971" y="7523"/>
                  </a:lnTo>
                  <a:lnTo>
                    <a:pt x="9178" y="7420"/>
                  </a:lnTo>
                  <a:lnTo>
                    <a:pt x="9410" y="7342"/>
                  </a:lnTo>
                  <a:lnTo>
                    <a:pt x="9669" y="7316"/>
                  </a:lnTo>
                  <a:close/>
                  <a:moveTo>
                    <a:pt x="4059" y="828"/>
                  </a:moveTo>
                  <a:lnTo>
                    <a:pt x="5067" y="3103"/>
                  </a:lnTo>
                  <a:lnTo>
                    <a:pt x="5145" y="3206"/>
                  </a:lnTo>
                  <a:lnTo>
                    <a:pt x="5223" y="3284"/>
                  </a:lnTo>
                  <a:lnTo>
                    <a:pt x="5326" y="3335"/>
                  </a:lnTo>
                  <a:lnTo>
                    <a:pt x="5455" y="3361"/>
                  </a:lnTo>
                  <a:lnTo>
                    <a:pt x="13469" y="3361"/>
                  </a:lnTo>
                  <a:lnTo>
                    <a:pt x="13469" y="9901"/>
                  </a:lnTo>
                  <a:lnTo>
                    <a:pt x="13469" y="10005"/>
                  </a:lnTo>
                  <a:lnTo>
                    <a:pt x="13443" y="10082"/>
                  </a:lnTo>
                  <a:lnTo>
                    <a:pt x="13391" y="10134"/>
                  </a:lnTo>
                  <a:lnTo>
                    <a:pt x="13340" y="10212"/>
                  </a:lnTo>
                  <a:lnTo>
                    <a:pt x="13288" y="10263"/>
                  </a:lnTo>
                  <a:lnTo>
                    <a:pt x="13210" y="10289"/>
                  </a:lnTo>
                  <a:lnTo>
                    <a:pt x="13133" y="10315"/>
                  </a:lnTo>
                  <a:lnTo>
                    <a:pt x="13055" y="10341"/>
                  </a:lnTo>
                  <a:lnTo>
                    <a:pt x="12331" y="10341"/>
                  </a:lnTo>
                  <a:lnTo>
                    <a:pt x="12331" y="10237"/>
                  </a:lnTo>
                  <a:lnTo>
                    <a:pt x="12306" y="10108"/>
                  </a:lnTo>
                  <a:lnTo>
                    <a:pt x="12280" y="9953"/>
                  </a:lnTo>
                  <a:lnTo>
                    <a:pt x="12228" y="9824"/>
                  </a:lnTo>
                  <a:lnTo>
                    <a:pt x="12176" y="9720"/>
                  </a:lnTo>
                  <a:lnTo>
                    <a:pt x="12099" y="9617"/>
                  </a:lnTo>
                  <a:lnTo>
                    <a:pt x="11995" y="9514"/>
                  </a:lnTo>
                  <a:lnTo>
                    <a:pt x="11892" y="9436"/>
                  </a:lnTo>
                  <a:lnTo>
                    <a:pt x="11763" y="9359"/>
                  </a:lnTo>
                  <a:lnTo>
                    <a:pt x="11763" y="8583"/>
                  </a:lnTo>
                  <a:lnTo>
                    <a:pt x="11763" y="8350"/>
                  </a:lnTo>
                  <a:lnTo>
                    <a:pt x="11711" y="8144"/>
                  </a:lnTo>
                  <a:lnTo>
                    <a:pt x="11659" y="7937"/>
                  </a:lnTo>
                  <a:lnTo>
                    <a:pt x="11608" y="7756"/>
                  </a:lnTo>
                  <a:lnTo>
                    <a:pt x="11504" y="7575"/>
                  </a:lnTo>
                  <a:lnTo>
                    <a:pt x="11401" y="7394"/>
                  </a:lnTo>
                  <a:lnTo>
                    <a:pt x="11297" y="7239"/>
                  </a:lnTo>
                  <a:lnTo>
                    <a:pt x="11142" y="7084"/>
                  </a:lnTo>
                  <a:lnTo>
                    <a:pt x="11013" y="6954"/>
                  </a:lnTo>
                  <a:lnTo>
                    <a:pt x="10832" y="6825"/>
                  </a:lnTo>
                  <a:lnTo>
                    <a:pt x="10677" y="6722"/>
                  </a:lnTo>
                  <a:lnTo>
                    <a:pt x="10496" y="6644"/>
                  </a:lnTo>
                  <a:lnTo>
                    <a:pt x="10289" y="6567"/>
                  </a:lnTo>
                  <a:lnTo>
                    <a:pt x="10082" y="6515"/>
                  </a:lnTo>
                  <a:lnTo>
                    <a:pt x="9876" y="6489"/>
                  </a:lnTo>
                  <a:lnTo>
                    <a:pt x="9462" y="6489"/>
                  </a:lnTo>
                  <a:lnTo>
                    <a:pt x="9255" y="6515"/>
                  </a:lnTo>
                  <a:lnTo>
                    <a:pt x="9048" y="6567"/>
                  </a:lnTo>
                  <a:lnTo>
                    <a:pt x="8867" y="6644"/>
                  </a:lnTo>
                  <a:lnTo>
                    <a:pt x="8686" y="6722"/>
                  </a:lnTo>
                  <a:lnTo>
                    <a:pt x="8506" y="6825"/>
                  </a:lnTo>
                  <a:lnTo>
                    <a:pt x="8350" y="6954"/>
                  </a:lnTo>
                  <a:lnTo>
                    <a:pt x="8195" y="7084"/>
                  </a:lnTo>
                  <a:lnTo>
                    <a:pt x="8066" y="7239"/>
                  </a:lnTo>
                  <a:lnTo>
                    <a:pt x="7937" y="7394"/>
                  </a:lnTo>
                  <a:lnTo>
                    <a:pt x="7833" y="7575"/>
                  </a:lnTo>
                  <a:lnTo>
                    <a:pt x="7730" y="7756"/>
                  </a:lnTo>
                  <a:lnTo>
                    <a:pt x="7678" y="7937"/>
                  </a:lnTo>
                  <a:lnTo>
                    <a:pt x="7627" y="8144"/>
                  </a:lnTo>
                  <a:lnTo>
                    <a:pt x="7601" y="8350"/>
                  </a:lnTo>
                  <a:lnTo>
                    <a:pt x="7575" y="8583"/>
                  </a:lnTo>
                  <a:lnTo>
                    <a:pt x="7575" y="9359"/>
                  </a:lnTo>
                  <a:lnTo>
                    <a:pt x="7446" y="9436"/>
                  </a:lnTo>
                  <a:lnTo>
                    <a:pt x="7342" y="9514"/>
                  </a:lnTo>
                  <a:lnTo>
                    <a:pt x="7265" y="9617"/>
                  </a:lnTo>
                  <a:lnTo>
                    <a:pt x="7187" y="9720"/>
                  </a:lnTo>
                  <a:lnTo>
                    <a:pt x="7110" y="9824"/>
                  </a:lnTo>
                  <a:lnTo>
                    <a:pt x="7058" y="9953"/>
                  </a:lnTo>
                  <a:lnTo>
                    <a:pt x="7032" y="10108"/>
                  </a:lnTo>
                  <a:lnTo>
                    <a:pt x="7006" y="10237"/>
                  </a:lnTo>
                  <a:lnTo>
                    <a:pt x="7006" y="10341"/>
                  </a:lnTo>
                  <a:lnTo>
                    <a:pt x="1267" y="10341"/>
                  </a:lnTo>
                  <a:lnTo>
                    <a:pt x="1190" y="10315"/>
                  </a:lnTo>
                  <a:lnTo>
                    <a:pt x="1112" y="10289"/>
                  </a:lnTo>
                  <a:lnTo>
                    <a:pt x="1035" y="10263"/>
                  </a:lnTo>
                  <a:lnTo>
                    <a:pt x="983" y="10212"/>
                  </a:lnTo>
                  <a:lnTo>
                    <a:pt x="931" y="10134"/>
                  </a:lnTo>
                  <a:lnTo>
                    <a:pt x="880" y="10082"/>
                  </a:lnTo>
                  <a:lnTo>
                    <a:pt x="854" y="10005"/>
                  </a:lnTo>
                  <a:lnTo>
                    <a:pt x="854" y="9901"/>
                  </a:lnTo>
                  <a:lnTo>
                    <a:pt x="854" y="828"/>
                  </a:lnTo>
                  <a:close/>
                  <a:moveTo>
                    <a:pt x="11401" y="10108"/>
                  </a:moveTo>
                  <a:lnTo>
                    <a:pt x="11452" y="10134"/>
                  </a:lnTo>
                  <a:lnTo>
                    <a:pt x="11478" y="10186"/>
                  </a:lnTo>
                  <a:lnTo>
                    <a:pt x="11478" y="10237"/>
                  </a:lnTo>
                  <a:lnTo>
                    <a:pt x="11478" y="13029"/>
                  </a:lnTo>
                  <a:lnTo>
                    <a:pt x="11478" y="13081"/>
                  </a:lnTo>
                  <a:lnTo>
                    <a:pt x="11452" y="13133"/>
                  </a:lnTo>
                  <a:lnTo>
                    <a:pt x="11401" y="13158"/>
                  </a:lnTo>
                  <a:lnTo>
                    <a:pt x="11349" y="13184"/>
                  </a:lnTo>
                  <a:lnTo>
                    <a:pt x="7989" y="13184"/>
                  </a:lnTo>
                  <a:lnTo>
                    <a:pt x="7937" y="13158"/>
                  </a:lnTo>
                  <a:lnTo>
                    <a:pt x="7885" y="13133"/>
                  </a:lnTo>
                  <a:lnTo>
                    <a:pt x="7859" y="13081"/>
                  </a:lnTo>
                  <a:lnTo>
                    <a:pt x="7859" y="13029"/>
                  </a:lnTo>
                  <a:lnTo>
                    <a:pt x="7859" y="10237"/>
                  </a:lnTo>
                  <a:lnTo>
                    <a:pt x="7859" y="10186"/>
                  </a:lnTo>
                  <a:lnTo>
                    <a:pt x="7885" y="10134"/>
                  </a:lnTo>
                  <a:lnTo>
                    <a:pt x="7937" y="10108"/>
                  </a:lnTo>
                  <a:close/>
                  <a:moveTo>
                    <a:pt x="337" y="1"/>
                  </a:moveTo>
                  <a:lnTo>
                    <a:pt x="259" y="27"/>
                  </a:lnTo>
                  <a:lnTo>
                    <a:pt x="208" y="78"/>
                  </a:lnTo>
                  <a:lnTo>
                    <a:pt x="130" y="130"/>
                  </a:lnTo>
                  <a:lnTo>
                    <a:pt x="78" y="182"/>
                  </a:lnTo>
                  <a:lnTo>
                    <a:pt x="52" y="259"/>
                  </a:lnTo>
                  <a:lnTo>
                    <a:pt x="27" y="337"/>
                  </a:lnTo>
                  <a:lnTo>
                    <a:pt x="1" y="414"/>
                  </a:lnTo>
                  <a:lnTo>
                    <a:pt x="1" y="9901"/>
                  </a:lnTo>
                  <a:lnTo>
                    <a:pt x="27" y="10160"/>
                  </a:lnTo>
                  <a:lnTo>
                    <a:pt x="104" y="10393"/>
                  </a:lnTo>
                  <a:lnTo>
                    <a:pt x="233" y="10625"/>
                  </a:lnTo>
                  <a:lnTo>
                    <a:pt x="389" y="10806"/>
                  </a:lnTo>
                  <a:lnTo>
                    <a:pt x="569" y="10961"/>
                  </a:lnTo>
                  <a:lnTo>
                    <a:pt x="776" y="11065"/>
                  </a:lnTo>
                  <a:lnTo>
                    <a:pt x="1009" y="11142"/>
                  </a:lnTo>
                  <a:lnTo>
                    <a:pt x="1267" y="11168"/>
                  </a:lnTo>
                  <a:lnTo>
                    <a:pt x="7006" y="11168"/>
                  </a:lnTo>
                  <a:lnTo>
                    <a:pt x="7006" y="13029"/>
                  </a:lnTo>
                  <a:lnTo>
                    <a:pt x="7032" y="13236"/>
                  </a:lnTo>
                  <a:lnTo>
                    <a:pt x="7084" y="13417"/>
                  </a:lnTo>
                  <a:lnTo>
                    <a:pt x="7187" y="13572"/>
                  </a:lnTo>
                  <a:lnTo>
                    <a:pt x="7316" y="13727"/>
                  </a:lnTo>
                  <a:lnTo>
                    <a:pt x="7446" y="13856"/>
                  </a:lnTo>
                  <a:lnTo>
                    <a:pt x="7627" y="13934"/>
                  </a:lnTo>
                  <a:lnTo>
                    <a:pt x="7808" y="13986"/>
                  </a:lnTo>
                  <a:lnTo>
                    <a:pt x="7989" y="14012"/>
                  </a:lnTo>
                  <a:lnTo>
                    <a:pt x="11349" y="14012"/>
                  </a:lnTo>
                  <a:lnTo>
                    <a:pt x="11556" y="13986"/>
                  </a:lnTo>
                  <a:lnTo>
                    <a:pt x="11737" y="13934"/>
                  </a:lnTo>
                  <a:lnTo>
                    <a:pt x="11892" y="13856"/>
                  </a:lnTo>
                  <a:lnTo>
                    <a:pt x="12047" y="13727"/>
                  </a:lnTo>
                  <a:lnTo>
                    <a:pt x="12150" y="13572"/>
                  </a:lnTo>
                  <a:lnTo>
                    <a:pt x="12254" y="13417"/>
                  </a:lnTo>
                  <a:lnTo>
                    <a:pt x="12306" y="13236"/>
                  </a:lnTo>
                  <a:lnTo>
                    <a:pt x="12331" y="13029"/>
                  </a:lnTo>
                  <a:lnTo>
                    <a:pt x="12331" y="11168"/>
                  </a:lnTo>
                  <a:lnTo>
                    <a:pt x="13055" y="11168"/>
                  </a:lnTo>
                  <a:lnTo>
                    <a:pt x="13314" y="11142"/>
                  </a:lnTo>
                  <a:lnTo>
                    <a:pt x="13546" y="11065"/>
                  </a:lnTo>
                  <a:lnTo>
                    <a:pt x="13753" y="10961"/>
                  </a:lnTo>
                  <a:lnTo>
                    <a:pt x="13934" y="10806"/>
                  </a:lnTo>
                  <a:lnTo>
                    <a:pt x="14089" y="10625"/>
                  </a:lnTo>
                  <a:lnTo>
                    <a:pt x="14218" y="10393"/>
                  </a:lnTo>
                  <a:lnTo>
                    <a:pt x="14270" y="10160"/>
                  </a:lnTo>
                  <a:lnTo>
                    <a:pt x="14296" y="9901"/>
                  </a:lnTo>
                  <a:lnTo>
                    <a:pt x="14296" y="1267"/>
                  </a:lnTo>
                  <a:lnTo>
                    <a:pt x="14296" y="1164"/>
                  </a:lnTo>
                  <a:lnTo>
                    <a:pt x="14270" y="1086"/>
                  </a:lnTo>
                  <a:lnTo>
                    <a:pt x="14244" y="1009"/>
                  </a:lnTo>
                  <a:lnTo>
                    <a:pt x="14193" y="957"/>
                  </a:lnTo>
                  <a:lnTo>
                    <a:pt x="14115" y="905"/>
                  </a:lnTo>
                  <a:lnTo>
                    <a:pt x="14038" y="880"/>
                  </a:lnTo>
                  <a:lnTo>
                    <a:pt x="13960" y="854"/>
                  </a:lnTo>
                  <a:lnTo>
                    <a:pt x="13882" y="828"/>
                  </a:lnTo>
                  <a:lnTo>
                    <a:pt x="4990" y="828"/>
                  </a:lnTo>
                  <a:lnTo>
                    <a:pt x="4731" y="259"/>
                  </a:lnTo>
                  <a:lnTo>
                    <a:pt x="4654" y="156"/>
                  </a:lnTo>
                  <a:lnTo>
                    <a:pt x="4576" y="78"/>
                  </a:lnTo>
                  <a:lnTo>
                    <a:pt x="4447" y="27"/>
                  </a:lnTo>
                  <a:lnTo>
                    <a:pt x="43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9"/>
            <p:cNvSpPr/>
            <p:nvPr/>
          </p:nvSpPr>
          <p:spPr>
            <a:xfrm>
              <a:off x="7067125" y="2852950"/>
              <a:ext cx="91150" cy="20700"/>
            </a:xfrm>
            <a:custGeom>
              <a:avLst/>
              <a:gdLst/>
              <a:ahLst/>
              <a:cxnLst/>
              <a:rect l="l" t="t" r="r" b="b"/>
              <a:pathLst>
                <a:path w="3646" h="828" extrusionOk="0">
                  <a:moveTo>
                    <a:pt x="337" y="1"/>
                  </a:moveTo>
                  <a:lnTo>
                    <a:pt x="259" y="26"/>
                  </a:lnTo>
                  <a:lnTo>
                    <a:pt x="182" y="78"/>
                  </a:lnTo>
                  <a:lnTo>
                    <a:pt x="130" y="104"/>
                  </a:lnTo>
                  <a:lnTo>
                    <a:pt x="78" y="182"/>
                  </a:lnTo>
                  <a:lnTo>
                    <a:pt x="53" y="259"/>
                  </a:lnTo>
                  <a:lnTo>
                    <a:pt x="27" y="337"/>
                  </a:lnTo>
                  <a:lnTo>
                    <a:pt x="1" y="414"/>
                  </a:lnTo>
                  <a:lnTo>
                    <a:pt x="27" y="492"/>
                  </a:lnTo>
                  <a:lnTo>
                    <a:pt x="53" y="569"/>
                  </a:lnTo>
                  <a:lnTo>
                    <a:pt x="78" y="647"/>
                  </a:lnTo>
                  <a:lnTo>
                    <a:pt x="130" y="699"/>
                  </a:lnTo>
                  <a:lnTo>
                    <a:pt x="182" y="750"/>
                  </a:lnTo>
                  <a:lnTo>
                    <a:pt x="259" y="802"/>
                  </a:lnTo>
                  <a:lnTo>
                    <a:pt x="337" y="828"/>
                  </a:lnTo>
                  <a:lnTo>
                    <a:pt x="3310" y="828"/>
                  </a:lnTo>
                  <a:lnTo>
                    <a:pt x="3387" y="802"/>
                  </a:lnTo>
                  <a:lnTo>
                    <a:pt x="3465" y="750"/>
                  </a:lnTo>
                  <a:lnTo>
                    <a:pt x="3517" y="699"/>
                  </a:lnTo>
                  <a:lnTo>
                    <a:pt x="3568" y="647"/>
                  </a:lnTo>
                  <a:lnTo>
                    <a:pt x="3594" y="569"/>
                  </a:lnTo>
                  <a:lnTo>
                    <a:pt x="3620" y="492"/>
                  </a:lnTo>
                  <a:lnTo>
                    <a:pt x="3646" y="414"/>
                  </a:lnTo>
                  <a:lnTo>
                    <a:pt x="3620" y="337"/>
                  </a:lnTo>
                  <a:lnTo>
                    <a:pt x="3594" y="259"/>
                  </a:lnTo>
                  <a:lnTo>
                    <a:pt x="3568" y="182"/>
                  </a:lnTo>
                  <a:lnTo>
                    <a:pt x="3517" y="104"/>
                  </a:lnTo>
                  <a:lnTo>
                    <a:pt x="3465" y="78"/>
                  </a:lnTo>
                  <a:lnTo>
                    <a:pt x="3387" y="26"/>
                  </a:lnTo>
                  <a:lnTo>
                    <a:pt x="33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9"/>
            <p:cNvSpPr/>
            <p:nvPr/>
          </p:nvSpPr>
          <p:spPr>
            <a:xfrm>
              <a:off x="7067125" y="2810950"/>
              <a:ext cx="91150" cy="20700"/>
            </a:xfrm>
            <a:custGeom>
              <a:avLst/>
              <a:gdLst/>
              <a:ahLst/>
              <a:cxnLst/>
              <a:rect l="l" t="t" r="r" b="b"/>
              <a:pathLst>
                <a:path w="3646" h="828" extrusionOk="0">
                  <a:moveTo>
                    <a:pt x="337" y="0"/>
                  </a:moveTo>
                  <a:lnTo>
                    <a:pt x="259" y="26"/>
                  </a:lnTo>
                  <a:lnTo>
                    <a:pt x="182" y="78"/>
                  </a:lnTo>
                  <a:lnTo>
                    <a:pt x="130" y="130"/>
                  </a:lnTo>
                  <a:lnTo>
                    <a:pt x="78" y="181"/>
                  </a:lnTo>
                  <a:lnTo>
                    <a:pt x="53" y="259"/>
                  </a:lnTo>
                  <a:lnTo>
                    <a:pt x="27" y="336"/>
                  </a:lnTo>
                  <a:lnTo>
                    <a:pt x="1" y="414"/>
                  </a:lnTo>
                  <a:lnTo>
                    <a:pt x="27" y="491"/>
                  </a:lnTo>
                  <a:lnTo>
                    <a:pt x="53" y="569"/>
                  </a:lnTo>
                  <a:lnTo>
                    <a:pt x="78" y="647"/>
                  </a:lnTo>
                  <a:lnTo>
                    <a:pt x="130" y="724"/>
                  </a:lnTo>
                  <a:lnTo>
                    <a:pt x="182" y="776"/>
                  </a:lnTo>
                  <a:lnTo>
                    <a:pt x="259" y="802"/>
                  </a:lnTo>
                  <a:lnTo>
                    <a:pt x="337" y="827"/>
                  </a:lnTo>
                  <a:lnTo>
                    <a:pt x="3310" y="827"/>
                  </a:lnTo>
                  <a:lnTo>
                    <a:pt x="3387" y="802"/>
                  </a:lnTo>
                  <a:lnTo>
                    <a:pt x="3465" y="776"/>
                  </a:lnTo>
                  <a:lnTo>
                    <a:pt x="3517" y="724"/>
                  </a:lnTo>
                  <a:lnTo>
                    <a:pt x="3568" y="647"/>
                  </a:lnTo>
                  <a:lnTo>
                    <a:pt x="3594" y="569"/>
                  </a:lnTo>
                  <a:lnTo>
                    <a:pt x="3620" y="491"/>
                  </a:lnTo>
                  <a:lnTo>
                    <a:pt x="3646" y="414"/>
                  </a:lnTo>
                  <a:lnTo>
                    <a:pt x="3620" y="336"/>
                  </a:lnTo>
                  <a:lnTo>
                    <a:pt x="3594" y="259"/>
                  </a:lnTo>
                  <a:lnTo>
                    <a:pt x="3568" y="181"/>
                  </a:lnTo>
                  <a:lnTo>
                    <a:pt x="3517" y="130"/>
                  </a:lnTo>
                  <a:lnTo>
                    <a:pt x="3465" y="78"/>
                  </a:lnTo>
                  <a:lnTo>
                    <a:pt x="3387" y="26"/>
                  </a:lnTo>
                  <a:lnTo>
                    <a:pt x="33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 name="Google Shape;954;p59"/>
          <p:cNvGrpSpPr/>
          <p:nvPr/>
        </p:nvGrpSpPr>
        <p:grpSpPr>
          <a:xfrm>
            <a:off x="739735" y="3449143"/>
            <a:ext cx="383454" cy="383454"/>
            <a:chOff x="238125" y="3311800"/>
            <a:chExt cx="357400" cy="357400"/>
          </a:xfrm>
        </p:grpSpPr>
        <p:sp>
          <p:nvSpPr>
            <p:cNvPr id="955" name="Google Shape;955;p59"/>
            <p:cNvSpPr/>
            <p:nvPr/>
          </p:nvSpPr>
          <p:spPr>
            <a:xfrm>
              <a:off x="238125" y="3311800"/>
              <a:ext cx="357400" cy="357400"/>
            </a:xfrm>
            <a:custGeom>
              <a:avLst/>
              <a:gdLst/>
              <a:ahLst/>
              <a:cxnLst/>
              <a:rect l="l" t="t" r="r" b="b"/>
              <a:pathLst>
                <a:path w="14296" h="14296" extrusionOk="0">
                  <a:moveTo>
                    <a:pt x="10314" y="1008"/>
                  </a:moveTo>
                  <a:lnTo>
                    <a:pt x="13287" y="3955"/>
                  </a:lnTo>
                  <a:lnTo>
                    <a:pt x="11064" y="6204"/>
                  </a:lnTo>
                  <a:lnTo>
                    <a:pt x="8091" y="3231"/>
                  </a:lnTo>
                  <a:lnTo>
                    <a:pt x="10314" y="1008"/>
                  </a:lnTo>
                  <a:close/>
                  <a:moveTo>
                    <a:pt x="7109" y="3438"/>
                  </a:moveTo>
                  <a:lnTo>
                    <a:pt x="10857" y="7187"/>
                  </a:lnTo>
                  <a:lnTo>
                    <a:pt x="10495" y="7548"/>
                  </a:lnTo>
                  <a:lnTo>
                    <a:pt x="9901" y="7393"/>
                  </a:lnTo>
                  <a:lnTo>
                    <a:pt x="6514" y="4033"/>
                  </a:lnTo>
                  <a:lnTo>
                    <a:pt x="7109" y="3438"/>
                  </a:lnTo>
                  <a:close/>
                  <a:moveTo>
                    <a:pt x="5920" y="4627"/>
                  </a:moveTo>
                  <a:lnTo>
                    <a:pt x="8608" y="7316"/>
                  </a:lnTo>
                  <a:lnTo>
                    <a:pt x="8014" y="7367"/>
                  </a:lnTo>
                  <a:lnTo>
                    <a:pt x="7393" y="7497"/>
                  </a:lnTo>
                  <a:lnTo>
                    <a:pt x="6773" y="7652"/>
                  </a:lnTo>
                  <a:lnTo>
                    <a:pt x="6152" y="7910"/>
                  </a:lnTo>
                  <a:lnTo>
                    <a:pt x="6049" y="7962"/>
                  </a:lnTo>
                  <a:lnTo>
                    <a:pt x="5971" y="8065"/>
                  </a:lnTo>
                  <a:lnTo>
                    <a:pt x="5920" y="8169"/>
                  </a:lnTo>
                  <a:lnTo>
                    <a:pt x="5920" y="8298"/>
                  </a:lnTo>
                  <a:lnTo>
                    <a:pt x="5920" y="10004"/>
                  </a:lnTo>
                  <a:lnTo>
                    <a:pt x="5946" y="10470"/>
                  </a:lnTo>
                  <a:lnTo>
                    <a:pt x="5997" y="10909"/>
                  </a:lnTo>
                  <a:lnTo>
                    <a:pt x="6127" y="11348"/>
                  </a:lnTo>
                  <a:lnTo>
                    <a:pt x="6256" y="11762"/>
                  </a:lnTo>
                  <a:lnTo>
                    <a:pt x="5713" y="12331"/>
                  </a:lnTo>
                  <a:lnTo>
                    <a:pt x="1965" y="8582"/>
                  </a:lnTo>
                  <a:lnTo>
                    <a:pt x="5920" y="4627"/>
                  </a:lnTo>
                  <a:close/>
                  <a:moveTo>
                    <a:pt x="8841" y="8143"/>
                  </a:moveTo>
                  <a:lnTo>
                    <a:pt x="9358" y="8169"/>
                  </a:lnTo>
                  <a:lnTo>
                    <a:pt x="9901" y="8246"/>
                  </a:lnTo>
                  <a:lnTo>
                    <a:pt x="10418" y="8376"/>
                  </a:lnTo>
                  <a:lnTo>
                    <a:pt x="10935" y="8557"/>
                  </a:lnTo>
                  <a:lnTo>
                    <a:pt x="10935" y="10004"/>
                  </a:lnTo>
                  <a:lnTo>
                    <a:pt x="10935" y="10263"/>
                  </a:lnTo>
                  <a:lnTo>
                    <a:pt x="10909" y="10547"/>
                  </a:lnTo>
                  <a:lnTo>
                    <a:pt x="10857" y="10806"/>
                  </a:lnTo>
                  <a:lnTo>
                    <a:pt x="10805" y="11064"/>
                  </a:lnTo>
                  <a:lnTo>
                    <a:pt x="10702" y="11297"/>
                  </a:lnTo>
                  <a:lnTo>
                    <a:pt x="10625" y="11555"/>
                  </a:lnTo>
                  <a:lnTo>
                    <a:pt x="10495" y="11788"/>
                  </a:lnTo>
                  <a:lnTo>
                    <a:pt x="10366" y="11995"/>
                  </a:lnTo>
                  <a:lnTo>
                    <a:pt x="10237" y="12227"/>
                  </a:lnTo>
                  <a:lnTo>
                    <a:pt x="10082" y="12434"/>
                  </a:lnTo>
                  <a:lnTo>
                    <a:pt x="9901" y="12615"/>
                  </a:lnTo>
                  <a:lnTo>
                    <a:pt x="9720" y="12796"/>
                  </a:lnTo>
                  <a:lnTo>
                    <a:pt x="9513" y="12977"/>
                  </a:lnTo>
                  <a:lnTo>
                    <a:pt x="9306" y="13132"/>
                  </a:lnTo>
                  <a:lnTo>
                    <a:pt x="9073" y="13287"/>
                  </a:lnTo>
                  <a:lnTo>
                    <a:pt x="8841" y="13416"/>
                  </a:lnTo>
                  <a:lnTo>
                    <a:pt x="8608" y="13287"/>
                  </a:lnTo>
                  <a:lnTo>
                    <a:pt x="8401" y="13132"/>
                  </a:lnTo>
                  <a:lnTo>
                    <a:pt x="8169" y="12977"/>
                  </a:lnTo>
                  <a:lnTo>
                    <a:pt x="7988" y="12796"/>
                  </a:lnTo>
                  <a:lnTo>
                    <a:pt x="7807" y="12615"/>
                  </a:lnTo>
                  <a:lnTo>
                    <a:pt x="7626" y="12434"/>
                  </a:lnTo>
                  <a:lnTo>
                    <a:pt x="7471" y="12227"/>
                  </a:lnTo>
                  <a:lnTo>
                    <a:pt x="7316" y="11995"/>
                  </a:lnTo>
                  <a:lnTo>
                    <a:pt x="7186" y="11788"/>
                  </a:lnTo>
                  <a:lnTo>
                    <a:pt x="7083" y="11555"/>
                  </a:lnTo>
                  <a:lnTo>
                    <a:pt x="6980" y="11297"/>
                  </a:lnTo>
                  <a:lnTo>
                    <a:pt x="6902" y="11064"/>
                  </a:lnTo>
                  <a:lnTo>
                    <a:pt x="6824" y="10806"/>
                  </a:lnTo>
                  <a:lnTo>
                    <a:pt x="6799" y="10547"/>
                  </a:lnTo>
                  <a:lnTo>
                    <a:pt x="6773" y="10263"/>
                  </a:lnTo>
                  <a:lnTo>
                    <a:pt x="6747" y="10004"/>
                  </a:lnTo>
                  <a:lnTo>
                    <a:pt x="6747" y="8557"/>
                  </a:lnTo>
                  <a:lnTo>
                    <a:pt x="7290" y="8376"/>
                  </a:lnTo>
                  <a:lnTo>
                    <a:pt x="7807" y="8246"/>
                  </a:lnTo>
                  <a:lnTo>
                    <a:pt x="8324" y="8169"/>
                  </a:lnTo>
                  <a:lnTo>
                    <a:pt x="8841" y="8143"/>
                  </a:lnTo>
                  <a:close/>
                  <a:moveTo>
                    <a:pt x="1370" y="9177"/>
                  </a:moveTo>
                  <a:lnTo>
                    <a:pt x="5118" y="12925"/>
                  </a:lnTo>
                  <a:lnTo>
                    <a:pt x="4627" y="13416"/>
                  </a:lnTo>
                  <a:lnTo>
                    <a:pt x="4576" y="13442"/>
                  </a:lnTo>
                  <a:lnTo>
                    <a:pt x="4472" y="13442"/>
                  </a:lnTo>
                  <a:lnTo>
                    <a:pt x="4420" y="13416"/>
                  </a:lnTo>
                  <a:lnTo>
                    <a:pt x="879" y="9849"/>
                  </a:lnTo>
                  <a:lnTo>
                    <a:pt x="853" y="9823"/>
                  </a:lnTo>
                  <a:lnTo>
                    <a:pt x="827" y="9772"/>
                  </a:lnTo>
                  <a:lnTo>
                    <a:pt x="853" y="9694"/>
                  </a:lnTo>
                  <a:lnTo>
                    <a:pt x="879" y="9668"/>
                  </a:lnTo>
                  <a:lnTo>
                    <a:pt x="1370" y="9177"/>
                  </a:lnTo>
                  <a:close/>
                  <a:moveTo>
                    <a:pt x="10237" y="0"/>
                  </a:moveTo>
                  <a:lnTo>
                    <a:pt x="10159" y="26"/>
                  </a:lnTo>
                  <a:lnTo>
                    <a:pt x="10082" y="52"/>
                  </a:lnTo>
                  <a:lnTo>
                    <a:pt x="10030" y="129"/>
                  </a:lnTo>
                  <a:lnTo>
                    <a:pt x="7497" y="2637"/>
                  </a:lnTo>
                  <a:lnTo>
                    <a:pt x="7393" y="2534"/>
                  </a:lnTo>
                  <a:lnTo>
                    <a:pt x="7342" y="2482"/>
                  </a:lnTo>
                  <a:lnTo>
                    <a:pt x="7264" y="2456"/>
                  </a:lnTo>
                  <a:lnTo>
                    <a:pt x="7186" y="2430"/>
                  </a:lnTo>
                  <a:lnTo>
                    <a:pt x="7031" y="2430"/>
                  </a:lnTo>
                  <a:lnTo>
                    <a:pt x="6954" y="2456"/>
                  </a:lnTo>
                  <a:lnTo>
                    <a:pt x="6876" y="2482"/>
                  </a:lnTo>
                  <a:lnTo>
                    <a:pt x="6799" y="2534"/>
                  </a:lnTo>
                  <a:lnTo>
                    <a:pt x="284" y="9074"/>
                  </a:lnTo>
                  <a:lnTo>
                    <a:pt x="155" y="9229"/>
                  </a:lnTo>
                  <a:lnTo>
                    <a:pt x="78" y="9384"/>
                  </a:lnTo>
                  <a:lnTo>
                    <a:pt x="26" y="9565"/>
                  </a:lnTo>
                  <a:lnTo>
                    <a:pt x="0" y="9772"/>
                  </a:lnTo>
                  <a:lnTo>
                    <a:pt x="26" y="9953"/>
                  </a:lnTo>
                  <a:lnTo>
                    <a:pt x="78" y="10133"/>
                  </a:lnTo>
                  <a:lnTo>
                    <a:pt x="155" y="10289"/>
                  </a:lnTo>
                  <a:lnTo>
                    <a:pt x="284" y="10444"/>
                  </a:lnTo>
                  <a:lnTo>
                    <a:pt x="3826" y="14011"/>
                  </a:lnTo>
                  <a:lnTo>
                    <a:pt x="3981" y="14140"/>
                  </a:lnTo>
                  <a:lnTo>
                    <a:pt x="4162" y="14218"/>
                  </a:lnTo>
                  <a:lnTo>
                    <a:pt x="4343" y="14269"/>
                  </a:lnTo>
                  <a:lnTo>
                    <a:pt x="4524" y="14295"/>
                  </a:lnTo>
                  <a:lnTo>
                    <a:pt x="4705" y="14269"/>
                  </a:lnTo>
                  <a:lnTo>
                    <a:pt x="4886" y="14218"/>
                  </a:lnTo>
                  <a:lnTo>
                    <a:pt x="5067" y="14140"/>
                  </a:lnTo>
                  <a:lnTo>
                    <a:pt x="5222" y="14011"/>
                  </a:lnTo>
                  <a:lnTo>
                    <a:pt x="6669" y="12538"/>
                  </a:lnTo>
                  <a:lnTo>
                    <a:pt x="6850" y="12822"/>
                  </a:lnTo>
                  <a:lnTo>
                    <a:pt x="7083" y="13080"/>
                  </a:lnTo>
                  <a:lnTo>
                    <a:pt x="7290" y="13313"/>
                  </a:lnTo>
                  <a:lnTo>
                    <a:pt x="7548" y="13546"/>
                  </a:lnTo>
                  <a:lnTo>
                    <a:pt x="7807" y="13752"/>
                  </a:lnTo>
                  <a:lnTo>
                    <a:pt x="8091" y="13933"/>
                  </a:lnTo>
                  <a:lnTo>
                    <a:pt x="8376" y="14114"/>
                  </a:lnTo>
                  <a:lnTo>
                    <a:pt x="8686" y="14244"/>
                  </a:lnTo>
                  <a:lnTo>
                    <a:pt x="8763" y="14269"/>
                  </a:lnTo>
                  <a:lnTo>
                    <a:pt x="8841" y="14295"/>
                  </a:lnTo>
                  <a:lnTo>
                    <a:pt x="8944" y="14269"/>
                  </a:lnTo>
                  <a:lnTo>
                    <a:pt x="9022" y="14244"/>
                  </a:lnTo>
                  <a:lnTo>
                    <a:pt x="9332" y="14114"/>
                  </a:lnTo>
                  <a:lnTo>
                    <a:pt x="9616" y="13933"/>
                  </a:lnTo>
                  <a:lnTo>
                    <a:pt x="9901" y="13752"/>
                  </a:lnTo>
                  <a:lnTo>
                    <a:pt x="10159" y="13546"/>
                  </a:lnTo>
                  <a:lnTo>
                    <a:pt x="10392" y="13313"/>
                  </a:lnTo>
                  <a:lnTo>
                    <a:pt x="10625" y="13055"/>
                  </a:lnTo>
                  <a:lnTo>
                    <a:pt x="10831" y="12796"/>
                  </a:lnTo>
                  <a:lnTo>
                    <a:pt x="11038" y="12538"/>
                  </a:lnTo>
                  <a:lnTo>
                    <a:pt x="11193" y="12253"/>
                  </a:lnTo>
                  <a:lnTo>
                    <a:pt x="11348" y="11969"/>
                  </a:lnTo>
                  <a:lnTo>
                    <a:pt x="11478" y="11659"/>
                  </a:lnTo>
                  <a:lnTo>
                    <a:pt x="11581" y="11348"/>
                  </a:lnTo>
                  <a:lnTo>
                    <a:pt x="11659" y="11012"/>
                  </a:lnTo>
                  <a:lnTo>
                    <a:pt x="11736" y="10676"/>
                  </a:lnTo>
                  <a:lnTo>
                    <a:pt x="11762" y="10340"/>
                  </a:lnTo>
                  <a:lnTo>
                    <a:pt x="11788" y="10004"/>
                  </a:lnTo>
                  <a:lnTo>
                    <a:pt x="11788" y="8298"/>
                  </a:lnTo>
                  <a:lnTo>
                    <a:pt x="11762" y="8169"/>
                  </a:lnTo>
                  <a:lnTo>
                    <a:pt x="11710" y="8065"/>
                  </a:lnTo>
                  <a:lnTo>
                    <a:pt x="11633" y="7962"/>
                  </a:lnTo>
                  <a:lnTo>
                    <a:pt x="11529" y="7910"/>
                  </a:lnTo>
                  <a:lnTo>
                    <a:pt x="11374" y="7833"/>
                  </a:lnTo>
                  <a:lnTo>
                    <a:pt x="11736" y="7471"/>
                  </a:lnTo>
                  <a:lnTo>
                    <a:pt x="11788" y="7419"/>
                  </a:lnTo>
                  <a:lnTo>
                    <a:pt x="11839" y="7342"/>
                  </a:lnTo>
                  <a:lnTo>
                    <a:pt x="11865" y="7264"/>
                  </a:lnTo>
                  <a:lnTo>
                    <a:pt x="11865" y="7187"/>
                  </a:lnTo>
                  <a:lnTo>
                    <a:pt x="11865" y="7109"/>
                  </a:lnTo>
                  <a:lnTo>
                    <a:pt x="11839" y="7031"/>
                  </a:lnTo>
                  <a:lnTo>
                    <a:pt x="11788" y="6954"/>
                  </a:lnTo>
                  <a:lnTo>
                    <a:pt x="11736" y="6876"/>
                  </a:lnTo>
                  <a:lnTo>
                    <a:pt x="11633" y="6799"/>
                  </a:lnTo>
                  <a:lnTo>
                    <a:pt x="14166" y="4265"/>
                  </a:lnTo>
                  <a:lnTo>
                    <a:pt x="14218" y="4188"/>
                  </a:lnTo>
                  <a:lnTo>
                    <a:pt x="14269" y="4136"/>
                  </a:lnTo>
                  <a:lnTo>
                    <a:pt x="14295" y="4059"/>
                  </a:lnTo>
                  <a:lnTo>
                    <a:pt x="14295" y="3955"/>
                  </a:lnTo>
                  <a:lnTo>
                    <a:pt x="14295" y="3878"/>
                  </a:lnTo>
                  <a:lnTo>
                    <a:pt x="14269" y="3800"/>
                  </a:lnTo>
                  <a:lnTo>
                    <a:pt x="14218" y="3748"/>
                  </a:lnTo>
                  <a:lnTo>
                    <a:pt x="14166" y="3671"/>
                  </a:lnTo>
                  <a:lnTo>
                    <a:pt x="10625" y="129"/>
                  </a:lnTo>
                  <a:lnTo>
                    <a:pt x="10547" y="52"/>
                  </a:lnTo>
                  <a:lnTo>
                    <a:pt x="10469" y="26"/>
                  </a:lnTo>
                  <a:lnTo>
                    <a:pt x="103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9"/>
            <p:cNvSpPr/>
            <p:nvPr/>
          </p:nvSpPr>
          <p:spPr>
            <a:xfrm>
              <a:off x="473350" y="3368675"/>
              <a:ext cx="35575" cy="35550"/>
            </a:xfrm>
            <a:custGeom>
              <a:avLst/>
              <a:gdLst/>
              <a:ahLst/>
              <a:cxnLst/>
              <a:rect l="l" t="t" r="r" b="b"/>
              <a:pathLst>
                <a:path w="1423" h="1422" extrusionOk="0">
                  <a:moveTo>
                    <a:pt x="931" y="0"/>
                  </a:moveTo>
                  <a:lnTo>
                    <a:pt x="854" y="26"/>
                  </a:lnTo>
                  <a:lnTo>
                    <a:pt x="776" y="52"/>
                  </a:lnTo>
                  <a:lnTo>
                    <a:pt x="724" y="103"/>
                  </a:lnTo>
                  <a:lnTo>
                    <a:pt x="130" y="698"/>
                  </a:lnTo>
                  <a:lnTo>
                    <a:pt x="78" y="776"/>
                  </a:lnTo>
                  <a:lnTo>
                    <a:pt x="26" y="853"/>
                  </a:lnTo>
                  <a:lnTo>
                    <a:pt x="1" y="931"/>
                  </a:lnTo>
                  <a:lnTo>
                    <a:pt x="1" y="1008"/>
                  </a:lnTo>
                  <a:lnTo>
                    <a:pt x="1" y="1086"/>
                  </a:lnTo>
                  <a:lnTo>
                    <a:pt x="26" y="1163"/>
                  </a:lnTo>
                  <a:lnTo>
                    <a:pt x="78" y="1241"/>
                  </a:lnTo>
                  <a:lnTo>
                    <a:pt x="130" y="1293"/>
                  </a:lnTo>
                  <a:lnTo>
                    <a:pt x="181" y="1344"/>
                  </a:lnTo>
                  <a:lnTo>
                    <a:pt x="259" y="1396"/>
                  </a:lnTo>
                  <a:lnTo>
                    <a:pt x="337" y="1422"/>
                  </a:lnTo>
                  <a:lnTo>
                    <a:pt x="492" y="1422"/>
                  </a:lnTo>
                  <a:lnTo>
                    <a:pt x="569" y="1396"/>
                  </a:lnTo>
                  <a:lnTo>
                    <a:pt x="647" y="1344"/>
                  </a:lnTo>
                  <a:lnTo>
                    <a:pt x="724" y="1293"/>
                  </a:lnTo>
                  <a:lnTo>
                    <a:pt x="1293" y="698"/>
                  </a:lnTo>
                  <a:lnTo>
                    <a:pt x="1371" y="646"/>
                  </a:lnTo>
                  <a:lnTo>
                    <a:pt x="1396" y="569"/>
                  </a:lnTo>
                  <a:lnTo>
                    <a:pt x="1422" y="491"/>
                  </a:lnTo>
                  <a:lnTo>
                    <a:pt x="1422" y="414"/>
                  </a:lnTo>
                  <a:lnTo>
                    <a:pt x="1422" y="336"/>
                  </a:lnTo>
                  <a:lnTo>
                    <a:pt x="1396" y="259"/>
                  </a:lnTo>
                  <a:lnTo>
                    <a:pt x="1371" y="181"/>
                  </a:lnTo>
                  <a:lnTo>
                    <a:pt x="1293" y="103"/>
                  </a:lnTo>
                  <a:lnTo>
                    <a:pt x="1241" y="52"/>
                  </a:lnTo>
                  <a:lnTo>
                    <a:pt x="1164" y="26"/>
                  </a:lnTo>
                  <a:lnTo>
                    <a:pt x="10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9"/>
            <p:cNvSpPr/>
            <p:nvPr/>
          </p:nvSpPr>
          <p:spPr>
            <a:xfrm>
              <a:off x="503075" y="3397750"/>
              <a:ext cx="35575" cy="36200"/>
            </a:xfrm>
            <a:custGeom>
              <a:avLst/>
              <a:gdLst/>
              <a:ahLst/>
              <a:cxnLst/>
              <a:rect l="l" t="t" r="r" b="b"/>
              <a:pathLst>
                <a:path w="1423" h="1448" extrusionOk="0">
                  <a:moveTo>
                    <a:pt x="1009" y="0"/>
                  </a:moveTo>
                  <a:lnTo>
                    <a:pt x="931" y="26"/>
                  </a:lnTo>
                  <a:lnTo>
                    <a:pt x="854" y="52"/>
                  </a:lnTo>
                  <a:lnTo>
                    <a:pt x="776" y="78"/>
                  </a:lnTo>
                  <a:lnTo>
                    <a:pt x="699" y="130"/>
                  </a:lnTo>
                  <a:lnTo>
                    <a:pt x="104" y="724"/>
                  </a:lnTo>
                  <a:lnTo>
                    <a:pt x="52" y="802"/>
                  </a:lnTo>
                  <a:lnTo>
                    <a:pt x="27" y="853"/>
                  </a:lnTo>
                  <a:lnTo>
                    <a:pt x="1" y="931"/>
                  </a:lnTo>
                  <a:lnTo>
                    <a:pt x="1" y="1034"/>
                  </a:lnTo>
                  <a:lnTo>
                    <a:pt x="1" y="1112"/>
                  </a:lnTo>
                  <a:lnTo>
                    <a:pt x="27" y="1189"/>
                  </a:lnTo>
                  <a:lnTo>
                    <a:pt x="52" y="1241"/>
                  </a:lnTo>
                  <a:lnTo>
                    <a:pt x="104" y="1319"/>
                  </a:lnTo>
                  <a:lnTo>
                    <a:pt x="182" y="1370"/>
                  </a:lnTo>
                  <a:lnTo>
                    <a:pt x="259" y="1422"/>
                  </a:lnTo>
                  <a:lnTo>
                    <a:pt x="337" y="1422"/>
                  </a:lnTo>
                  <a:lnTo>
                    <a:pt x="414" y="1448"/>
                  </a:lnTo>
                  <a:lnTo>
                    <a:pt x="492" y="1422"/>
                  </a:lnTo>
                  <a:lnTo>
                    <a:pt x="569" y="1422"/>
                  </a:lnTo>
                  <a:lnTo>
                    <a:pt x="647" y="1370"/>
                  </a:lnTo>
                  <a:lnTo>
                    <a:pt x="699" y="1319"/>
                  </a:lnTo>
                  <a:lnTo>
                    <a:pt x="1293" y="724"/>
                  </a:lnTo>
                  <a:lnTo>
                    <a:pt x="1345" y="672"/>
                  </a:lnTo>
                  <a:lnTo>
                    <a:pt x="1397" y="595"/>
                  </a:lnTo>
                  <a:lnTo>
                    <a:pt x="1422" y="517"/>
                  </a:lnTo>
                  <a:lnTo>
                    <a:pt x="1422" y="440"/>
                  </a:lnTo>
                  <a:lnTo>
                    <a:pt x="1422" y="362"/>
                  </a:lnTo>
                  <a:lnTo>
                    <a:pt x="1397" y="285"/>
                  </a:lnTo>
                  <a:lnTo>
                    <a:pt x="1345" y="207"/>
                  </a:lnTo>
                  <a:lnTo>
                    <a:pt x="1293" y="130"/>
                  </a:lnTo>
                  <a:lnTo>
                    <a:pt x="1241" y="78"/>
                  </a:lnTo>
                  <a:lnTo>
                    <a:pt x="1164" y="52"/>
                  </a:lnTo>
                  <a:lnTo>
                    <a:pt x="1086" y="26"/>
                  </a:lnTo>
                  <a:lnTo>
                    <a:pt x="100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9"/>
            <p:cNvSpPr/>
            <p:nvPr/>
          </p:nvSpPr>
          <p:spPr>
            <a:xfrm>
              <a:off x="426825" y="3556725"/>
              <a:ext cx="65300" cy="50425"/>
            </a:xfrm>
            <a:custGeom>
              <a:avLst/>
              <a:gdLst/>
              <a:ahLst/>
              <a:cxnLst/>
              <a:rect l="l" t="t" r="r" b="b"/>
              <a:pathLst>
                <a:path w="2612" h="2017" extrusionOk="0">
                  <a:moveTo>
                    <a:pt x="2094" y="0"/>
                  </a:moveTo>
                  <a:lnTo>
                    <a:pt x="2017" y="26"/>
                  </a:lnTo>
                  <a:lnTo>
                    <a:pt x="1965" y="52"/>
                  </a:lnTo>
                  <a:lnTo>
                    <a:pt x="1887" y="104"/>
                  </a:lnTo>
                  <a:lnTo>
                    <a:pt x="1008" y="1009"/>
                  </a:lnTo>
                  <a:lnTo>
                    <a:pt x="698" y="698"/>
                  </a:lnTo>
                  <a:lnTo>
                    <a:pt x="647" y="647"/>
                  </a:lnTo>
                  <a:lnTo>
                    <a:pt x="569" y="621"/>
                  </a:lnTo>
                  <a:lnTo>
                    <a:pt x="491" y="595"/>
                  </a:lnTo>
                  <a:lnTo>
                    <a:pt x="336" y="595"/>
                  </a:lnTo>
                  <a:lnTo>
                    <a:pt x="259" y="621"/>
                  </a:lnTo>
                  <a:lnTo>
                    <a:pt x="181" y="647"/>
                  </a:lnTo>
                  <a:lnTo>
                    <a:pt x="104" y="698"/>
                  </a:lnTo>
                  <a:lnTo>
                    <a:pt x="52" y="776"/>
                  </a:lnTo>
                  <a:lnTo>
                    <a:pt x="26" y="853"/>
                  </a:lnTo>
                  <a:lnTo>
                    <a:pt x="0" y="931"/>
                  </a:lnTo>
                  <a:lnTo>
                    <a:pt x="0" y="1009"/>
                  </a:lnTo>
                  <a:lnTo>
                    <a:pt x="0" y="1086"/>
                  </a:lnTo>
                  <a:lnTo>
                    <a:pt x="26" y="1164"/>
                  </a:lnTo>
                  <a:lnTo>
                    <a:pt x="52" y="1241"/>
                  </a:lnTo>
                  <a:lnTo>
                    <a:pt x="104" y="1293"/>
                  </a:lnTo>
                  <a:lnTo>
                    <a:pt x="698" y="1887"/>
                  </a:lnTo>
                  <a:lnTo>
                    <a:pt x="776" y="1939"/>
                  </a:lnTo>
                  <a:lnTo>
                    <a:pt x="853" y="1991"/>
                  </a:lnTo>
                  <a:lnTo>
                    <a:pt x="931" y="2017"/>
                  </a:lnTo>
                  <a:lnTo>
                    <a:pt x="1086" y="2017"/>
                  </a:lnTo>
                  <a:lnTo>
                    <a:pt x="1164" y="1991"/>
                  </a:lnTo>
                  <a:lnTo>
                    <a:pt x="1241" y="1939"/>
                  </a:lnTo>
                  <a:lnTo>
                    <a:pt x="1293" y="1887"/>
                  </a:lnTo>
                  <a:lnTo>
                    <a:pt x="2482" y="698"/>
                  </a:lnTo>
                  <a:lnTo>
                    <a:pt x="2534" y="647"/>
                  </a:lnTo>
                  <a:lnTo>
                    <a:pt x="2585" y="569"/>
                  </a:lnTo>
                  <a:lnTo>
                    <a:pt x="2585" y="492"/>
                  </a:lnTo>
                  <a:lnTo>
                    <a:pt x="2611" y="414"/>
                  </a:lnTo>
                  <a:lnTo>
                    <a:pt x="2585" y="336"/>
                  </a:lnTo>
                  <a:lnTo>
                    <a:pt x="2585" y="259"/>
                  </a:lnTo>
                  <a:lnTo>
                    <a:pt x="2534" y="181"/>
                  </a:lnTo>
                  <a:lnTo>
                    <a:pt x="2482" y="104"/>
                  </a:lnTo>
                  <a:lnTo>
                    <a:pt x="2430" y="52"/>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 name="Google Shape;959;p59"/>
          <p:cNvGrpSpPr/>
          <p:nvPr/>
        </p:nvGrpSpPr>
        <p:grpSpPr>
          <a:xfrm>
            <a:off x="1548890" y="3449143"/>
            <a:ext cx="383454" cy="383454"/>
            <a:chOff x="992300" y="3311800"/>
            <a:chExt cx="357400" cy="357400"/>
          </a:xfrm>
        </p:grpSpPr>
        <p:sp>
          <p:nvSpPr>
            <p:cNvPr id="960" name="Google Shape;960;p59"/>
            <p:cNvSpPr/>
            <p:nvPr/>
          </p:nvSpPr>
          <p:spPr>
            <a:xfrm>
              <a:off x="1020725" y="3395150"/>
              <a:ext cx="62725" cy="63375"/>
            </a:xfrm>
            <a:custGeom>
              <a:avLst/>
              <a:gdLst/>
              <a:ahLst/>
              <a:cxnLst/>
              <a:rect l="l" t="t" r="r" b="b"/>
              <a:pathLst>
                <a:path w="2509" h="2535" extrusionOk="0">
                  <a:moveTo>
                    <a:pt x="414" y="1"/>
                  </a:moveTo>
                  <a:lnTo>
                    <a:pt x="337" y="27"/>
                  </a:lnTo>
                  <a:lnTo>
                    <a:pt x="259" y="53"/>
                  </a:lnTo>
                  <a:lnTo>
                    <a:pt x="182" y="78"/>
                  </a:lnTo>
                  <a:lnTo>
                    <a:pt x="130" y="130"/>
                  </a:lnTo>
                  <a:lnTo>
                    <a:pt x="78" y="208"/>
                  </a:lnTo>
                  <a:lnTo>
                    <a:pt x="27" y="259"/>
                  </a:lnTo>
                  <a:lnTo>
                    <a:pt x="1" y="337"/>
                  </a:lnTo>
                  <a:lnTo>
                    <a:pt x="1" y="440"/>
                  </a:lnTo>
                  <a:lnTo>
                    <a:pt x="1" y="2095"/>
                  </a:lnTo>
                  <a:lnTo>
                    <a:pt x="1" y="2198"/>
                  </a:lnTo>
                  <a:lnTo>
                    <a:pt x="27" y="2276"/>
                  </a:lnTo>
                  <a:lnTo>
                    <a:pt x="78" y="2327"/>
                  </a:lnTo>
                  <a:lnTo>
                    <a:pt x="130" y="2405"/>
                  </a:lnTo>
                  <a:lnTo>
                    <a:pt x="182" y="2457"/>
                  </a:lnTo>
                  <a:lnTo>
                    <a:pt x="259" y="2482"/>
                  </a:lnTo>
                  <a:lnTo>
                    <a:pt x="337" y="2508"/>
                  </a:lnTo>
                  <a:lnTo>
                    <a:pt x="414" y="2534"/>
                  </a:lnTo>
                  <a:lnTo>
                    <a:pt x="492" y="2508"/>
                  </a:lnTo>
                  <a:lnTo>
                    <a:pt x="570" y="2482"/>
                  </a:lnTo>
                  <a:lnTo>
                    <a:pt x="647" y="2457"/>
                  </a:lnTo>
                  <a:lnTo>
                    <a:pt x="725" y="2405"/>
                  </a:lnTo>
                  <a:lnTo>
                    <a:pt x="776" y="2327"/>
                  </a:lnTo>
                  <a:lnTo>
                    <a:pt x="802" y="2276"/>
                  </a:lnTo>
                  <a:lnTo>
                    <a:pt x="828" y="2198"/>
                  </a:lnTo>
                  <a:lnTo>
                    <a:pt x="828" y="2095"/>
                  </a:lnTo>
                  <a:lnTo>
                    <a:pt x="828" y="854"/>
                  </a:lnTo>
                  <a:lnTo>
                    <a:pt x="2095" y="854"/>
                  </a:lnTo>
                  <a:lnTo>
                    <a:pt x="2172" y="828"/>
                  </a:lnTo>
                  <a:lnTo>
                    <a:pt x="2250" y="828"/>
                  </a:lnTo>
                  <a:lnTo>
                    <a:pt x="2327" y="776"/>
                  </a:lnTo>
                  <a:lnTo>
                    <a:pt x="2379" y="725"/>
                  </a:lnTo>
                  <a:lnTo>
                    <a:pt x="2431" y="673"/>
                  </a:lnTo>
                  <a:lnTo>
                    <a:pt x="2482" y="595"/>
                  </a:lnTo>
                  <a:lnTo>
                    <a:pt x="2508" y="518"/>
                  </a:lnTo>
                  <a:lnTo>
                    <a:pt x="2508" y="440"/>
                  </a:lnTo>
                  <a:lnTo>
                    <a:pt x="2508" y="337"/>
                  </a:lnTo>
                  <a:lnTo>
                    <a:pt x="2482" y="259"/>
                  </a:lnTo>
                  <a:lnTo>
                    <a:pt x="2431" y="208"/>
                  </a:lnTo>
                  <a:lnTo>
                    <a:pt x="2379" y="130"/>
                  </a:lnTo>
                  <a:lnTo>
                    <a:pt x="2327" y="78"/>
                  </a:lnTo>
                  <a:lnTo>
                    <a:pt x="2250" y="53"/>
                  </a:lnTo>
                  <a:lnTo>
                    <a:pt x="2172" y="27"/>
                  </a:lnTo>
                  <a:lnTo>
                    <a:pt x="20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9"/>
            <p:cNvSpPr/>
            <p:nvPr/>
          </p:nvSpPr>
          <p:spPr>
            <a:xfrm>
              <a:off x="1257900" y="3395150"/>
              <a:ext cx="62725" cy="63375"/>
            </a:xfrm>
            <a:custGeom>
              <a:avLst/>
              <a:gdLst/>
              <a:ahLst/>
              <a:cxnLst/>
              <a:rect l="l" t="t" r="r" b="b"/>
              <a:pathLst>
                <a:path w="2509" h="2535" extrusionOk="0">
                  <a:moveTo>
                    <a:pt x="414" y="1"/>
                  </a:moveTo>
                  <a:lnTo>
                    <a:pt x="337" y="27"/>
                  </a:lnTo>
                  <a:lnTo>
                    <a:pt x="259" y="53"/>
                  </a:lnTo>
                  <a:lnTo>
                    <a:pt x="182" y="78"/>
                  </a:lnTo>
                  <a:lnTo>
                    <a:pt x="130" y="130"/>
                  </a:lnTo>
                  <a:lnTo>
                    <a:pt x="78" y="208"/>
                  </a:lnTo>
                  <a:lnTo>
                    <a:pt x="27" y="259"/>
                  </a:lnTo>
                  <a:lnTo>
                    <a:pt x="27" y="337"/>
                  </a:lnTo>
                  <a:lnTo>
                    <a:pt x="1" y="440"/>
                  </a:lnTo>
                  <a:lnTo>
                    <a:pt x="27" y="518"/>
                  </a:lnTo>
                  <a:lnTo>
                    <a:pt x="27" y="595"/>
                  </a:lnTo>
                  <a:lnTo>
                    <a:pt x="78" y="673"/>
                  </a:lnTo>
                  <a:lnTo>
                    <a:pt x="130" y="725"/>
                  </a:lnTo>
                  <a:lnTo>
                    <a:pt x="182" y="776"/>
                  </a:lnTo>
                  <a:lnTo>
                    <a:pt x="259" y="828"/>
                  </a:lnTo>
                  <a:lnTo>
                    <a:pt x="337" y="828"/>
                  </a:lnTo>
                  <a:lnTo>
                    <a:pt x="414" y="854"/>
                  </a:lnTo>
                  <a:lnTo>
                    <a:pt x="1681" y="854"/>
                  </a:lnTo>
                  <a:lnTo>
                    <a:pt x="1681" y="2095"/>
                  </a:lnTo>
                  <a:lnTo>
                    <a:pt x="1681" y="2198"/>
                  </a:lnTo>
                  <a:lnTo>
                    <a:pt x="1707" y="2276"/>
                  </a:lnTo>
                  <a:lnTo>
                    <a:pt x="1759" y="2327"/>
                  </a:lnTo>
                  <a:lnTo>
                    <a:pt x="1810" y="2405"/>
                  </a:lnTo>
                  <a:lnTo>
                    <a:pt x="1862" y="2457"/>
                  </a:lnTo>
                  <a:lnTo>
                    <a:pt x="1940" y="2482"/>
                  </a:lnTo>
                  <a:lnTo>
                    <a:pt x="2017" y="2508"/>
                  </a:lnTo>
                  <a:lnTo>
                    <a:pt x="2095" y="2534"/>
                  </a:lnTo>
                  <a:lnTo>
                    <a:pt x="2172" y="2508"/>
                  </a:lnTo>
                  <a:lnTo>
                    <a:pt x="2276" y="2482"/>
                  </a:lnTo>
                  <a:lnTo>
                    <a:pt x="2327" y="2457"/>
                  </a:lnTo>
                  <a:lnTo>
                    <a:pt x="2405" y="2405"/>
                  </a:lnTo>
                  <a:lnTo>
                    <a:pt x="2457" y="2327"/>
                  </a:lnTo>
                  <a:lnTo>
                    <a:pt x="2483" y="2276"/>
                  </a:lnTo>
                  <a:lnTo>
                    <a:pt x="2508" y="2198"/>
                  </a:lnTo>
                  <a:lnTo>
                    <a:pt x="2508" y="2095"/>
                  </a:lnTo>
                  <a:lnTo>
                    <a:pt x="2508" y="440"/>
                  </a:lnTo>
                  <a:lnTo>
                    <a:pt x="2508" y="337"/>
                  </a:lnTo>
                  <a:lnTo>
                    <a:pt x="2483" y="259"/>
                  </a:lnTo>
                  <a:lnTo>
                    <a:pt x="2457" y="208"/>
                  </a:lnTo>
                  <a:lnTo>
                    <a:pt x="2405" y="130"/>
                  </a:lnTo>
                  <a:lnTo>
                    <a:pt x="2327" y="78"/>
                  </a:lnTo>
                  <a:lnTo>
                    <a:pt x="2276" y="53"/>
                  </a:lnTo>
                  <a:lnTo>
                    <a:pt x="2172" y="27"/>
                  </a:lnTo>
                  <a:lnTo>
                    <a:pt x="20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9"/>
            <p:cNvSpPr/>
            <p:nvPr/>
          </p:nvSpPr>
          <p:spPr>
            <a:xfrm>
              <a:off x="1087300" y="3311800"/>
              <a:ext cx="167400" cy="160300"/>
            </a:xfrm>
            <a:custGeom>
              <a:avLst/>
              <a:gdLst/>
              <a:ahLst/>
              <a:cxnLst/>
              <a:rect l="l" t="t" r="r" b="b"/>
              <a:pathLst>
                <a:path w="6696" h="6412" extrusionOk="0">
                  <a:moveTo>
                    <a:pt x="3335" y="827"/>
                  </a:moveTo>
                  <a:lnTo>
                    <a:pt x="3490" y="853"/>
                  </a:lnTo>
                  <a:lnTo>
                    <a:pt x="3619" y="879"/>
                  </a:lnTo>
                  <a:lnTo>
                    <a:pt x="3723" y="957"/>
                  </a:lnTo>
                  <a:lnTo>
                    <a:pt x="3826" y="1034"/>
                  </a:lnTo>
                  <a:lnTo>
                    <a:pt x="3930" y="1138"/>
                  </a:lnTo>
                  <a:lnTo>
                    <a:pt x="3981" y="1267"/>
                  </a:lnTo>
                  <a:lnTo>
                    <a:pt x="4033" y="1396"/>
                  </a:lnTo>
                  <a:lnTo>
                    <a:pt x="4033" y="1525"/>
                  </a:lnTo>
                  <a:lnTo>
                    <a:pt x="4033" y="1680"/>
                  </a:lnTo>
                  <a:lnTo>
                    <a:pt x="2637" y="1680"/>
                  </a:lnTo>
                  <a:lnTo>
                    <a:pt x="2637" y="1525"/>
                  </a:lnTo>
                  <a:lnTo>
                    <a:pt x="2663" y="1396"/>
                  </a:lnTo>
                  <a:lnTo>
                    <a:pt x="2689" y="1267"/>
                  </a:lnTo>
                  <a:lnTo>
                    <a:pt x="2766" y="1138"/>
                  </a:lnTo>
                  <a:lnTo>
                    <a:pt x="2844" y="1034"/>
                  </a:lnTo>
                  <a:lnTo>
                    <a:pt x="2947" y="957"/>
                  </a:lnTo>
                  <a:lnTo>
                    <a:pt x="3077" y="879"/>
                  </a:lnTo>
                  <a:lnTo>
                    <a:pt x="3206" y="853"/>
                  </a:lnTo>
                  <a:lnTo>
                    <a:pt x="3335" y="827"/>
                  </a:lnTo>
                  <a:close/>
                  <a:moveTo>
                    <a:pt x="4498" y="2508"/>
                  </a:moveTo>
                  <a:lnTo>
                    <a:pt x="4550" y="2559"/>
                  </a:lnTo>
                  <a:lnTo>
                    <a:pt x="4576" y="2585"/>
                  </a:lnTo>
                  <a:lnTo>
                    <a:pt x="4602" y="2637"/>
                  </a:lnTo>
                  <a:lnTo>
                    <a:pt x="4602" y="4317"/>
                  </a:lnTo>
                  <a:lnTo>
                    <a:pt x="4576" y="4576"/>
                  </a:lnTo>
                  <a:lnTo>
                    <a:pt x="4498" y="4808"/>
                  </a:lnTo>
                  <a:lnTo>
                    <a:pt x="4369" y="5015"/>
                  </a:lnTo>
                  <a:lnTo>
                    <a:pt x="4240" y="5222"/>
                  </a:lnTo>
                  <a:lnTo>
                    <a:pt x="4033" y="5351"/>
                  </a:lnTo>
                  <a:lnTo>
                    <a:pt x="3826" y="5480"/>
                  </a:lnTo>
                  <a:lnTo>
                    <a:pt x="3594" y="5558"/>
                  </a:lnTo>
                  <a:lnTo>
                    <a:pt x="3335" y="5584"/>
                  </a:lnTo>
                  <a:lnTo>
                    <a:pt x="3077" y="5558"/>
                  </a:lnTo>
                  <a:lnTo>
                    <a:pt x="2844" y="5480"/>
                  </a:lnTo>
                  <a:lnTo>
                    <a:pt x="2637" y="5351"/>
                  </a:lnTo>
                  <a:lnTo>
                    <a:pt x="2456" y="5222"/>
                  </a:lnTo>
                  <a:lnTo>
                    <a:pt x="2301" y="5015"/>
                  </a:lnTo>
                  <a:lnTo>
                    <a:pt x="2172" y="4808"/>
                  </a:lnTo>
                  <a:lnTo>
                    <a:pt x="2120" y="4576"/>
                  </a:lnTo>
                  <a:lnTo>
                    <a:pt x="2094" y="4317"/>
                  </a:lnTo>
                  <a:lnTo>
                    <a:pt x="2094" y="2637"/>
                  </a:lnTo>
                  <a:lnTo>
                    <a:pt x="2094" y="2585"/>
                  </a:lnTo>
                  <a:lnTo>
                    <a:pt x="2120" y="2559"/>
                  </a:lnTo>
                  <a:lnTo>
                    <a:pt x="2172" y="2508"/>
                  </a:lnTo>
                  <a:close/>
                  <a:moveTo>
                    <a:pt x="3180" y="0"/>
                  </a:moveTo>
                  <a:lnTo>
                    <a:pt x="3025" y="26"/>
                  </a:lnTo>
                  <a:lnTo>
                    <a:pt x="2741" y="104"/>
                  </a:lnTo>
                  <a:lnTo>
                    <a:pt x="2482" y="259"/>
                  </a:lnTo>
                  <a:lnTo>
                    <a:pt x="2249" y="440"/>
                  </a:lnTo>
                  <a:lnTo>
                    <a:pt x="2068" y="672"/>
                  </a:lnTo>
                  <a:lnTo>
                    <a:pt x="1913" y="931"/>
                  </a:lnTo>
                  <a:lnTo>
                    <a:pt x="1836" y="1215"/>
                  </a:lnTo>
                  <a:lnTo>
                    <a:pt x="1810" y="1370"/>
                  </a:lnTo>
                  <a:lnTo>
                    <a:pt x="1810" y="1525"/>
                  </a:lnTo>
                  <a:lnTo>
                    <a:pt x="1810" y="1758"/>
                  </a:lnTo>
                  <a:lnTo>
                    <a:pt x="1603" y="1887"/>
                  </a:lnTo>
                  <a:lnTo>
                    <a:pt x="1448" y="2068"/>
                  </a:lnTo>
                  <a:lnTo>
                    <a:pt x="1319" y="2275"/>
                  </a:lnTo>
                  <a:lnTo>
                    <a:pt x="1293" y="2378"/>
                  </a:lnTo>
                  <a:lnTo>
                    <a:pt x="1267" y="2508"/>
                  </a:lnTo>
                  <a:lnTo>
                    <a:pt x="957" y="2508"/>
                  </a:lnTo>
                  <a:lnTo>
                    <a:pt x="776" y="2172"/>
                  </a:lnTo>
                  <a:lnTo>
                    <a:pt x="750" y="2120"/>
                  </a:lnTo>
                  <a:lnTo>
                    <a:pt x="672" y="2042"/>
                  </a:lnTo>
                  <a:lnTo>
                    <a:pt x="621" y="1991"/>
                  </a:lnTo>
                  <a:lnTo>
                    <a:pt x="543" y="1965"/>
                  </a:lnTo>
                  <a:lnTo>
                    <a:pt x="466" y="1965"/>
                  </a:lnTo>
                  <a:lnTo>
                    <a:pt x="388" y="1939"/>
                  </a:lnTo>
                  <a:lnTo>
                    <a:pt x="311" y="1965"/>
                  </a:lnTo>
                  <a:lnTo>
                    <a:pt x="233" y="1991"/>
                  </a:lnTo>
                  <a:lnTo>
                    <a:pt x="155" y="2042"/>
                  </a:lnTo>
                  <a:lnTo>
                    <a:pt x="78" y="2094"/>
                  </a:lnTo>
                  <a:lnTo>
                    <a:pt x="52" y="2172"/>
                  </a:lnTo>
                  <a:lnTo>
                    <a:pt x="0" y="2223"/>
                  </a:lnTo>
                  <a:lnTo>
                    <a:pt x="0" y="2327"/>
                  </a:lnTo>
                  <a:lnTo>
                    <a:pt x="0" y="2404"/>
                  </a:lnTo>
                  <a:lnTo>
                    <a:pt x="0" y="2482"/>
                  </a:lnTo>
                  <a:lnTo>
                    <a:pt x="26" y="2559"/>
                  </a:lnTo>
                  <a:lnTo>
                    <a:pt x="311" y="3102"/>
                  </a:lnTo>
                  <a:lnTo>
                    <a:pt x="388" y="3206"/>
                  </a:lnTo>
                  <a:lnTo>
                    <a:pt x="466" y="3283"/>
                  </a:lnTo>
                  <a:lnTo>
                    <a:pt x="569" y="3335"/>
                  </a:lnTo>
                  <a:lnTo>
                    <a:pt x="1241" y="3335"/>
                  </a:lnTo>
                  <a:lnTo>
                    <a:pt x="1241" y="4188"/>
                  </a:lnTo>
                  <a:lnTo>
                    <a:pt x="569" y="4188"/>
                  </a:lnTo>
                  <a:lnTo>
                    <a:pt x="466" y="4240"/>
                  </a:lnTo>
                  <a:lnTo>
                    <a:pt x="388" y="4317"/>
                  </a:lnTo>
                  <a:lnTo>
                    <a:pt x="311" y="4421"/>
                  </a:lnTo>
                  <a:lnTo>
                    <a:pt x="26" y="4963"/>
                  </a:lnTo>
                  <a:lnTo>
                    <a:pt x="0" y="5041"/>
                  </a:lnTo>
                  <a:lnTo>
                    <a:pt x="0" y="5144"/>
                  </a:lnTo>
                  <a:lnTo>
                    <a:pt x="0" y="5222"/>
                  </a:lnTo>
                  <a:lnTo>
                    <a:pt x="0" y="5299"/>
                  </a:lnTo>
                  <a:lnTo>
                    <a:pt x="52" y="5377"/>
                  </a:lnTo>
                  <a:lnTo>
                    <a:pt x="78" y="5429"/>
                  </a:lnTo>
                  <a:lnTo>
                    <a:pt x="155" y="5480"/>
                  </a:lnTo>
                  <a:lnTo>
                    <a:pt x="233" y="5532"/>
                  </a:lnTo>
                  <a:lnTo>
                    <a:pt x="311" y="5558"/>
                  </a:lnTo>
                  <a:lnTo>
                    <a:pt x="388" y="5584"/>
                  </a:lnTo>
                  <a:lnTo>
                    <a:pt x="466" y="5584"/>
                  </a:lnTo>
                  <a:lnTo>
                    <a:pt x="543" y="5558"/>
                  </a:lnTo>
                  <a:lnTo>
                    <a:pt x="621" y="5532"/>
                  </a:lnTo>
                  <a:lnTo>
                    <a:pt x="672" y="5480"/>
                  </a:lnTo>
                  <a:lnTo>
                    <a:pt x="750" y="5429"/>
                  </a:lnTo>
                  <a:lnTo>
                    <a:pt x="776" y="5351"/>
                  </a:lnTo>
                  <a:lnTo>
                    <a:pt x="957" y="5015"/>
                  </a:lnTo>
                  <a:lnTo>
                    <a:pt x="1370" y="5015"/>
                  </a:lnTo>
                  <a:lnTo>
                    <a:pt x="1500" y="5325"/>
                  </a:lnTo>
                  <a:lnTo>
                    <a:pt x="1681" y="5584"/>
                  </a:lnTo>
                  <a:lnTo>
                    <a:pt x="1887" y="5816"/>
                  </a:lnTo>
                  <a:lnTo>
                    <a:pt x="2120" y="6023"/>
                  </a:lnTo>
                  <a:lnTo>
                    <a:pt x="2404" y="6178"/>
                  </a:lnTo>
                  <a:lnTo>
                    <a:pt x="2689" y="6308"/>
                  </a:lnTo>
                  <a:lnTo>
                    <a:pt x="2999" y="6385"/>
                  </a:lnTo>
                  <a:lnTo>
                    <a:pt x="3335" y="6411"/>
                  </a:lnTo>
                  <a:lnTo>
                    <a:pt x="3671" y="6385"/>
                  </a:lnTo>
                  <a:lnTo>
                    <a:pt x="3981" y="6308"/>
                  </a:lnTo>
                  <a:lnTo>
                    <a:pt x="4292" y="6178"/>
                  </a:lnTo>
                  <a:lnTo>
                    <a:pt x="4550" y="6023"/>
                  </a:lnTo>
                  <a:lnTo>
                    <a:pt x="4809" y="5816"/>
                  </a:lnTo>
                  <a:lnTo>
                    <a:pt x="5015" y="5584"/>
                  </a:lnTo>
                  <a:lnTo>
                    <a:pt x="5196" y="5325"/>
                  </a:lnTo>
                  <a:lnTo>
                    <a:pt x="5326" y="5015"/>
                  </a:lnTo>
                  <a:lnTo>
                    <a:pt x="5739" y="5015"/>
                  </a:lnTo>
                  <a:lnTo>
                    <a:pt x="5894" y="5351"/>
                  </a:lnTo>
                  <a:lnTo>
                    <a:pt x="5946" y="5429"/>
                  </a:lnTo>
                  <a:lnTo>
                    <a:pt x="5998" y="5480"/>
                  </a:lnTo>
                  <a:lnTo>
                    <a:pt x="6075" y="5532"/>
                  </a:lnTo>
                  <a:lnTo>
                    <a:pt x="6127" y="5558"/>
                  </a:lnTo>
                  <a:lnTo>
                    <a:pt x="6230" y="5584"/>
                  </a:lnTo>
                  <a:lnTo>
                    <a:pt x="6308" y="5584"/>
                  </a:lnTo>
                  <a:lnTo>
                    <a:pt x="6385" y="5558"/>
                  </a:lnTo>
                  <a:lnTo>
                    <a:pt x="6463" y="5532"/>
                  </a:lnTo>
                  <a:lnTo>
                    <a:pt x="6541" y="5480"/>
                  </a:lnTo>
                  <a:lnTo>
                    <a:pt x="6592" y="5429"/>
                  </a:lnTo>
                  <a:lnTo>
                    <a:pt x="6644" y="5377"/>
                  </a:lnTo>
                  <a:lnTo>
                    <a:pt x="6670" y="5299"/>
                  </a:lnTo>
                  <a:lnTo>
                    <a:pt x="6696" y="5222"/>
                  </a:lnTo>
                  <a:lnTo>
                    <a:pt x="6696" y="5144"/>
                  </a:lnTo>
                  <a:lnTo>
                    <a:pt x="6670" y="5041"/>
                  </a:lnTo>
                  <a:lnTo>
                    <a:pt x="6644" y="4963"/>
                  </a:lnTo>
                  <a:lnTo>
                    <a:pt x="6360" y="4421"/>
                  </a:lnTo>
                  <a:lnTo>
                    <a:pt x="6308" y="4317"/>
                  </a:lnTo>
                  <a:lnTo>
                    <a:pt x="6204" y="4240"/>
                  </a:lnTo>
                  <a:lnTo>
                    <a:pt x="6101" y="4188"/>
                  </a:lnTo>
                  <a:lnTo>
                    <a:pt x="5429" y="4188"/>
                  </a:lnTo>
                  <a:lnTo>
                    <a:pt x="5429" y="3335"/>
                  </a:lnTo>
                  <a:lnTo>
                    <a:pt x="6101" y="3335"/>
                  </a:lnTo>
                  <a:lnTo>
                    <a:pt x="6204" y="3283"/>
                  </a:lnTo>
                  <a:lnTo>
                    <a:pt x="6308" y="3206"/>
                  </a:lnTo>
                  <a:lnTo>
                    <a:pt x="6360" y="3102"/>
                  </a:lnTo>
                  <a:lnTo>
                    <a:pt x="6644" y="2559"/>
                  </a:lnTo>
                  <a:lnTo>
                    <a:pt x="6670" y="2482"/>
                  </a:lnTo>
                  <a:lnTo>
                    <a:pt x="6696" y="2404"/>
                  </a:lnTo>
                  <a:lnTo>
                    <a:pt x="6696" y="2327"/>
                  </a:lnTo>
                  <a:lnTo>
                    <a:pt x="6670" y="2223"/>
                  </a:lnTo>
                  <a:lnTo>
                    <a:pt x="6644" y="2172"/>
                  </a:lnTo>
                  <a:lnTo>
                    <a:pt x="6592" y="2094"/>
                  </a:lnTo>
                  <a:lnTo>
                    <a:pt x="6541" y="2042"/>
                  </a:lnTo>
                  <a:lnTo>
                    <a:pt x="6463" y="1991"/>
                  </a:lnTo>
                  <a:lnTo>
                    <a:pt x="6385" y="1965"/>
                  </a:lnTo>
                  <a:lnTo>
                    <a:pt x="6308" y="1939"/>
                  </a:lnTo>
                  <a:lnTo>
                    <a:pt x="6230" y="1965"/>
                  </a:lnTo>
                  <a:lnTo>
                    <a:pt x="6127" y="1965"/>
                  </a:lnTo>
                  <a:lnTo>
                    <a:pt x="6075" y="1991"/>
                  </a:lnTo>
                  <a:lnTo>
                    <a:pt x="5998" y="2042"/>
                  </a:lnTo>
                  <a:lnTo>
                    <a:pt x="5946" y="2120"/>
                  </a:lnTo>
                  <a:lnTo>
                    <a:pt x="5894" y="2172"/>
                  </a:lnTo>
                  <a:lnTo>
                    <a:pt x="5739" y="2508"/>
                  </a:lnTo>
                  <a:lnTo>
                    <a:pt x="5429" y="2508"/>
                  </a:lnTo>
                  <a:lnTo>
                    <a:pt x="5403" y="2378"/>
                  </a:lnTo>
                  <a:lnTo>
                    <a:pt x="5351" y="2275"/>
                  </a:lnTo>
                  <a:lnTo>
                    <a:pt x="5248" y="2068"/>
                  </a:lnTo>
                  <a:lnTo>
                    <a:pt x="5067" y="1887"/>
                  </a:lnTo>
                  <a:lnTo>
                    <a:pt x="4886" y="1758"/>
                  </a:lnTo>
                  <a:lnTo>
                    <a:pt x="4886" y="1525"/>
                  </a:lnTo>
                  <a:lnTo>
                    <a:pt x="4860" y="1370"/>
                  </a:lnTo>
                  <a:lnTo>
                    <a:pt x="4834" y="1215"/>
                  </a:lnTo>
                  <a:lnTo>
                    <a:pt x="4757" y="931"/>
                  </a:lnTo>
                  <a:lnTo>
                    <a:pt x="4602" y="672"/>
                  </a:lnTo>
                  <a:lnTo>
                    <a:pt x="4421" y="440"/>
                  </a:lnTo>
                  <a:lnTo>
                    <a:pt x="4188" y="259"/>
                  </a:lnTo>
                  <a:lnTo>
                    <a:pt x="3930" y="104"/>
                  </a:lnTo>
                  <a:lnTo>
                    <a:pt x="3645" y="26"/>
                  </a:lnTo>
                  <a:lnTo>
                    <a:pt x="349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9"/>
            <p:cNvSpPr/>
            <p:nvPr/>
          </p:nvSpPr>
          <p:spPr>
            <a:xfrm>
              <a:off x="992300" y="3494675"/>
              <a:ext cx="160300" cy="174525"/>
            </a:xfrm>
            <a:custGeom>
              <a:avLst/>
              <a:gdLst/>
              <a:ahLst/>
              <a:cxnLst/>
              <a:rect l="l" t="t" r="r" b="b"/>
              <a:pathLst>
                <a:path w="6412" h="6981" extrusionOk="0">
                  <a:moveTo>
                    <a:pt x="5429" y="828"/>
                  </a:moveTo>
                  <a:lnTo>
                    <a:pt x="5481" y="854"/>
                  </a:lnTo>
                  <a:lnTo>
                    <a:pt x="5532" y="880"/>
                  </a:lnTo>
                  <a:lnTo>
                    <a:pt x="5558" y="906"/>
                  </a:lnTo>
                  <a:lnTo>
                    <a:pt x="5584" y="983"/>
                  </a:lnTo>
                  <a:lnTo>
                    <a:pt x="5584" y="3077"/>
                  </a:lnTo>
                  <a:lnTo>
                    <a:pt x="828" y="3077"/>
                  </a:lnTo>
                  <a:lnTo>
                    <a:pt x="828" y="983"/>
                  </a:lnTo>
                  <a:lnTo>
                    <a:pt x="853" y="906"/>
                  </a:lnTo>
                  <a:lnTo>
                    <a:pt x="879" y="880"/>
                  </a:lnTo>
                  <a:lnTo>
                    <a:pt x="905" y="854"/>
                  </a:lnTo>
                  <a:lnTo>
                    <a:pt x="983" y="828"/>
                  </a:lnTo>
                  <a:close/>
                  <a:moveTo>
                    <a:pt x="5584" y="3904"/>
                  </a:moveTo>
                  <a:lnTo>
                    <a:pt x="5584" y="4318"/>
                  </a:lnTo>
                  <a:lnTo>
                    <a:pt x="5558" y="4369"/>
                  </a:lnTo>
                  <a:lnTo>
                    <a:pt x="5532" y="4421"/>
                  </a:lnTo>
                  <a:lnTo>
                    <a:pt x="5481" y="4447"/>
                  </a:lnTo>
                  <a:lnTo>
                    <a:pt x="5429" y="4473"/>
                  </a:lnTo>
                  <a:lnTo>
                    <a:pt x="983" y="4473"/>
                  </a:lnTo>
                  <a:lnTo>
                    <a:pt x="905" y="4447"/>
                  </a:lnTo>
                  <a:lnTo>
                    <a:pt x="879" y="4421"/>
                  </a:lnTo>
                  <a:lnTo>
                    <a:pt x="853" y="4369"/>
                  </a:lnTo>
                  <a:lnTo>
                    <a:pt x="828" y="4318"/>
                  </a:lnTo>
                  <a:lnTo>
                    <a:pt x="828" y="3904"/>
                  </a:lnTo>
                  <a:close/>
                  <a:moveTo>
                    <a:pt x="3619" y="5300"/>
                  </a:moveTo>
                  <a:lnTo>
                    <a:pt x="3619" y="6127"/>
                  </a:lnTo>
                  <a:lnTo>
                    <a:pt x="2792" y="6127"/>
                  </a:lnTo>
                  <a:lnTo>
                    <a:pt x="2792" y="5300"/>
                  </a:lnTo>
                  <a:close/>
                  <a:moveTo>
                    <a:pt x="983" y="1"/>
                  </a:moveTo>
                  <a:lnTo>
                    <a:pt x="776" y="27"/>
                  </a:lnTo>
                  <a:lnTo>
                    <a:pt x="595" y="78"/>
                  </a:lnTo>
                  <a:lnTo>
                    <a:pt x="414" y="156"/>
                  </a:lnTo>
                  <a:lnTo>
                    <a:pt x="285" y="285"/>
                  </a:lnTo>
                  <a:lnTo>
                    <a:pt x="155" y="414"/>
                  </a:lnTo>
                  <a:lnTo>
                    <a:pt x="78" y="595"/>
                  </a:lnTo>
                  <a:lnTo>
                    <a:pt x="0" y="776"/>
                  </a:lnTo>
                  <a:lnTo>
                    <a:pt x="0" y="983"/>
                  </a:lnTo>
                  <a:lnTo>
                    <a:pt x="0" y="4318"/>
                  </a:lnTo>
                  <a:lnTo>
                    <a:pt x="0" y="4525"/>
                  </a:lnTo>
                  <a:lnTo>
                    <a:pt x="78" y="4706"/>
                  </a:lnTo>
                  <a:lnTo>
                    <a:pt x="155" y="4861"/>
                  </a:lnTo>
                  <a:lnTo>
                    <a:pt x="285" y="5016"/>
                  </a:lnTo>
                  <a:lnTo>
                    <a:pt x="414" y="5145"/>
                  </a:lnTo>
                  <a:lnTo>
                    <a:pt x="595" y="5223"/>
                  </a:lnTo>
                  <a:lnTo>
                    <a:pt x="776" y="5274"/>
                  </a:lnTo>
                  <a:lnTo>
                    <a:pt x="983" y="5300"/>
                  </a:lnTo>
                  <a:lnTo>
                    <a:pt x="1939" y="5300"/>
                  </a:lnTo>
                  <a:lnTo>
                    <a:pt x="1939" y="6127"/>
                  </a:lnTo>
                  <a:lnTo>
                    <a:pt x="1810" y="6127"/>
                  </a:lnTo>
                  <a:lnTo>
                    <a:pt x="1732" y="6153"/>
                  </a:lnTo>
                  <a:lnTo>
                    <a:pt x="1655" y="6179"/>
                  </a:lnTo>
                  <a:lnTo>
                    <a:pt x="1577" y="6205"/>
                  </a:lnTo>
                  <a:lnTo>
                    <a:pt x="1500" y="6257"/>
                  </a:lnTo>
                  <a:lnTo>
                    <a:pt x="1448" y="6334"/>
                  </a:lnTo>
                  <a:lnTo>
                    <a:pt x="1422" y="6386"/>
                  </a:lnTo>
                  <a:lnTo>
                    <a:pt x="1396" y="6463"/>
                  </a:lnTo>
                  <a:lnTo>
                    <a:pt x="1396" y="6567"/>
                  </a:lnTo>
                  <a:lnTo>
                    <a:pt x="1396" y="6644"/>
                  </a:lnTo>
                  <a:lnTo>
                    <a:pt x="1422" y="6722"/>
                  </a:lnTo>
                  <a:lnTo>
                    <a:pt x="1448" y="6799"/>
                  </a:lnTo>
                  <a:lnTo>
                    <a:pt x="1500" y="6851"/>
                  </a:lnTo>
                  <a:lnTo>
                    <a:pt x="1577" y="6903"/>
                  </a:lnTo>
                  <a:lnTo>
                    <a:pt x="1655" y="6954"/>
                  </a:lnTo>
                  <a:lnTo>
                    <a:pt x="1732" y="6954"/>
                  </a:lnTo>
                  <a:lnTo>
                    <a:pt x="1810" y="6980"/>
                  </a:lnTo>
                  <a:lnTo>
                    <a:pt x="4602" y="6980"/>
                  </a:lnTo>
                  <a:lnTo>
                    <a:pt x="4679" y="6954"/>
                  </a:lnTo>
                  <a:lnTo>
                    <a:pt x="4757" y="6954"/>
                  </a:lnTo>
                  <a:lnTo>
                    <a:pt x="4834" y="6903"/>
                  </a:lnTo>
                  <a:lnTo>
                    <a:pt x="4886" y="6851"/>
                  </a:lnTo>
                  <a:lnTo>
                    <a:pt x="4938" y="6799"/>
                  </a:lnTo>
                  <a:lnTo>
                    <a:pt x="4990" y="6722"/>
                  </a:lnTo>
                  <a:lnTo>
                    <a:pt x="5015" y="6644"/>
                  </a:lnTo>
                  <a:lnTo>
                    <a:pt x="5015" y="6567"/>
                  </a:lnTo>
                  <a:lnTo>
                    <a:pt x="5015" y="6463"/>
                  </a:lnTo>
                  <a:lnTo>
                    <a:pt x="4990" y="6386"/>
                  </a:lnTo>
                  <a:lnTo>
                    <a:pt x="4938" y="6334"/>
                  </a:lnTo>
                  <a:lnTo>
                    <a:pt x="4886" y="6257"/>
                  </a:lnTo>
                  <a:lnTo>
                    <a:pt x="4834" y="6205"/>
                  </a:lnTo>
                  <a:lnTo>
                    <a:pt x="4757" y="6179"/>
                  </a:lnTo>
                  <a:lnTo>
                    <a:pt x="4679" y="6153"/>
                  </a:lnTo>
                  <a:lnTo>
                    <a:pt x="4602" y="6127"/>
                  </a:lnTo>
                  <a:lnTo>
                    <a:pt x="4472" y="6127"/>
                  </a:lnTo>
                  <a:lnTo>
                    <a:pt x="4472" y="5300"/>
                  </a:lnTo>
                  <a:lnTo>
                    <a:pt x="5429" y="5300"/>
                  </a:lnTo>
                  <a:lnTo>
                    <a:pt x="5636" y="5274"/>
                  </a:lnTo>
                  <a:lnTo>
                    <a:pt x="5817" y="5223"/>
                  </a:lnTo>
                  <a:lnTo>
                    <a:pt x="5972" y="5145"/>
                  </a:lnTo>
                  <a:lnTo>
                    <a:pt x="6127" y="5016"/>
                  </a:lnTo>
                  <a:lnTo>
                    <a:pt x="6256" y="4861"/>
                  </a:lnTo>
                  <a:lnTo>
                    <a:pt x="6334" y="4706"/>
                  </a:lnTo>
                  <a:lnTo>
                    <a:pt x="6385" y="4525"/>
                  </a:lnTo>
                  <a:lnTo>
                    <a:pt x="6411" y="4318"/>
                  </a:lnTo>
                  <a:lnTo>
                    <a:pt x="6411" y="983"/>
                  </a:lnTo>
                  <a:lnTo>
                    <a:pt x="6385" y="776"/>
                  </a:lnTo>
                  <a:lnTo>
                    <a:pt x="6334" y="595"/>
                  </a:lnTo>
                  <a:lnTo>
                    <a:pt x="6256" y="414"/>
                  </a:lnTo>
                  <a:lnTo>
                    <a:pt x="6127" y="285"/>
                  </a:lnTo>
                  <a:lnTo>
                    <a:pt x="5972" y="156"/>
                  </a:lnTo>
                  <a:lnTo>
                    <a:pt x="5817" y="78"/>
                  </a:lnTo>
                  <a:lnTo>
                    <a:pt x="5636" y="27"/>
                  </a:lnTo>
                  <a:lnTo>
                    <a:pt x="5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9"/>
            <p:cNvSpPr/>
            <p:nvPr/>
          </p:nvSpPr>
          <p:spPr>
            <a:xfrm>
              <a:off x="1188750" y="3494675"/>
              <a:ext cx="160950" cy="174525"/>
            </a:xfrm>
            <a:custGeom>
              <a:avLst/>
              <a:gdLst/>
              <a:ahLst/>
              <a:cxnLst/>
              <a:rect l="l" t="t" r="r" b="b"/>
              <a:pathLst>
                <a:path w="6438" h="6981" extrusionOk="0">
                  <a:moveTo>
                    <a:pt x="5455" y="828"/>
                  </a:moveTo>
                  <a:lnTo>
                    <a:pt x="5507" y="854"/>
                  </a:lnTo>
                  <a:lnTo>
                    <a:pt x="5559" y="880"/>
                  </a:lnTo>
                  <a:lnTo>
                    <a:pt x="5585" y="906"/>
                  </a:lnTo>
                  <a:lnTo>
                    <a:pt x="5585" y="983"/>
                  </a:lnTo>
                  <a:lnTo>
                    <a:pt x="5585" y="3077"/>
                  </a:lnTo>
                  <a:lnTo>
                    <a:pt x="854" y="3077"/>
                  </a:lnTo>
                  <a:lnTo>
                    <a:pt x="854" y="983"/>
                  </a:lnTo>
                  <a:lnTo>
                    <a:pt x="854" y="906"/>
                  </a:lnTo>
                  <a:lnTo>
                    <a:pt x="880" y="880"/>
                  </a:lnTo>
                  <a:lnTo>
                    <a:pt x="932" y="854"/>
                  </a:lnTo>
                  <a:lnTo>
                    <a:pt x="983" y="828"/>
                  </a:lnTo>
                  <a:close/>
                  <a:moveTo>
                    <a:pt x="5585" y="3904"/>
                  </a:moveTo>
                  <a:lnTo>
                    <a:pt x="5585" y="4318"/>
                  </a:lnTo>
                  <a:lnTo>
                    <a:pt x="5585" y="4369"/>
                  </a:lnTo>
                  <a:lnTo>
                    <a:pt x="5559" y="4421"/>
                  </a:lnTo>
                  <a:lnTo>
                    <a:pt x="5507" y="4447"/>
                  </a:lnTo>
                  <a:lnTo>
                    <a:pt x="5455" y="4473"/>
                  </a:lnTo>
                  <a:lnTo>
                    <a:pt x="983" y="4473"/>
                  </a:lnTo>
                  <a:lnTo>
                    <a:pt x="932" y="4447"/>
                  </a:lnTo>
                  <a:lnTo>
                    <a:pt x="880" y="4421"/>
                  </a:lnTo>
                  <a:lnTo>
                    <a:pt x="854" y="4369"/>
                  </a:lnTo>
                  <a:lnTo>
                    <a:pt x="854" y="4318"/>
                  </a:lnTo>
                  <a:lnTo>
                    <a:pt x="854" y="3904"/>
                  </a:lnTo>
                  <a:close/>
                  <a:moveTo>
                    <a:pt x="3646" y="5300"/>
                  </a:moveTo>
                  <a:lnTo>
                    <a:pt x="3646" y="6127"/>
                  </a:lnTo>
                  <a:lnTo>
                    <a:pt x="2793" y="6127"/>
                  </a:lnTo>
                  <a:lnTo>
                    <a:pt x="2793" y="5300"/>
                  </a:lnTo>
                  <a:close/>
                  <a:moveTo>
                    <a:pt x="983" y="1"/>
                  </a:moveTo>
                  <a:lnTo>
                    <a:pt x="776" y="27"/>
                  </a:lnTo>
                  <a:lnTo>
                    <a:pt x="595" y="78"/>
                  </a:lnTo>
                  <a:lnTo>
                    <a:pt x="440" y="156"/>
                  </a:lnTo>
                  <a:lnTo>
                    <a:pt x="285" y="285"/>
                  </a:lnTo>
                  <a:lnTo>
                    <a:pt x="182" y="414"/>
                  </a:lnTo>
                  <a:lnTo>
                    <a:pt x="78" y="595"/>
                  </a:lnTo>
                  <a:lnTo>
                    <a:pt x="27" y="776"/>
                  </a:lnTo>
                  <a:lnTo>
                    <a:pt x="1" y="983"/>
                  </a:lnTo>
                  <a:lnTo>
                    <a:pt x="1" y="4318"/>
                  </a:lnTo>
                  <a:lnTo>
                    <a:pt x="27" y="4525"/>
                  </a:lnTo>
                  <a:lnTo>
                    <a:pt x="78" y="4706"/>
                  </a:lnTo>
                  <a:lnTo>
                    <a:pt x="182" y="4861"/>
                  </a:lnTo>
                  <a:lnTo>
                    <a:pt x="285" y="5016"/>
                  </a:lnTo>
                  <a:lnTo>
                    <a:pt x="440" y="5145"/>
                  </a:lnTo>
                  <a:lnTo>
                    <a:pt x="595" y="5223"/>
                  </a:lnTo>
                  <a:lnTo>
                    <a:pt x="776" y="5274"/>
                  </a:lnTo>
                  <a:lnTo>
                    <a:pt x="983" y="5300"/>
                  </a:lnTo>
                  <a:lnTo>
                    <a:pt x="1966" y="5300"/>
                  </a:lnTo>
                  <a:lnTo>
                    <a:pt x="1966" y="6127"/>
                  </a:lnTo>
                  <a:lnTo>
                    <a:pt x="1810" y="6127"/>
                  </a:lnTo>
                  <a:lnTo>
                    <a:pt x="1733" y="6153"/>
                  </a:lnTo>
                  <a:lnTo>
                    <a:pt x="1655" y="6179"/>
                  </a:lnTo>
                  <a:lnTo>
                    <a:pt x="1578" y="6205"/>
                  </a:lnTo>
                  <a:lnTo>
                    <a:pt x="1526" y="6257"/>
                  </a:lnTo>
                  <a:lnTo>
                    <a:pt x="1474" y="6334"/>
                  </a:lnTo>
                  <a:lnTo>
                    <a:pt x="1449" y="6386"/>
                  </a:lnTo>
                  <a:lnTo>
                    <a:pt x="1423" y="6463"/>
                  </a:lnTo>
                  <a:lnTo>
                    <a:pt x="1397" y="6567"/>
                  </a:lnTo>
                  <a:lnTo>
                    <a:pt x="1423" y="6644"/>
                  </a:lnTo>
                  <a:lnTo>
                    <a:pt x="1449" y="6722"/>
                  </a:lnTo>
                  <a:lnTo>
                    <a:pt x="1474" y="6799"/>
                  </a:lnTo>
                  <a:lnTo>
                    <a:pt x="1526" y="6851"/>
                  </a:lnTo>
                  <a:lnTo>
                    <a:pt x="1578" y="6903"/>
                  </a:lnTo>
                  <a:lnTo>
                    <a:pt x="1655" y="6954"/>
                  </a:lnTo>
                  <a:lnTo>
                    <a:pt x="1733" y="6954"/>
                  </a:lnTo>
                  <a:lnTo>
                    <a:pt x="1810" y="6980"/>
                  </a:lnTo>
                  <a:lnTo>
                    <a:pt x="4602" y="6980"/>
                  </a:lnTo>
                  <a:lnTo>
                    <a:pt x="4706" y="6954"/>
                  </a:lnTo>
                  <a:lnTo>
                    <a:pt x="4783" y="6954"/>
                  </a:lnTo>
                  <a:lnTo>
                    <a:pt x="4861" y="6903"/>
                  </a:lnTo>
                  <a:lnTo>
                    <a:pt x="4912" y="6851"/>
                  </a:lnTo>
                  <a:lnTo>
                    <a:pt x="4964" y="6799"/>
                  </a:lnTo>
                  <a:lnTo>
                    <a:pt x="4990" y="6722"/>
                  </a:lnTo>
                  <a:lnTo>
                    <a:pt x="5016" y="6644"/>
                  </a:lnTo>
                  <a:lnTo>
                    <a:pt x="5042" y="6567"/>
                  </a:lnTo>
                  <a:lnTo>
                    <a:pt x="5016" y="6463"/>
                  </a:lnTo>
                  <a:lnTo>
                    <a:pt x="4990" y="6386"/>
                  </a:lnTo>
                  <a:lnTo>
                    <a:pt x="4964" y="6334"/>
                  </a:lnTo>
                  <a:lnTo>
                    <a:pt x="4912" y="6257"/>
                  </a:lnTo>
                  <a:lnTo>
                    <a:pt x="4861" y="6205"/>
                  </a:lnTo>
                  <a:lnTo>
                    <a:pt x="4783" y="6179"/>
                  </a:lnTo>
                  <a:lnTo>
                    <a:pt x="4706" y="6153"/>
                  </a:lnTo>
                  <a:lnTo>
                    <a:pt x="4602" y="6127"/>
                  </a:lnTo>
                  <a:lnTo>
                    <a:pt x="4473" y="6127"/>
                  </a:lnTo>
                  <a:lnTo>
                    <a:pt x="4473" y="5300"/>
                  </a:lnTo>
                  <a:lnTo>
                    <a:pt x="5455" y="5300"/>
                  </a:lnTo>
                  <a:lnTo>
                    <a:pt x="5636" y="5274"/>
                  </a:lnTo>
                  <a:lnTo>
                    <a:pt x="5843" y="5223"/>
                  </a:lnTo>
                  <a:lnTo>
                    <a:pt x="5998" y="5145"/>
                  </a:lnTo>
                  <a:lnTo>
                    <a:pt x="6153" y="5016"/>
                  </a:lnTo>
                  <a:lnTo>
                    <a:pt x="6257" y="4861"/>
                  </a:lnTo>
                  <a:lnTo>
                    <a:pt x="6360" y="4706"/>
                  </a:lnTo>
                  <a:lnTo>
                    <a:pt x="6412" y="4525"/>
                  </a:lnTo>
                  <a:lnTo>
                    <a:pt x="6438" y="4318"/>
                  </a:lnTo>
                  <a:lnTo>
                    <a:pt x="6438" y="983"/>
                  </a:lnTo>
                  <a:lnTo>
                    <a:pt x="6412" y="776"/>
                  </a:lnTo>
                  <a:lnTo>
                    <a:pt x="6360" y="595"/>
                  </a:lnTo>
                  <a:lnTo>
                    <a:pt x="6257" y="414"/>
                  </a:lnTo>
                  <a:lnTo>
                    <a:pt x="6153" y="285"/>
                  </a:lnTo>
                  <a:lnTo>
                    <a:pt x="5998" y="156"/>
                  </a:lnTo>
                  <a:lnTo>
                    <a:pt x="5843" y="78"/>
                  </a:lnTo>
                  <a:lnTo>
                    <a:pt x="5636" y="27"/>
                  </a:lnTo>
                  <a:lnTo>
                    <a:pt x="5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 name="Google Shape;965;p59"/>
          <p:cNvGrpSpPr/>
          <p:nvPr/>
        </p:nvGrpSpPr>
        <p:grpSpPr>
          <a:xfrm>
            <a:off x="2358044" y="3449143"/>
            <a:ext cx="383481" cy="383454"/>
            <a:chOff x="1746475" y="3311800"/>
            <a:chExt cx="357425" cy="357400"/>
          </a:xfrm>
        </p:grpSpPr>
        <p:sp>
          <p:nvSpPr>
            <p:cNvPr id="966" name="Google Shape;966;p59"/>
            <p:cNvSpPr/>
            <p:nvPr/>
          </p:nvSpPr>
          <p:spPr>
            <a:xfrm>
              <a:off x="1746475" y="3311800"/>
              <a:ext cx="357425" cy="357400"/>
            </a:xfrm>
            <a:custGeom>
              <a:avLst/>
              <a:gdLst/>
              <a:ahLst/>
              <a:cxnLst/>
              <a:rect l="l" t="t" r="r" b="b"/>
              <a:pathLst>
                <a:path w="14297" h="14296" extrusionOk="0">
                  <a:moveTo>
                    <a:pt x="12047" y="4265"/>
                  </a:moveTo>
                  <a:lnTo>
                    <a:pt x="12848" y="5067"/>
                  </a:lnTo>
                  <a:lnTo>
                    <a:pt x="12125" y="5067"/>
                  </a:lnTo>
                  <a:lnTo>
                    <a:pt x="12099" y="5041"/>
                  </a:lnTo>
                  <a:lnTo>
                    <a:pt x="12073" y="4989"/>
                  </a:lnTo>
                  <a:lnTo>
                    <a:pt x="12047" y="4938"/>
                  </a:lnTo>
                  <a:lnTo>
                    <a:pt x="12047" y="4265"/>
                  </a:lnTo>
                  <a:close/>
                  <a:moveTo>
                    <a:pt x="6282" y="827"/>
                  </a:moveTo>
                  <a:lnTo>
                    <a:pt x="6360" y="853"/>
                  </a:lnTo>
                  <a:lnTo>
                    <a:pt x="6438" y="853"/>
                  </a:lnTo>
                  <a:lnTo>
                    <a:pt x="6515" y="905"/>
                  </a:lnTo>
                  <a:lnTo>
                    <a:pt x="6567" y="957"/>
                  </a:lnTo>
                  <a:lnTo>
                    <a:pt x="6618" y="1008"/>
                  </a:lnTo>
                  <a:lnTo>
                    <a:pt x="6644" y="1086"/>
                  </a:lnTo>
                  <a:lnTo>
                    <a:pt x="6670" y="1163"/>
                  </a:lnTo>
                  <a:lnTo>
                    <a:pt x="6696" y="1241"/>
                  </a:lnTo>
                  <a:lnTo>
                    <a:pt x="6696" y="2844"/>
                  </a:lnTo>
                  <a:lnTo>
                    <a:pt x="6515" y="2895"/>
                  </a:lnTo>
                  <a:lnTo>
                    <a:pt x="6360" y="2973"/>
                  </a:lnTo>
                  <a:lnTo>
                    <a:pt x="6205" y="3051"/>
                  </a:lnTo>
                  <a:lnTo>
                    <a:pt x="6101" y="3180"/>
                  </a:lnTo>
                  <a:lnTo>
                    <a:pt x="5998" y="3309"/>
                  </a:lnTo>
                  <a:lnTo>
                    <a:pt x="5921" y="3464"/>
                  </a:lnTo>
                  <a:lnTo>
                    <a:pt x="5869" y="3645"/>
                  </a:lnTo>
                  <a:lnTo>
                    <a:pt x="5843" y="3826"/>
                  </a:lnTo>
                  <a:lnTo>
                    <a:pt x="5843" y="9539"/>
                  </a:lnTo>
                  <a:lnTo>
                    <a:pt x="828" y="9539"/>
                  </a:lnTo>
                  <a:lnTo>
                    <a:pt x="828" y="1241"/>
                  </a:lnTo>
                  <a:lnTo>
                    <a:pt x="828" y="1163"/>
                  </a:lnTo>
                  <a:lnTo>
                    <a:pt x="854" y="1086"/>
                  </a:lnTo>
                  <a:lnTo>
                    <a:pt x="906" y="1008"/>
                  </a:lnTo>
                  <a:lnTo>
                    <a:pt x="957" y="957"/>
                  </a:lnTo>
                  <a:lnTo>
                    <a:pt x="1009" y="905"/>
                  </a:lnTo>
                  <a:lnTo>
                    <a:pt x="1086" y="853"/>
                  </a:lnTo>
                  <a:lnTo>
                    <a:pt x="1164" y="853"/>
                  </a:lnTo>
                  <a:lnTo>
                    <a:pt x="1242" y="827"/>
                  </a:lnTo>
                  <a:close/>
                  <a:moveTo>
                    <a:pt x="5843" y="10392"/>
                  </a:moveTo>
                  <a:lnTo>
                    <a:pt x="5843" y="11219"/>
                  </a:lnTo>
                  <a:lnTo>
                    <a:pt x="1164" y="11219"/>
                  </a:lnTo>
                  <a:lnTo>
                    <a:pt x="1086" y="11193"/>
                  </a:lnTo>
                  <a:lnTo>
                    <a:pt x="1009" y="11142"/>
                  </a:lnTo>
                  <a:lnTo>
                    <a:pt x="957" y="11090"/>
                  </a:lnTo>
                  <a:lnTo>
                    <a:pt x="906" y="11038"/>
                  </a:lnTo>
                  <a:lnTo>
                    <a:pt x="854" y="10961"/>
                  </a:lnTo>
                  <a:lnTo>
                    <a:pt x="828" y="10883"/>
                  </a:lnTo>
                  <a:lnTo>
                    <a:pt x="828" y="10806"/>
                  </a:lnTo>
                  <a:lnTo>
                    <a:pt x="828" y="10392"/>
                  </a:lnTo>
                  <a:close/>
                  <a:moveTo>
                    <a:pt x="11220" y="3671"/>
                  </a:moveTo>
                  <a:lnTo>
                    <a:pt x="11220" y="4938"/>
                  </a:lnTo>
                  <a:lnTo>
                    <a:pt x="11220" y="5144"/>
                  </a:lnTo>
                  <a:lnTo>
                    <a:pt x="11297" y="5325"/>
                  </a:lnTo>
                  <a:lnTo>
                    <a:pt x="11375" y="5480"/>
                  </a:lnTo>
                  <a:lnTo>
                    <a:pt x="11504" y="5636"/>
                  </a:lnTo>
                  <a:lnTo>
                    <a:pt x="11633" y="5739"/>
                  </a:lnTo>
                  <a:lnTo>
                    <a:pt x="11814" y="5842"/>
                  </a:lnTo>
                  <a:lnTo>
                    <a:pt x="11995" y="5894"/>
                  </a:lnTo>
                  <a:lnTo>
                    <a:pt x="12202" y="5920"/>
                  </a:lnTo>
                  <a:lnTo>
                    <a:pt x="13443" y="5920"/>
                  </a:lnTo>
                  <a:lnTo>
                    <a:pt x="13443" y="13313"/>
                  </a:lnTo>
                  <a:lnTo>
                    <a:pt x="13443" y="13365"/>
                  </a:lnTo>
                  <a:lnTo>
                    <a:pt x="13417" y="13416"/>
                  </a:lnTo>
                  <a:lnTo>
                    <a:pt x="13365" y="13442"/>
                  </a:lnTo>
                  <a:lnTo>
                    <a:pt x="6774" y="13442"/>
                  </a:lnTo>
                  <a:lnTo>
                    <a:pt x="6722" y="13416"/>
                  </a:lnTo>
                  <a:lnTo>
                    <a:pt x="6696" y="13365"/>
                  </a:lnTo>
                  <a:lnTo>
                    <a:pt x="6696" y="13313"/>
                  </a:lnTo>
                  <a:lnTo>
                    <a:pt x="6696" y="3826"/>
                  </a:lnTo>
                  <a:lnTo>
                    <a:pt x="6696" y="3774"/>
                  </a:lnTo>
                  <a:lnTo>
                    <a:pt x="6722" y="3723"/>
                  </a:lnTo>
                  <a:lnTo>
                    <a:pt x="6774" y="3697"/>
                  </a:lnTo>
                  <a:lnTo>
                    <a:pt x="6825" y="3671"/>
                  </a:lnTo>
                  <a:close/>
                  <a:moveTo>
                    <a:pt x="1242" y="0"/>
                  </a:moveTo>
                  <a:lnTo>
                    <a:pt x="983" y="26"/>
                  </a:lnTo>
                  <a:lnTo>
                    <a:pt x="750" y="104"/>
                  </a:lnTo>
                  <a:lnTo>
                    <a:pt x="544" y="207"/>
                  </a:lnTo>
                  <a:lnTo>
                    <a:pt x="363" y="362"/>
                  </a:lnTo>
                  <a:lnTo>
                    <a:pt x="208" y="543"/>
                  </a:lnTo>
                  <a:lnTo>
                    <a:pt x="78" y="750"/>
                  </a:lnTo>
                  <a:lnTo>
                    <a:pt x="27" y="1008"/>
                  </a:lnTo>
                  <a:lnTo>
                    <a:pt x="1" y="1241"/>
                  </a:lnTo>
                  <a:lnTo>
                    <a:pt x="1" y="10806"/>
                  </a:lnTo>
                  <a:lnTo>
                    <a:pt x="27" y="11064"/>
                  </a:lnTo>
                  <a:lnTo>
                    <a:pt x="78" y="11297"/>
                  </a:lnTo>
                  <a:lnTo>
                    <a:pt x="208" y="11504"/>
                  </a:lnTo>
                  <a:lnTo>
                    <a:pt x="363" y="11684"/>
                  </a:lnTo>
                  <a:lnTo>
                    <a:pt x="544" y="11840"/>
                  </a:lnTo>
                  <a:lnTo>
                    <a:pt x="750" y="11969"/>
                  </a:lnTo>
                  <a:lnTo>
                    <a:pt x="983" y="12021"/>
                  </a:lnTo>
                  <a:lnTo>
                    <a:pt x="1242" y="12046"/>
                  </a:lnTo>
                  <a:lnTo>
                    <a:pt x="5843" y="12046"/>
                  </a:lnTo>
                  <a:lnTo>
                    <a:pt x="5843" y="13313"/>
                  </a:lnTo>
                  <a:lnTo>
                    <a:pt x="5869" y="13520"/>
                  </a:lnTo>
                  <a:lnTo>
                    <a:pt x="5921" y="13701"/>
                  </a:lnTo>
                  <a:lnTo>
                    <a:pt x="6024" y="13856"/>
                  </a:lnTo>
                  <a:lnTo>
                    <a:pt x="6127" y="14011"/>
                  </a:lnTo>
                  <a:lnTo>
                    <a:pt x="6282" y="14114"/>
                  </a:lnTo>
                  <a:lnTo>
                    <a:pt x="6438" y="14218"/>
                  </a:lnTo>
                  <a:lnTo>
                    <a:pt x="6644" y="14269"/>
                  </a:lnTo>
                  <a:lnTo>
                    <a:pt x="6825" y="14295"/>
                  </a:lnTo>
                  <a:lnTo>
                    <a:pt x="13314" y="14295"/>
                  </a:lnTo>
                  <a:lnTo>
                    <a:pt x="13495" y="14269"/>
                  </a:lnTo>
                  <a:lnTo>
                    <a:pt x="13676" y="14218"/>
                  </a:lnTo>
                  <a:lnTo>
                    <a:pt x="13857" y="14114"/>
                  </a:lnTo>
                  <a:lnTo>
                    <a:pt x="13986" y="14011"/>
                  </a:lnTo>
                  <a:lnTo>
                    <a:pt x="14115" y="13856"/>
                  </a:lnTo>
                  <a:lnTo>
                    <a:pt x="14218" y="13701"/>
                  </a:lnTo>
                  <a:lnTo>
                    <a:pt x="14270" y="13520"/>
                  </a:lnTo>
                  <a:lnTo>
                    <a:pt x="14296" y="13313"/>
                  </a:lnTo>
                  <a:lnTo>
                    <a:pt x="14296" y="5506"/>
                  </a:lnTo>
                  <a:lnTo>
                    <a:pt x="14270" y="5403"/>
                  </a:lnTo>
                  <a:lnTo>
                    <a:pt x="14244" y="5325"/>
                  </a:lnTo>
                  <a:lnTo>
                    <a:pt x="14218" y="5274"/>
                  </a:lnTo>
                  <a:lnTo>
                    <a:pt x="14167" y="5196"/>
                  </a:lnTo>
                  <a:lnTo>
                    <a:pt x="11918" y="2973"/>
                  </a:lnTo>
                  <a:lnTo>
                    <a:pt x="11866" y="2921"/>
                  </a:lnTo>
                  <a:lnTo>
                    <a:pt x="11789" y="2870"/>
                  </a:lnTo>
                  <a:lnTo>
                    <a:pt x="11711" y="2844"/>
                  </a:lnTo>
                  <a:lnTo>
                    <a:pt x="7523" y="2844"/>
                  </a:lnTo>
                  <a:lnTo>
                    <a:pt x="7523" y="1241"/>
                  </a:lnTo>
                  <a:lnTo>
                    <a:pt x="7497" y="1008"/>
                  </a:lnTo>
                  <a:lnTo>
                    <a:pt x="7420" y="750"/>
                  </a:lnTo>
                  <a:lnTo>
                    <a:pt x="7316" y="543"/>
                  </a:lnTo>
                  <a:lnTo>
                    <a:pt x="7161" y="362"/>
                  </a:lnTo>
                  <a:lnTo>
                    <a:pt x="6980" y="207"/>
                  </a:lnTo>
                  <a:lnTo>
                    <a:pt x="6748" y="104"/>
                  </a:lnTo>
                  <a:lnTo>
                    <a:pt x="6515" y="26"/>
                  </a:lnTo>
                  <a:lnTo>
                    <a:pt x="62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9"/>
            <p:cNvSpPr/>
            <p:nvPr/>
          </p:nvSpPr>
          <p:spPr>
            <a:xfrm>
              <a:off x="1934550" y="3599375"/>
              <a:ext cx="127325" cy="20700"/>
            </a:xfrm>
            <a:custGeom>
              <a:avLst/>
              <a:gdLst/>
              <a:ahLst/>
              <a:cxnLst/>
              <a:rect l="l" t="t" r="r" b="b"/>
              <a:pathLst>
                <a:path w="5093" h="828" extrusionOk="0">
                  <a:moveTo>
                    <a:pt x="336" y="1"/>
                  </a:moveTo>
                  <a:lnTo>
                    <a:pt x="259" y="26"/>
                  </a:lnTo>
                  <a:lnTo>
                    <a:pt x="181" y="78"/>
                  </a:lnTo>
                  <a:lnTo>
                    <a:pt x="129" y="130"/>
                  </a:lnTo>
                  <a:lnTo>
                    <a:pt x="78" y="181"/>
                  </a:lnTo>
                  <a:lnTo>
                    <a:pt x="26" y="259"/>
                  </a:lnTo>
                  <a:lnTo>
                    <a:pt x="0" y="337"/>
                  </a:lnTo>
                  <a:lnTo>
                    <a:pt x="0" y="414"/>
                  </a:lnTo>
                  <a:lnTo>
                    <a:pt x="0" y="492"/>
                  </a:lnTo>
                  <a:lnTo>
                    <a:pt x="26" y="569"/>
                  </a:lnTo>
                  <a:lnTo>
                    <a:pt x="78" y="647"/>
                  </a:lnTo>
                  <a:lnTo>
                    <a:pt x="129" y="698"/>
                  </a:lnTo>
                  <a:lnTo>
                    <a:pt x="181" y="750"/>
                  </a:lnTo>
                  <a:lnTo>
                    <a:pt x="259" y="802"/>
                  </a:lnTo>
                  <a:lnTo>
                    <a:pt x="336" y="828"/>
                  </a:lnTo>
                  <a:lnTo>
                    <a:pt x="4757" y="828"/>
                  </a:lnTo>
                  <a:lnTo>
                    <a:pt x="4834" y="802"/>
                  </a:lnTo>
                  <a:lnTo>
                    <a:pt x="4912" y="750"/>
                  </a:lnTo>
                  <a:lnTo>
                    <a:pt x="4963" y="698"/>
                  </a:lnTo>
                  <a:lnTo>
                    <a:pt x="5015" y="647"/>
                  </a:lnTo>
                  <a:lnTo>
                    <a:pt x="5041" y="569"/>
                  </a:lnTo>
                  <a:lnTo>
                    <a:pt x="5067" y="492"/>
                  </a:lnTo>
                  <a:lnTo>
                    <a:pt x="5093" y="414"/>
                  </a:lnTo>
                  <a:lnTo>
                    <a:pt x="5067" y="337"/>
                  </a:lnTo>
                  <a:lnTo>
                    <a:pt x="5041" y="259"/>
                  </a:lnTo>
                  <a:lnTo>
                    <a:pt x="5015" y="181"/>
                  </a:lnTo>
                  <a:lnTo>
                    <a:pt x="4963" y="130"/>
                  </a:lnTo>
                  <a:lnTo>
                    <a:pt x="4912" y="78"/>
                  </a:lnTo>
                  <a:lnTo>
                    <a:pt x="4834" y="26"/>
                  </a:lnTo>
                  <a:lnTo>
                    <a:pt x="47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9"/>
            <p:cNvSpPr/>
            <p:nvPr/>
          </p:nvSpPr>
          <p:spPr>
            <a:xfrm>
              <a:off x="1934550" y="3557375"/>
              <a:ext cx="127325" cy="20700"/>
            </a:xfrm>
            <a:custGeom>
              <a:avLst/>
              <a:gdLst/>
              <a:ahLst/>
              <a:cxnLst/>
              <a:rect l="l" t="t" r="r" b="b"/>
              <a:pathLst>
                <a:path w="5093" h="828" extrusionOk="0">
                  <a:moveTo>
                    <a:pt x="336" y="0"/>
                  </a:moveTo>
                  <a:lnTo>
                    <a:pt x="259" y="26"/>
                  </a:lnTo>
                  <a:lnTo>
                    <a:pt x="181" y="78"/>
                  </a:lnTo>
                  <a:lnTo>
                    <a:pt x="129" y="130"/>
                  </a:lnTo>
                  <a:lnTo>
                    <a:pt x="78" y="181"/>
                  </a:lnTo>
                  <a:lnTo>
                    <a:pt x="26" y="259"/>
                  </a:lnTo>
                  <a:lnTo>
                    <a:pt x="0" y="336"/>
                  </a:lnTo>
                  <a:lnTo>
                    <a:pt x="0" y="414"/>
                  </a:lnTo>
                  <a:lnTo>
                    <a:pt x="0" y="491"/>
                  </a:lnTo>
                  <a:lnTo>
                    <a:pt x="26" y="569"/>
                  </a:lnTo>
                  <a:lnTo>
                    <a:pt x="78" y="647"/>
                  </a:lnTo>
                  <a:lnTo>
                    <a:pt x="129" y="724"/>
                  </a:lnTo>
                  <a:lnTo>
                    <a:pt x="181" y="776"/>
                  </a:lnTo>
                  <a:lnTo>
                    <a:pt x="259" y="802"/>
                  </a:lnTo>
                  <a:lnTo>
                    <a:pt x="336" y="827"/>
                  </a:lnTo>
                  <a:lnTo>
                    <a:pt x="4757" y="827"/>
                  </a:lnTo>
                  <a:lnTo>
                    <a:pt x="4834" y="802"/>
                  </a:lnTo>
                  <a:lnTo>
                    <a:pt x="4912" y="776"/>
                  </a:lnTo>
                  <a:lnTo>
                    <a:pt x="4963" y="724"/>
                  </a:lnTo>
                  <a:lnTo>
                    <a:pt x="5015" y="647"/>
                  </a:lnTo>
                  <a:lnTo>
                    <a:pt x="5041" y="569"/>
                  </a:lnTo>
                  <a:lnTo>
                    <a:pt x="5067" y="491"/>
                  </a:lnTo>
                  <a:lnTo>
                    <a:pt x="5093" y="414"/>
                  </a:lnTo>
                  <a:lnTo>
                    <a:pt x="5067" y="336"/>
                  </a:lnTo>
                  <a:lnTo>
                    <a:pt x="5041" y="259"/>
                  </a:lnTo>
                  <a:lnTo>
                    <a:pt x="5015" y="181"/>
                  </a:lnTo>
                  <a:lnTo>
                    <a:pt x="4963" y="130"/>
                  </a:lnTo>
                  <a:lnTo>
                    <a:pt x="4912" y="78"/>
                  </a:lnTo>
                  <a:lnTo>
                    <a:pt x="4834" y="26"/>
                  </a:lnTo>
                  <a:lnTo>
                    <a:pt x="47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9"/>
            <p:cNvSpPr/>
            <p:nvPr/>
          </p:nvSpPr>
          <p:spPr>
            <a:xfrm>
              <a:off x="1934550" y="3515375"/>
              <a:ext cx="127325" cy="21350"/>
            </a:xfrm>
            <a:custGeom>
              <a:avLst/>
              <a:gdLst/>
              <a:ahLst/>
              <a:cxnLst/>
              <a:rect l="l" t="t" r="r" b="b"/>
              <a:pathLst>
                <a:path w="5093" h="854" extrusionOk="0">
                  <a:moveTo>
                    <a:pt x="414" y="0"/>
                  </a:moveTo>
                  <a:lnTo>
                    <a:pt x="336" y="26"/>
                  </a:lnTo>
                  <a:lnTo>
                    <a:pt x="259" y="26"/>
                  </a:lnTo>
                  <a:lnTo>
                    <a:pt x="181" y="78"/>
                  </a:lnTo>
                  <a:lnTo>
                    <a:pt x="129" y="129"/>
                  </a:lnTo>
                  <a:lnTo>
                    <a:pt x="78" y="181"/>
                  </a:lnTo>
                  <a:lnTo>
                    <a:pt x="26" y="259"/>
                  </a:lnTo>
                  <a:lnTo>
                    <a:pt x="0" y="336"/>
                  </a:lnTo>
                  <a:lnTo>
                    <a:pt x="0" y="414"/>
                  </a:lnTo>
                  <a:lnTo>
                    <a:pt x="0" y="517"/>
                  </a:lnTo>
                  <a:lnTo>
                    <a:pt x="26" y="595"/>
                  </a:lnTo>
                  <a:lnTo>
                    <a:pt x="78" y="646"/>
                  </a:lnTo>
                  <a:lnTo>
                    <a:pt x="129" y="724"/>
                  </a:lnTo>
                  <a:lnTo>
                    <a:pt x="181" y="776"/>
                  </a:lnTo>
                  <a:lnTo>
                    <a:pt x="259" y="801"/>
                  </a:lnTo>
                  <a:lnTo>
                    <a:pt x="336" y="827"/>
                  </a:lnTo>
                  <a:lnTo>
                    <a:pt x="414" y="853"/>
                  </a:lnTo>
                  <a:lnTo>
                    <a:pt x="4679" y="853"/>
                  </a:lnTo>
                  <a:lnTo>
                    <a:pt x="4757" y="827"/>
                  </a:lnTo>
                  <a:lnTo>
                    <a:pt x="4834" y="801"/>
                  </a:lnTo>
                  <a:lnTo>
                    <a:pt x="4912" y="776"/>
                  </a:lnTo>
                  <a:lnTo>
                    <a:pt x="4963" y="724"/>
                  </a:lnTo>
                  <a:lnTo>
                    <a:pt x="5015" y="646"/>
                  </a:lnTo>
                  <a:lnTo>
                    <a:pt x="5041" y="595"/>
                  </a:lnTo>
                  <a:lnTo>
                    <a:pt x="5067" y="517"/>
                  </a:lnTo>
                  <a:lnTo>
                    <a:pt x="5093" y="414"/>
                  </a:lnTo>
                  <a:lnTo>
                    <a:pt x="5067" y="336"/>
                  </a:lnTo>
                  <a:lnTo>
                    <a:pt x="5041" y="259"/>
                  </a:lnTo>
                  <a:lnTo>
                    <a:pt x="5015" y="181"/>
                  </a:lnTo>
                  <a:lnTo>
                    <a:pt x="4963" y="129"/>
                  </a:lnTo>
                  <a:lnTo>
                    <a:pt x="4912" y="78"/>
                  </a:lnTo>
                  <a:lnTo>
                    <a:pt x="4834" y="26"/>
                  </a:lnTo>
                  <a:lnTo>
                    <a:pt x="4757" y="26"/>
                  </a:lnTo>
                  <a:lnTo>
                    <a:pt x="467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9"/>
            <p:cNvSpPr/>
            <p:nvPr/>
          </p:nvSpPr>
          <p:spPr>
            <a:xfrm>
              <a:off x="1934550" y="3473350"/>
              <a:ext cx="71100" cy="21350"/>
            </a:xfrm>
            <a:custGeom>
              <a:avLst/>
              <a:gdLst/>
              <a:ahLst/>
              <a:cxnLst/>
              <a:rect l="l" t="t" r="r" b="b"/>
              <a:pathLst>
                <a:path w="2844" h="854" extrusionOk="0">
                  <a:moveTo>
                    <a:pt x="414" y="1"/>
                  </a:moveTo>
                  <a:lnTo>
                    <a:pt x="336" y="27"/>
                  </a:lnTo>
                  <a:lnTo>
                    <a:pt x="259" y="52"/>
                  </a:lnTo>
                  <a:lnTo>
                    <a:pt x="181" y="78"/>
                  </a:lnTo>
                  <a:lnTo>
                    <a:pt x="129" y="130"/>
                  </a:lnTo>
                  <a:lnTo>
                    <a:pt x="78" y="208"/>
                  </a:lnTo>
                  <a:lnTo>
                    <a:pt x="26" y="259"/>
                  </a:lnTo>
                  <a:lnTo>
                    <a:pt x="0" y="337"/>
                  </a:lnTo>
                  <a:lnTo>
                    <a:pt x="0" y="440"/>
                  </a:lnTo>
                  <a:lnTo>
                    <a:pt x="0" y="518"/>
                  </a:lnTo>
                  <a:lnTo>
                    <a:pt x="26" y="595"/>
                  </a:lnTo>
                  <a:lnTo>
                    <a:pt x="78" y="673"/>
                  </a:lnTo>
                  <a:lnTo>
                    <a:pt x="129" y="725"/>
                  </a:lnTo>
                  <a:lnTo>
                    <a:pt x="181" y="776"/>
                  </a:lnTo>
                  <a:lnTo>
                    <a:pt x="259" y="802"/>
                  </a:lnTo>
                  <a:lnTo>
                    <a:pt x="336" y="828"/>
                  </a:lnTo>
                  <a:lnTo>
                    <a:pt x="414" y="854"/>
                  </a:lnTo>
                  <a:lnTo>
                    <a:pt x="2430" y="854"/>
                  </a:lnTo>
                  <a:lnTo>
                    <a:pt x="2508" y="828"/>
                  </a:lnTo>
                  <a:lnTo>
                    <a:pt x="2585" y="802"/>
                  </a:lnTo>
                  <a:lnTo>
                    <a:pt x="2663" y="776"/>
                  </a:lnTo>
                  <a:lnTo>
                    <a:pt x="2740" y="725"/>
                  </a:lnTo>
                  <a:lnTo>
                    <a:pt x="2792" y="673"/>
                  </a:lnTo>
                  <a:lnTo>
                    <a:pt x="2818" y="595"/>
                  </a:lnTo>
                  <a:lnTo>
                    <a:pt x="2844" y="518"/>
                  </a:lnTo>
                  <a:lnTo>
                    <a:pt x="2844" y="440"/>
                  </a:lnTo>
                  <a:lnTo>
                    <a:pt x="2844" y="337"/>
                  </a:lnTo>
                  <a:lnTo>
                    <a:pt x="2818" y="259"/>
                  </a:lnTo>
                  <a:lnTo>
                    <a:pt x="2792" y="208"/>
                  </a:lnTo>
                  <a:lnTo>
                    <a:pt x="2740" y="130"/>
                  </a:lnTo>
                  <a:lnTo>
                    <a:pt x="2663" y="78"/>
                  </a:lnTo>
                  <a:lnTo>
                    <a:pt x="2585" y="52"/>
                  </a:lnTo>
                  <a:lnTo>
                    <a:pt x="2508" y="27"/>
                  </a:lnTo>
                  <a:lnTo>
                    <a:pt x="2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9"/>
            <p:cNvSpPr/>
            <p:nvPr/>
          </p:nvSpPr>
          <p:spPr>
            <a:xfrm>
              <a:off x="1934550" y="3432000"/>
              <a:ext cx="71100" cy="20700"/>
            </a:xfrm>
            <a:custGeom>
              <a:avLst/>
              <a:gdLst/>
              <a:ahLst/>
              <a:cxnLst/>
              <a:rect l="l" t="t" r="r" b="b"/>
              <a:pathLst>
                <a:path w="2844" h="828" extrusionOk="0">
                  <a:moveTo>
                    <a:pt x="336" y="0"/>
                  </a:moveTo>
                  <a:lnTo>
                    <a:pt x="259" y="26"/>
                  </a:lnTo>
                  <a:lnTo>
                    <a:pt x="181" y="52"/>
                  </a:lnTo>
                  <a:lnTo>
                    <a:pt x="129" y="104"/>
                  </a:lnTo>
                  <a:lnTo>
                    <a:pt x="78" y="181"/>
                  </a:lnTo>
                  <a:lnTo>
                    <a:pt x="26" y="233"/>
                  </a:lnTo>
                  <a:lnTo>
                    <a:pt x="0" y="336"/>
                  </a:lnTo>
                  <a:lnTo>
                    <a:pt x="0" y="414"/>
                  </a:lnTo>
                  <a:lnTo>
                    <a:pt x="0" y="491"/>
                  </a:lnTo>
                  <a:lnTo>
                    <a:pt x="26" y="569"/>
                  </a:lnTo>
                  <a:lnTo>
                    <a:pt x="78" y="647"/>
                  </a:lnTo>
                  <a:lnTo>
                    <a:pt x="129" y="698"/>
                  </a:lnTo>
                  <a:lnTo>
                    <a:pt x="181" y="750"/>
                  </a:lnTo>
                  <a:lnTo>
                    <a:pt x="259" y="802"/>
                  </a:lnTo>
                  <a:lnTo>
                    <a:pt x="336" y="828"/>
                  </a:lnTo>
                  <a:lnTo>
                    <a:pt x="2508" y="828"/>
                  </a:lnTo>
                  <a:lnTo>
                    <a:pt x="2585" y="802"/>
                  </a:lnTo>
                  <a:lnTo>
                    <a:pt x="2663" y="750"/>
                  </a:lnTo>
                  <a:lnTo>
                    <a:pt x="2740" y="698"/>
                  </a:lnTo>
                  <a:lnTo>
                    <a:pt x="2792" y="647"/>
                  </a:lnTo>
                  <a:lnTo>
                    <a:pt x="2818" y="569"/>
                  </a:lnTo>
                  <a:lnTo>
                    <a:pt x="2844" y="491"/>
                  </a:lnTo>
                  <a:lnTo>
                    <a:pt x="2844" y="414"/>
                  </a:lnTo>
                  <a:lnTo>
                    <a:pt x="2844" y="336"/>
                  </a:lnTo>
                  <a:lnTo>
                    <a:pt x="2818" y="233"/>
                  </a:lnTo>
                  <a:lnTo>
                    <a:pt x="2792" y="181"/>
                  </a:lnTo>
                  <a:lnTo>
                    <a:pt x="2740" y="104"/>
                  </a:lnTo>
                  <a:lnTo>
                    <a:pt x="2663" y="52"/>
                  </a:lnTo>
                  <a:lnTo>
                    <a:pt x="2585" y="26"/>
                  </a:lnTo>
                  <a:lnTo>
                    <a:pt x="250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9"/>
            <p:cNvSpPr/>
            <p:nvPr/>
          </p:nvSpPr>
          <p:spPr>
            <a:xfrm>
              <a:off x="1816275" y="3353800"/>
              <a:ext cx="48500" cy="20700"/>
            </a:xfrm>
            <a:custGeom>
              <a:avLst/>
              <a:gdLst/>
              <a:ahLst/>
              <a:cxnLst/>
              <a:rect l="l" t="t" r="r" b="b"/>
              <a:pathLst>
                <a:path w="1940" h="828" extrusionOk="0">
                  <a:moveTo>
                    <a:pt x="311" y="0"/>
                  </a:moveTo>
                  <a:lnTo>
                    <a:pt x="233" y="26"/>
                  </a:lnTo>
                  <a:lnTo>
                    <a:pt x="182" y="52"/>
                  </a:lnTo>
                  <a:lnTo>
                    <a:pt x="104" y="104"/>
                  </a:lnTo>
                  <a:lnTo>
                    <a:pt x="52" y="181"/>
                  </a:lnTo>
                  <a:lnTo>
                    <a:pt x="26" y="233"/>
                  </a:lnTo>
                  <a:lnTo>
                    <a:pt x="1" y="337"/>
                  </a:lnTo>
                  <a:lnTo>
                    <a:pt x="1" y="414"/>
                  </a:lnTo>
                  <a:lnTo>
                    <a:pt x="1" y="492"/>
                  </a:lnTo>
                  <a:lnTo>
                    <a:pt x="26" y="569"/>
                  </a:lnTo>
                  <a:lnTo>
                    <a:pt x="52" y="647"/>
                  </a:lnTo>
                  <a:lnTo>
                    <a:pt x="104" y="698"/>
                  </a:lnTo>
                  <a:lnTo>
                    <a:pt x="182" y="750"/>
                  </a:lnTo>
                  <a:lnTo>
                    <a:pt x="233" y="802"/>
                  </a:lnTo>
                  <a:lnTo>
                    <a:pt x="311" y="828"/>
                  </a:lnTo>
                  <a:lnTo>
                    <a:pt x="1603" y="828"/>
                  </a:lnTo>
                  <a:lnTo>
                    <a:pt x="1681" y="802"/>
                  </a:lnTo>
                  <a:lnTo>
                    <a:pt x="1758" y="750"/>
                  </a:lnTo>
                  <a:lnTo>
                    <a:pt x="1810" y="698"/>
                  </a:lnTo>
                  <a:lnTo>
                    <a:pt x="1862" y="647"/>
                  </a:lnTo>
                  <a:lnTo>
                    <a:pt x="1914" y="569"/>
                  </a:lnTo>
                  <a:lnTo>
                    <a:pt x="1939" y="492"/>
                  </a:lnTo>
                  <a:lnTo>
                    <a:pt x="1939" y="414"/>
                  </a:lnTo>
                  <a:lnTo>
                    <a:pt x="1939" y="337"/>
                  </a:lnTo>
                  <a:lnTo>
                    <a:pt x="1914" y="233"/>
                  </a:lnTo>
                  <a:lnTo>
                    <a:pt x="1862" y="181"/>
                  </a:lnTo>
                  <a:lnTo>
                    <a:pt x="1810" y="104"/>
                  </a:lnTo>
                  <a:lnTo>
                    <a:pt x="1758" y="52"/>
                  </a:lnTo>
                  <a:lnTo>
                    <a:pt x="1681" y="26"/>
                  </a:lnTo>
                  <a:lnTo>
                    <a:pt x="16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 name="Google Shape;973;p59"/>
          <p:cNvGrpSpPr/>
          <p:nvPr/>
        </p:nvGrpSpPr>
        <p:grpSpPr>
          <a:xfrm>
            <a:off x="3166528" y="3472023"/>
            <a:ext cx="383454" cy="336998"/>
            <a:chOff x="2500025" y="3333125"/>
            <a:chExt cx="357400" cy="314100"/>
          </a:xfrm>
        </p:grpSpPr>
        <p:sp>
          <p:nvSpPr>
            <p:cNvPr id="974" name="Google Shape;974;p59"/>
            <p:cNvSpPr/>
            <p:nvPr/>
          </p:nvSpPr>
          <p:spPr>
            <a:xfrm>
              <a:off x="2500025" y="3333125"/>
              <a:ext cx="357400" cy="314100"/>
            </a:xfrm>
            <a:custGeom>
              <a:avLst/>
              <a:gdLst/>
              <a:ahLst/>
              <a:cxnLst/>
              <a:rect l="l" t="t" r="r" b="b"/>
              <a:pathLst>
                <a:path w="14296" h="12564" extrusionOk="0">
                  <a:moveTo>
                    <a:pt x="12564" y="853"/>
                  </a:moveTo>
                  <a:lnTo>
                    <a:pt x="12641" y="879"/>
                  </a:lnTo>
                  <a:lnTo>
                    <a:pt x="12719" y="905"/>
                  </a:lnTo>
                  <a:lnTo>
                    <a:pt x="12796" y="957"/>
                  </a:lnTo>
                  <a:lnTo>
                    <a:pt x="12848" y="1034"/>
                  </a:lnTo>
                  <a:lnTo>
                    <a:pt x="12874" y="1112"/>
                  </a:lnTo>
                  <a:lnTo>
                    <a:pt x="12900" y="1189"/>
                  </a:lnTo>
                  <a:lnTo>
                    <a:pt x="12900" y="1267"/>
                  </a:lnTo>
                  <a:lnTo>
                    <a:pt x="12900" y="9487"/>
                  </a:lnTo>
                  <a:lnTo>
                    <a:pt x="9384" y="9487"/>
                  </a:lnTo>
                  <a:lnTo>
                    <a:pt x="9306" y="9513"/>
                  </a:lnTo>
                  <a:lnTo>
                    <a:pt x="9229" y="9539"/>
                  </a:lnTo>
                  <a:lnTo>
                    <a:pt x="9151" y="9565"/>
                  </a:lnTo>
                  <a:lnTo>
                    <a:pt x="9100" y="9617"/>
                  </a:lnTo>
                  <a:lnTo>
                    <a:pt x="8660" y="10056"/>
                  </a:lnTo>
                  <a:lnTo>
                    <a:pt x="5662" y="10056"/>
                  </a:lnTo>
                  <a:lnTo>
                    <a:pt x="5222" y="9617"/>
                  </a:lnTo>
                  <a:lnTo>
                    <a:pt x="5145" y="9565"/>
                  </a:lnTo>
                  <a:lnTo>
                    <a:pt x="5093" y="9539"/>
                  </a:lnTo>
                  <a:lnTo>
                    <a:pt x="5015" y="9513"/>
                  </a:lnTo>
                  <a:lnTo>
                    <a:pt x="4912" y="9487"/>
                  </a:lnTo>
                  <a:lnTo>
                    <a:pt x="1396" y="9487"/>
                  </a:lnTo>
                  <a:lnTo>
                    <a:pt x="1396" y="1267"/>
                  </a:lnTo>
                  <a:lnTo>
                    <a:pt x="1422" y="1189"/>
                  </a:lnTo>
                  <a:lnTo>
                    <a:pt x="1448" y="1112"/>
                  </a:lnTo>
                  <a:lnTo>
                    <a:pt x="1474" y="1034"/>
                  </a:lnTo>
                  <a:lnTo>
                    <a:pt x="1525" y="957"/>
                  </a:lnTo>
                  <a:lnTo>
                    <a:pt x="1603" y="905"/>
                  </a:lnTo>
                  <a:lnTo>
                    <a:pt x="1655" y="879"/>
                  </a:lnTo>
                  <a:lnTo>
                    <a:pt x="1732" y="853"/>
                  </a:lnTo>
                  <a:close/>
                  <a:moveTo>
                    <a:pt x="13468" y="10340"/>
                  </a:moveTo>
                  <a:lnTo>
                    <a:pt x="13468" y="10470"/>
                  </a:lnTo>
                  <a:lnTo>
                    <a:pt x="13442" y="10728"/>
                  </a:lnTo>
                  <a:lnTo>
                    <a:pt x="13365" y="10961"/>
                  </a:lnTo>
                  <a:lnTo>
                    <a:pt x="13262" y="11168"/>
                  </a:lnTo>
                  <a:lnTo>
                    <a:pt x="13106" y="11374"/>
                  </a:lnTo>
                  <a:lnTo>
                    <a:pt x="12925" y="11529"/>
                  </a:lnTo>
                  <a:lnTo>
                    <a:pt x="12693" y="11633"/>
                  </a:lnTo>
                  <a:lnTo>
                    <a:pt x="12460" y="11710"/>
                  </a:lnTo>
                  <a:lnTo>
                    <a:pt x="12202" y="11736"/>
                  </a:lnTo>
                  <a:lnTo>
                    <a:pt x="2094" y="11736"/>
                  </a:lnTo>
                  <a:lnTo>
                    <a:pt x="1862" y="11710"/>
                  </a:lnTo>
                  <a:lnTo>
                    <a:pt x="1603" y="11633"/>
                  </a:lnTo>
                  <a:lnTo>
                    <a:pt x="1396" y="11529"/>
                  </a:lnTo>
                  <a:lnTo>
                    <a:pt x="1215" y="11374"/>
                  </a:lnTo>
                  <a:lnTo>
                    <a:pt x="1060" y="11168"/>
                  </a:lnTo>
                  <a:lnTo>
                    <a:pt x="957" y="10961"/>
                  </a:lnTo>
                  <a:lnTo>
                    <a:pt x="879" y="10728"/>
                  </a:lnTo>
                  <a:lnTo>
                    <a:pt x="853" y="10470"/>
                  </a:lnTo>
                  <a:lnTo>
                    <a:pt x="853" y="10340"/>
                  </a:lnTo>
                  <a:lnTo>
                    <a:pt x="4757" y="10340"/>
                  </a:lnTo>
                  <a:lnTo>
                    <a:pt x="5196" y="10780"/>
                  </a:lnTo>
                  <a:lnTo>
                    <a:pt x="5248" y="10831"/>
                  </a:lnTo>
                  <a:lnTo>
                    <a:pt x="5325" y="10857"/>
                  </a:lnTo>
                  <a:lnTo>
                    <a:pt x="5403" y="10883"/>
                  </a:lnTo>
                  <a:lnTo>
                    <a:pt x="5481" y="10909"/>
                  </a:lnTo>
                  <a:lnTo>
                    <a:pt x="8841" y="10909"/>
                  </a:lnTo>
                  <a:lnTo>
                    <a:pt x="8919" y="10883"/>
                  </a:lnTo>
                  <a:lnTo>
                    <a:pt x="8996" y="10857"/>
                  </a:lnTo>
                  <a:lnTo>
                    <a:pt x="9074" y="10831"/>
                  </a:lnTo>
                  <a:lnTo>
                    <a:pt x="9125" y="10780"/>
                  </a:lnTo>
                  <a:lnTo>
                    <a:pt x="9565" y="10340"/>
                  </a:lnTo>
                  <a:close/>
                  <a:moveTo>
                    <a:pt x="1836" y="0"/>
                  </a:moveTo>
                  <a:lnTo>
                    <a:pt x="1577" y="26"/>
                  </a:lnTo>
                  <a:lnTo>
                    <a:pt x="1345" y="104"/>
                  </a:lnTo>
                  <a:lnTo>
                    <a:pt x="1112" y="233"/>
                  </a:lnTo>
                  <a:lnTo>
                    <a:pt x="931" y="388"/>
                  </a:lnTo>
                  <a:lnTo>
                    <a:pt x="776" y="569"/>
                  </a:lnTo>
                  <a:lnTo>
                    <a:pt x="672" y="776"/>
                  </a:lnTo>
                  <a:lnTo>
                    <a:pt x="595" y="1008"/>
                  </a:lnTo>
                  <a:lnTo>
                    <a:pt x="569" y="1267"/>
                  </a:lnTo>
                  <a:lnTo>
                    <a:pt x="569" y="9487"/>
                  </a:lnTo>
                  <a:lnTo>
                    <a:pt x="440" y="9487"/>
                  </a:lnTo>
                  <a:lnTo>
                    <a:pt x="336" y="9513"/>
                  </a:lnTo>
                  <a:lnTo>
                    <a:pt x="259" y="9539"/>
                  </a:lnTo>
                  <a:lnTo>
                    <a:pt x="207" y="9565"/>
                  </a:lnTo>
                  <a:lnTo>
                    <a:pt x="130" y="9617"/>
                  </a:lnTo>
                  <a:lnTo>
                    <a:pt x="78" y="9694"/>
                  </a:lnTo>
                  <a:lnTo>
                    <a:pt x="52" y="9746"/>
                  </a:lnTo>
                  <a:lnTo>
                    <a:pt x="26" y="9823"/>
                  </a:lnTo>
                  <a:lnTo>
                    <a:pt x="0" y="9927"/>
                  </a:lnTo>
                  <a:lnTo>
                    <a:pt x="0" y="10470"/>
                  </a:lnTo>
                  <a:lnTo>
                    <a:pt x="26" y="10702"/>
                  </a:lnTo>
                  <a:lnTo>
                    <a:pt x="52" y="10909"/>
                  </a:lnTo>
                  <a:lnTo>
                    <a:pt x="104" y="11090"/>
                  </a:lnTo>
                  <a:lnTo>
                    <a:pt x="181" y="11297"/>
                  </a:lnTo>
                  <a:lnTo>
                    <a:pt x="259" y="11478"/>
                  </a:lnTo>
                  <a:lnTo>
                    <a:pt x="362" y="11659"/>
                  </a:lnTo>
                  <a:lnTo>
                    <a:pt x="491" y="11814"/>
                  </a:lnTo>
                  <a:lnTo>
                    <a:pt x="621" y="11969"/>
                  </a:lnTo>
                  <a:lnTo>
                    <a:pt x="776" y="12098"/>
                  </a:lnTo>
                  <a:lnTo>
                    <a:pt x="931" y="12202"/>
                  </a:lnTo>
                  <a:lnTo>
                    <a:pt x="1112" y="12331"/>
                  </a:lnTo>
                  <a:lnTo>
                    <a:pt x="1293" y="12408"/>
                  </a:lnTo>
                  <a:lnTo>
                    <a:pt x="1474" y="12486"/>
                  </a:lnTo>
                  <a:lnTo>
                    <a:pt x="1681" y="12538"/>
                  </a:lnTo>
                  <a:lnTo>
                    <a:pt x="1887" y="12563"/>
                  </a:lnTo>
                  <a:lnTo>
                    <a:pt x="12434" y="12563"/>
                  </a:lnTo>
                  <a:lnTo>
                    <a:pt x="12641" y="12538"/>
                  </a:lnTo>
                  <a:lnTo>
                    <a:pt x="12822" y="12486"/>
                  </a:lnTo>
                  <a:lnTo>
                    <a:pt x="13029" y="12408"/>
                  </a:lnTo>
                  <a:lnTo>
                    <a:pt x="13210" y="12331"/>
                  </a:lnTo>
                  <a:lnTo>
                    <a:pt x="13391" y="12202"/>
                  </a:lnTo>
                  <a:lnTo>
                    <a:pt x="13546" y="12098"/>
                  </a:lnTo>
                  <a:lnTo>
                    <a:pt x="13701" y="11969"/>
                  </a:lnTo>
                  <a:lnTo>
                    <a:pt x="13830" y="11814"/>
                  </a:lnTo>
                  <a:lnTo>
                    <a:pt x="13960" y="11659"/>
                  </a:lnTo>
                  <a:lnTo>
                    <a:pt x="14063" y="11478"/>
                  </a:lnTo>
                  <a:lnTo>
                    <a:pt x="14140" y="11297"/>
                  </a:lnTo>
                  <a:lnTo>
                    <a:pt x="14218" y="11090"/>
                  </a:lnTo>
                  <a:lnTo>
                    <a:pt x="14270" y="10909"/>
                  </a:lnTo>
                  <a:lnTo>
                    <a:pt x="14296" y="10702"/>
                  </a:lnTo>
                  <a:lnTo>
                    <a:pt x="14296" y="10470"/>
                  </a:lnTo>
                  <a:lnTo>
                    <a:pt x="14296" y="9927"/>
                  </a:lnTo>
                  <a:lnTo>
                    <a:pt x="14296" y="9823"/>
                  </a:lnTo>
                  <a:lnTo>
                    <a:pt x="14270" y="9746"/>
                  </a:lnTo>
                  <a:lnTo>
                    <a:pt x="14244" y="9694"/>
                  </a:lnTo>
                  <a:lnTo>
                    <a:pt x="14192" y="9617"/>
                  </a:lnTo>
                  <a:lnTo>
                    <a:pt x="14115" y="9565"/>
                  </a:lnTo>
                  <a:lnTo>
                    <a:pt x="14037" y="9539"/>
                  </a:lnTo>
                  <a:lnTo>
                    <a:pt x="13960" y="9513"/>
                  </a:lnTo>
                  <a:lnTo>
                    <a:pt x="13882" y="9487"/>
                  </a:lnTo>
                  <a:lnTo>
                    <a:pt x="13753" y="9487"/>
                  </a:lnTo>
                  <a:lnTo>
                    <a:pt x="13753" y="1267"/>
                  </a:lnTo>
                  <a:lnTo>
                    <a:pt x="13727" y="1008"/>
                  </a:lnTo>
                  <a:lnTo>
                    <a:pt x="13649" y="776"/>
                  </a:lnTo>
                  <a:lnTo>
                    <a:pt x="13520" y="569"/>
                  </a:lnTo>
                  <a:lnTo>
                    <a:pt x="13391" y="388"/>
                  </a:lnTo>
                  <a:lnTo>
                    <a:pt x="13184" y="233"/>
                  </a:lnTo>
                  <a:lnTo>
                    <a:pt x="12977" y="104"/>
                  </a:lnTo>
                  <a:lnTo>
                    <a:pt x="12745" y="26"/>
                  </a:lnTo>
                  <a:lnTo>
                    <a:pt x="124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9"/>
            <p:cNvSpPr/>
            <p:nvPr/>
          </p:nvSpPr>
          <p:spPr>
            <a:xfrm>
              <a:off x="2605350" y="3382225"/>
              <a:ext cx="146725" cy="174525"/>
            </a:xfrm>
            <a:custGeom>
              <a:avLst/>
              <a:gdLst/>
              <a:ahLst/>
              <a:cxnLst/>
              <a:rect l="l" t="t" r="r" b="b"/>
              <a:pathLst>
                <a:path w="5869" h="6981" extrusionOk="0">
                  <a:moveTo>
                    <a:pt x="2948" y="828"/>
                  </a:moveTo>
                  <a:lnTo>
                    <a:pt x="3465" y="854"/>
                  </a:lnTo>
                  <a:lnTo>
                    <a:pt x="3982" y="931"/>
                  </a:lnTo>
                  <a:lnTo>
                    <a:pt x="4525" y="1061"/>
                  </a:lnTo>
                  <a:lnTo>
                    <a:pt x="5042" y="1242"/>
                  </a:lnTo>
                  <a:lnTo>
                    <a:pt x="5042" y="2689"/>
                  </a:lnTo>
                  <a:lnTo>
                    <a:pt x="5042" y="2974"/>
                  </a:lnTo>
                  <a:lnTo>
                    <a:pt x="4990" y="3232"/>
                  </a:lnTo>
                  <a:lnTo>
                    <a:pt x="4964" y="3491"/>
                  </a:lnTo>
                  <a:lnTo>
                    <a:pt x="4887" y="3749"/>
                  </a:lnTo>
                  <a:lnTo>
                    <a:pt x="4809" y="3982"/>
                  </a:lnTo>
                  <a:lnTo>
                    <a:pt x="4706" y="4240"/>
                  </a:lnTo>
                  <a:lnTo>
                    <a:pt x="4602" y="4473"/>
                  </a:lnTo>
                  <a:lnTo>
                    <a:pt x="4473" y="4706"/>
                  </a:lnTo>
                  <a:lnTo>
                    <a:pt x="4318" y="4912"/>
                  </a:lnTo>
                  <a:lnTo>
                    <a:pt x="4163" y="5119"/>
                  </a:lnTo>
                  <a:lnTo>
                    <a:pt x="4008" y="5300"/>
                  </a:lnTo>
                  <a:lnTo>
                    <a:pt x="3801" y="5507"/>
                  </a:lnTo>
                  <a:lnTo>
                    <a:pt x="3620" y="5662"/>
                  </a:lnTo>
                  <a:lnTo>
                    <a:pt x="3413" y="5817"/>
                  </a:lnTo>
                  <a:lnTo>
                    <a:pt x="3181" y="5972"/>
                  </a:lnTo>
                  <a:lnTo>
                    <a:pt x="2948" y="6102"/>
                  </a:lnTo>
                  <a:lnTo>
                    <a:pt x="2715" y="5972"/>
                  </a:lnTo>
                  <a:lnTo>
                    <a:pt x="2483" y="5817"/>
                  </a:lnTo>
                  <a:lnTo>
                    <a:pt x="2276" y="5662"/>
                  </a:lnTo>
                  <a:lnTo>
                    <a:pt x="2069" y="5507"/>
                  </a:lnTo>
                  <a:lnTo>
                    <a:pt x="1888" y="5300"/>
                  </a:lnTo>
                  <a:lnTo>
                    <a:pt x="1733" y="5119"/>
                  </a:lnTo>
                  <a:lnTo>
                    <a:pt x="1552" y="4912"/>
                  </a:lnTo>
                  <a:lnTo>
                    <a:pt x="1423" y="4706"/>
                  </a:lnTo>
                  <a:lnTo>
                    <a:pt x="1293" y="4473"/>
                  </a:lnTo>
                  <a:lnTo>
                    <a:pt x="1164" y="4240"/>
                  </a:lnTo>
                  <a:lnTo>
                    <a:pt x="1087" y="3982"/>
                  </a:lnTo>
                  <a:lnTo>
                    <a:pt x="1009" y="3749"/>
                  </a:lnTo>
                  <a:lnTo>
                    <a:pt x="932" y="3491"/>
                  </a:lnTo>
                  <a:lnTo>
                    <a:pt x="880" y="3232"/>
                  </a:lnTo>
                  <a:lnTo>
                    <a:pt x="854" y="2974"/>
                  </a:lnTo>
                  <a:lnTo>
                    <a:pt x="854" y="2689"/>
                  </a:lnTo>
                  <a:lnTo>
                    <a:pt x="854" y="1242"/>
                  </a:lnTo>
                  <a:lnTo>
                    <a:pt x="1371" y="1061"/>
                  </a:lnTo>
                  <a:lnTo>
                    <a:pt x="1888" y="931"/>
                  </a:lnTo>
                  <a:lnTo>
                    <a:pt x="2431" y="854"/>
                  </a:lnTo>
                  <a:lnTo>
                    <a:pt x="2948" y="828"/>
                  </a:lnTo>
                  <a:close/>
                  <a:moveTo>
                    <a:pt x="2612" y="1"/>
                  </a:moveTo>
                  <a:lnTo>
                    <a:pt x="2276" y="27"/>
                  </a:lnTo>
                  <a:lnTo>
                    <a:pt x="1940" y="78"/>
                  </a:lnTo>
                  <a:lnTo>
                    <a:pt x="1604" y="156"/>
                  </a:lnTo>
                  <a:lnTo>
                    <a:pt x="1268" y="234"/>
                  </a:lnTo>
                  <a:lnTo>
                    <a:pt x="932" y="337"/>
                  </a:lnTo>
                  <a:lnTo>
                    <a:pt x="595" y="440"/>
                  </a:lnTo>
                  <a:lnTo>
                    <a:pt x="259" y="595"/>
                  </a:lnTo>
                  <a:lnTo>
                    <a:pt x="156" y="647"/>
                  </a:lnTo>
                  <a:lnTo>
                    <a:pt x="78" y="751"/>
                  </a:lnTo>
                  <a:lnTo>
                    <a:pt x="27" y="854"/>
                  </a:lnTo>
                  <a:lnTo>
                    <a:pt x="1" y="983"/>
                  </a:lnTo>
                  <a:lnTo>
                    <a:pt x="1" y="2689"/>
                  </a:lnTo>
                  <a:lnTo>
                    <a:pt x="27" y="3025"/>
                  </a:lnTo>
                  <a:lnTo>
                    <a:pt x="53" y="3361"/>
                  </a:lnTo>
                  <a:lnTo>
                    <a:pt x="130" y="3697"/>
                  </a:lnTo>
                  <a:lnTo>
                    <a:pt x="208" y="4033"/>
                  </a:lnTo>
                  <a:lnTo>
                    <a:pt x="311" y="4344"/>
                  </a:lnTo>
                  <a:lnTo>
                    <a:pt x="440" y="4654"/>
                  </a:lnTo>
                  <a:lnTo>
                    <a:pt x="595" y="4938"/>
                  </a:lnTo>
                  <a:lnTo>
                    <a:pt x="776" y="5223"/>
                  </a:lnTo>
                  <a:lnTo>
                    <a:pt x="957" y="5507"/>
                  </a:lnTo>
                  <a:lnTo>
                    <a:pt x="1164" y="5765"/>
                  </a:lnTo>
                  <a:lnTo>
                    <a:pt x="1397" y="5998"/>
                  </a:lnTo>
                  <a:lnTo>
                    <a:pt x="1629" y="6231"/>
                  </a:lnTo>
                  <a:lnTo>
                    <a:pt x="1888" y="6438"/>
                  </a:lnTo>
                  <a:lnTo>
                    <a:pt x="2172" y="6619"/>
                  </a:lnTo>
                  <a:lnTo>
                    <a:pt x="2457" y="6799"/>
                  </a:lnTo>
                  <a:lnTo>
                    <a:pt x="2767" y="6955"/>
                  </a:lnTo>
                  <a:lnTo>
                    <a:pt x="2870" y="6980"/>
                  </a:lnTo>
                  <a:lnTo>
                    <a:pt x="3025" y="6980"/>
                  </a:lnTo>
                  <a:lnTo>
                    <a:pt x="3103" y="6955"/>
                  </a:lnTo>
                  <a:lnTo>
                    <a:pt x="3413" y="6799"/>
                  </a:lnTo>
                  <a:lnTo>
                    <a:pt x="3723" y="6619"/>
                  </a:lnTo>
                  <a:lnTo>
                    <a:pt x="3982" y="6438"/>
                  </a:lnTo>
                  <a:lnTo>
                    <a:pt x="4266" y="6231"/>
                  </a:lnTo>
                  <a:lnTo>
                    <a:pt x="4499" y="5998"/>
                  </a:lnTo>
                  <a:lnTo>
                    <a:pt x="4732" y="5765"/>
                  </a:lnTo>
                  <a:lnTo>
                    <a:pt x="4938" y="5507"/>
                  </a:lnTo>
                  <a:lnTo>
                    <a:pt x="5119" y="5223"/>
                  </a:lnTo>
                  <a:lnTo>
                    <a:pt x="5300" y="4938"/>
                  </a:lnTo>
                  <a:lnTo>
                    <a:pt x="5455" y="4654"/>
                  </a:lnTo>
                  <a:lnTo>
                    <a:pt x="5585" y="4344"/>
                  </a:lnTo>
                  <a:lnTo>
                    <a:pt x="5688" y="4033"/>
                  </a:lnTo>
                  <a:lnTo>
                    <a:pt x="5766" y="3697"/>
                  </a:lnTo>
                  <a:lnTo>
                    <a:pt x="5817" y="3361"/>
                  </a:lnTo>
                  <a:lnTo>
                    <a:pt x="5869" y="3025"/>
                  </a:lnTo>
                  <a:lnTo>
                    <a:pt x="5869" y="2689"/>
                  </a:lnTo>
                  <a:lnTo>
                    <a:pt x="5869" y="983"/>
                  </a:lnTo>
                  <a:lnTo>
                    <a:pt x="5869" y="854"/>
                  </a:lnTo>
                  <a:lnTo>
                    <a:pt x="5817" y="751"/>
                  </a:lnTo>
                  <a:lnTo>
                    <a:pt x="5740" y="647"/>
                  </a:lnTo>
                  <a:lnTo>
                    <a:pt x="5636" y="595"/>
                  </a:lnTo>
                  <a:lnTo>
                    <a:pt x="5300" y="440"/>
                  </a:lnTo>
                  <a:lnTo>
                    <a:pt x="4964" y="337"/>
                  </a:lnTo>
                  <a:lnTo>
                    <a:pt x="4628" y="234"/>
                  </a:lnTo>
                  <a:lnTo>
                    <a:pt x="4292" y="156"/>
                  </a:lnTo>
                  <a:lnTo>
                    <a:pt x="3956" y="78"/>
                  </a:lnTo>
                  <a:lnTo>
                    <a:pt x="3620" y="27"/>
                  </a:lnTo>
                  <a:lnTo>
                    <a:pt x="32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9"/>
            <p:cNvSpPr/>
            <p:nvPr/>
          </p:nvSpPr>
          <p:spPr>
            <a:xfrm>
              <a:off x="2646075" y="3444275"/>
              <a:ext cx="65300" cy="50425"/>
            </a:xfrm>
            <a:custGeom>
              <a:avLst/>
              <a:gdLst/>
              <a:ahLst/>
              <a:cxnLst/>
              <a:rect l="l" t="t" r="r" b="b"/>
              <a:pathLst>
                <a:path w="2612" h="2017" extrusionOk="0">
                  <a:moveTo>
                    <a:pt x="2120" y="0"/>
                  </a:moveTo>
                  <a:lnTo>
                    <a:pt x="2043" y="26"/>
                  </a:lnTo>
                  <a:lnTo>
                    <a:pt x="1965" y="52"/>
                  </a:lnTo>
                  <a:lnTo>
                    <a:pt x="1913" y="130"/>
                  </a:lnTo>
                  <a:lnTo>
                    <a:pt x="1009" y="1009"/>
                  </a:lnTo>
                  <a:lnTo>
                    <a:pt x="724" y="698"/>
                  </a:lnTo>
                  <a:lnTo>
                    <a:pt x="647" y="647"/>
                  </a:lnTo>
                  <a:lnTo>
                    <a:pt x="595" y="621"/>
                  </a:lnTo>
                  <a:lnTo>
                    <a:pt x="517" y="595"/>
                  </a:lnTo>
                  <a:lnTo>
                    <a:pt x="337" y="595"/>
                  </a:lnTo>
                  <a:lnTo>
                    <a:pt x="259" y="621"/>
                  </a:lnTo>
                  <a:lnTo>
                    <a:pt x="207" y="647"/>
                  </a:lnTo>
                  <a:lnTo>
                    <a:pt x="130" y="698"/>
                  </a:lnTo>
                  <a:lnTo>
                    <a:pt x="78" y="776"/>
                  </a:lnTo>
                  <a:lnTo>
                    <a:pt x="26" y="854"/>
                  </a:lnTo>
                  <a:lnTo>
                    <a:pt x="26" y="931"/>
                  </a:lnTo>
                  <a:lnTo>
                    <a:pt x="0" y="1009"/>
                  </a:lnTo>
                  <a:lnTo>
                    <a:pt x="26" y="1086"/>
                  </a:lnTo>
                  <a:lnTo>
                    <a:pt x="26" y="1164"/>
                  </a:lnTo>
                  <a:lnTo>
                    <a:pt x="78" y="1241"/>
                  </a:lnTo>
                  <a:lnTo>
                    <a:pt x="130" y="1293"/>
                  </a:lnTo>
                  <a:lnTo>
                    <a:pt x="724" y="1888"/>
                  </a:lnTo>
                  <a:lnTo>
                    <a:pt x="776" y="1939"/>
                  </a:lnTo>
                  <a:lnTo>
                    <a:pt x="854" y="1991"/>
                  </a:lnTo>
                  <a:lnTo>
                    <a:pt x="931" y="2017"/>
                  </a:lnTo>
                  <a:lnTo>
                    <a:pt x="1112" y="2017"/>
                  </a:lnTo>
                  <a:lnTo>
                    <a:pt x="1190" y="1991"/>
                  </a:lnTo>
                  <a:lnTo>
                    <a:pt x="1241" y="1939"/>
                  </a:lnTo>
                  <a:lnTo>
                    <a:pt x="1319" y="1888"/>
                  </a:lnTo>
                  <a:lnTo>
                    <a:pt x="2508" y="698"/>
                  </a:lnTo>
                  <a:lnTo>
                    <a:pt x="2560" y="647"/>
                  </a:lnTo>
                  <a:lnTo>
                    <a:pt x="2586" y="569"/>
                  </a:lnTo>
                  <a:lnTo>
                    <a:pt x="2611" y="492"/>
                  </a:lnTo>
                  <a:lnTo>
                    <a:pt x="2611" y="414"/>
                  </a:lnTo>
                  <a:lnTo>
                    <a:pt x="2611" y="337"/>
                  </a:lnTo>
                  <a:lnTo>
                    <a:pt x="2586" y="259"/>
                  </a:lnTo>
                  <a:lnTo>
                    <a:pt x="2560" y="181"/>
                  </a:lnTo>
                  <a:lnTo>
                    <a:pt x="2508" y="130"/>
                  </a:lnTo>
                  <a:lnTo>
                    <a:pt x="2430" y="52"/>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59"/>
          <p:cNvGrpSpPr/>
          <p:nvPr/>
        </p:nvGrpSpPr>
        <p:grpSpPr>
          <a:xfrm>
            <a:off x="3975682" y="3472023"/>
            <a:ext cx="383454" cy="336998"/>
            <a:chOff x="3254200" y="3333125"/>
            <a:chExt cx="357400" cy="314100"/>
          </a:xfrm>
        </p:grpSpPr>
        <p:sp>
          <p:nvSpPr>
            <p:cNvPr id="978" name="Google Shape;978;p59"/>
            <p:cNvSpPr/>
            <p:nvPr/>
          </p:nvSpPr>
          <p:spPr>
            <a:xfrm>
              <a:off x="3338875" y="3371900"/>
              <a:ext cx="188075" cy="188075"/>
            </a:xfrm>
            <a:custGeom>
              <a:avLst/>
              <a:gdLst/>
              <a:ahLst/>
              <a:cxnLst/>
              <a:rect l="l" t="t" r="r" b="b"/>
              <a:pathLst>
                <a:path w="7523" h="7523" extrusionOk="0">
                  <a:moveTo>
                    <a:pt x="3774" y="827"/>
                  </a:moveTo>
                  <a:lnTo>
                    <a:pt x="3955" y="853"/>
                  </a:lnTo>
                  <a:lnTo>
                    <a:pt x="4110" y="905"/>
                  </a:lnTo>
                  <a:lnTo>
                    <a:pt x="4265" y="983"/>
                  </a:lnTo>
                  <a:lnTo>
                    <a:pt x="4421" y="1060"/>
                  </a:lnTo>
                  <a:lnTo>
                    <a:pt x="4524" y="1189"/>
                  </a:lnTo>
                  <a:lnTo>
                    <a:pt x="4627" y="1344"/>
                  </a:lnTo>
                  <a:lnTo>
                    <a:pt x="4705" y="1500"/>
                  </a:lnTo>
                  <a:lnTo>
                    <a:pt x="4731" y="1655"/>
                  </a:lnTo>
                  <a:lnTo>
                    <a:pt x="2792" y="1655"/>
                  </a:lnTo>
                  <a:lnTo>
                    <a:pt x="2844" y="1500"/>
                  </a:lnTo>
                  <a:lnTo>
                    <a:pt x="2921" y="1344"/>
                  </a:lnTo>
                  <a:lnTo>
                    <a:pt x="2999" y="1189"/>
                  </a:lnTo>
                  <a:lnTo>
                    <a:pt x="3128" y="1060"/>
                  </a:lnTo>
                  <a:lnTo>
                    <a:pt x="3257" y="983"/>
                  </a:lnTo>
                  <a:lnTo>
                    <a:pt x="3412" y="905"/>
                  </a:lnTo>
                  <a:lnTo>
                    <a:pt x="3593" y="853"/>
                  </a:lnTo>
                  <a:lnTo>
                    <a:pt x="3774" y="827"/>
                  </a:lnTo>
                  <a:close/>
                  <a:moveTo>
                    <a:pt x="5222" y="2508"/>
                  </a:moveTo>
                  <a:lnTo>
                    <a:pt x="5274" y="2534"/>
                  </a:lnTo>
                  <a:lnTo>
                    <a:pt x="5299" y="2585"/>
                  </a:lnTo>
                  <a:lnTo>
                    <a:pt x="5299" y="2637"/>
                  </a:lnTo>
                  <a:lnTo>
                    <a:pt x="5299" y="5144"/>
                  </a:lnTo>
                  <a:lnTo>
                    <a:pt x="5299" y="5325"/>
                  </a:lnTo>
                  <a:lnTo>
                    <a:pt x="5274" y="5455"/>
                  </a:lnTo>
                  <a:lnTo>
                    <a:pt x="5170" y="5765"/>
                  </a:lnTo>
                  <a:lnTo>
                    <a:pt x="5041" y="6023"/>
                  </a:lnTo>
                  <a:lnTo>
                    <a:pt x="4860" y="6230"/>
                  </a:lnTo>
                  <a:lnTo>
                    <a:pt x="4627" y="6437"/>
                  </a:lnTo>
                  <a:lnTo>
                    <a:pt x="4369" y="6566"/>
                  </a:lnTo>
                  <a:lnTo>
                    <a:pt x="4084" y="6670"/>
                  </a:lnTo>
                  <a:lnTo>
                    <a:pt x="3929" y="6695"/>
                  </a:lnTo>
                  <a:lnTo>
                    <a:pt x="3619" y="6695"/>
                  </a:lnTo>
                  <a:lnTo>
                    <a:pt x="3464" y="6670"/>
                  </a:lnTo>
                  <a:lnTo>
                    <a:pt x="3180" y="6566"/>
                  </a:lnTo>
                  <a:lnTo>
                    <a:pt x="2921" y="6437"/>
                  </a:lnTo>
                  <a:lnTo>
                    <a:pt x="2689" y="6230"/>
                  </a:lnTo>
                  <a:lnTo>
                    <a:pt x="2482" y="6023"/>
                  </a:lnTo>
                  <a:lnTo>
                    <a:pt x="2352" y="5765"/>
                  </a:lnTo>
                  <a:lnTo>
                    <a:pt x="2275" y="5455"/>
                  </a:lnTo>
                  <a:lnTo>
                    <a:pt x="2249" y="5325"/>
                  </a:lnTo>
                  <a:lnTo>
                    <a:pt x="2223" y="5144"/>
                  </a:lnTo>
                  <a:lnTo>
                    <a:pt x="2223" y="2637"/>
                  </a:lnTo>
                  <a:lnTo>
                    <a:pt x="2249" y="2585"/>
                  </a:lnTo>
                  <a:lnTo>
                    <a:pt x="2275" y="2534"/>
                  </a:lnTo>
                  <a:lnTo>
                    <a:pt x="2327" y="2508"/>
                  </a:lnTo>
                  <a:close/>
                  <a:moveTo>
                    <a:pt x="3593" y="0"/>
                  </a:moveTo>
                  <a:lnTo>
                    <a:pt x="3412" y="26"/>
                  </a:lnTo>
                  <a:lnTo>
                    <a:pt x="3231" y="78"/>
                  </a:lnTo>
                  <a:lnTo>
                    <a:pt x="3076" y="130"/>
                  </a:lnTo>
                  <a:lnTo>
                    <a:pt x="2921" y="207"/>
                  </a:lnTo>
                  <a:lnTo>
                    <a:pt x="2766" y="285"/>
                  </a:lnTo>
                  <a:lnTo>
                    <a:pt x="2637" y="388"/>
                  </a:lnTo>
                  <a:lnTo>
                    <a:pt x="2508" y="517"/>
                  </a:lnTo>
                  <a:lnTo>
                    <a:pt x="2378" y="647"/>
                  </a:lnTo>
                  <a:lnTo>
                    <a:pt x="2275" y="776"/>
                  </a:lnTo>
                  <a:lnTo>
                    <a:pt x="2197" y="905"/>
                  </a:lnTo>
                  <a:lnTo>
                    <a:pt x="2120" y="1060"/>
                  </a:lnTo>
                  <a:lnTo>
                    <a:pt x="2042" y="1241"/>
                  </a:lnTo>
                  <a:lnTo>
                    <a:pt x="1991" y="1396"/>
                  </a:lnTo>
                  <a:lnTo>
                    <a:pt x="1965" y="1577"/>
                  </a:lnTo>
                  <a:lnTo>
                    <a:pt x="1965" y="1758"/>
                  </a:lnTo>
                  <a:lnTo>
                    <a:pt x="1810" y="1836"/>
                  </a:lnTo>
                  <a:lnTo>
                    <a:pt x="1680" y="1965"/>
                  </a:lnTo>
                  <a:lnTo>
                    <a:pt x="1577" y="2068"/>
                  </a:lnTo>
                  <a:lnTo>
                    <a:pt x="1499" y="2223"/>
                  </a:lnTo>
                  <a:lnTo>
                    <a:pt x="1008" y="2223"/>
                  </a:lnTo>
                  <a:lnTo>
                    <a:pt x="801" y="1681"/>
                  </a:lnTo>
                  <a:lnTo>
                    <a:pt x="776" y="1603"/>
                  </a:lnTo>
                  <a:lnTo>
                    <a:pt x="724" y="1525"/>
                  </a:lnTo>
                  <a:lnTo>
                    <a:pt x="672" y="1474"/>
                  </a:lnTo>
                  <a:lnTo>
                    <a:pt x="595" y="1422"/>
                  </a:lnTo>
                  <a:lnTo>
                    <a:pt x="517" y="1396"/>
                  </a:lnTo>
                  <a:lnTo>
                    <a:pt x="362" y="1396"/>
                  </a:lnTo>
                  <a:lnTo>
                    <a:pt x="284" y="1422"/>
                  </a:lnTo>
                  <a:lnTo>
                    <a:pt x="207" y="1448"/>
                  </a:lnTo>
                  <a:lnTo>
                    <a:pt x="129" y="1500"/>
                  </a:lnTo>
                  <a:lnTo>
                    <a:pt x="78" y="1551"/>
                  </a:lnTo>
                  <a:lnTo>
                    <a:pt x="52" y="1629"/>
                  </a:lnTo>
                  <a:lnTo>
                    <a:pt x="0" y="1706"/>
                  </a:lnTo>
                  <a:lnTo>
                    <a:pt x="0" y="1784"/>
                  </a:lnTo>
                  <a:lnTo>
                    <a:pt x="0" y="1861"/>
                  </a:lnTo>
                  <a:lnTo>
                    <a:pt x="26" y="1939"/>
                  </a:lnTo>
                  <a:lnTo>
                    <a:pt x="310" y="2766"/>
                  </a:lnTo>
                  <a:lnTo>
                    <a:pt x="362" y="2895"/>
                  </a:lnTo>
                  <a:lnTo>
                    <a:pt x="440" y="2973"/>
                  </a:lnTo>
                  <a:lnTo>
                    <a:pt x="569" y="3051"/>
                  </a:lnTo>
                  <a:lnTo>
                    <a:pt x="1396" y="3051"/>
                  </a:lnTo>
                  <a:lnTo>
                    <a:pt x="1396" y="3904"/>
                  </a:lnTo>
                  <a:lnTo>
                    <a:pt x="620" y="3904"/>
                  </a:lnTo>
                  <a:lnTo>
                    <a:pt x="543" y="3929"/>
                  </a:lnTo>
                  <a:lnTo>
                    <a:pt x="465" y="3981"/>
                  </a:lnTo>
                  <a:lnTo>
                    <a:pt x="388" y="4033"/>
                  </a:lnTo>
                  <a:lnTo>
                    <a:pt x="336" y="4085"/>
                  </a:lnTo>
                  <a:lnTo>
                    <a:pt x="310" y="4162"/>
                  </a:lnTo>
                  <a:lnTo>
                    <a:pt x="284" y="4240"/>
                  </a:lnTo>
                  <a:lnTo>
                    <a:pt x="284" y="4317"/>
                  </a:lnTo>
                  <a:lnTo>
                    <a:pt x="284" y="4395"/>
                  </a:lnTo>
                  <a:lnTo>
                    <a:pt x="310" y="4472"/>
                  </a:lnTo>
                  <a:lnTo>
                    <a:pt x="336" y="4550"/>
                  </a:lnTo>
                  <a:lnTo>
                    <a:pt x="388" y="4627"/>
                  </a:lnTo>
                  <a:lnTo>
                    <a:pt x="465" y="4679"/>
                  </a:lnTo>
                  <a:lnTo>
                    <a:pt x="543" y="4705"/>
                  </a:lnTo>
                  <a:lnTo>
                    <a:pt x="620" y="4731"/>
                  </a:lnTo>
                  <a:lnTo>
                    <a:pt x="1396" y="4731"/>
                  </a:lnTo>
                  <a:lnTo>
                    <a:pt x="1396" y="5144"/>
                  </a:lnTo>
                  <a:lnTo>
                    <a:pt x="1396" y="5377"/>
                  </a:lnTo>
                  <a:lnTo>
                    <a:pt x="1422" y="5584"/>
                  </a:lnTo>
                  <a:lnTo>
                    <a:pt x="569" y="5584"/>
                  </a:lnTo>
                  <a:lnTo>
                    <a:pt x="440" y="5661"/>
                  </a:lnTo>
                  <a:lnTo>
                    <a:pt x="362" y="5739"/>
                  </a:lnTo>
                  <a:lnTo>
                    <a:pt x="310" y="5868"/>
                  </a:lnTo>
                  <a:lnTo>
                    <a:pt x="26" y="6695"/>
                  </a:lnTo>
                  <a:lnTo>
                    <a:pt x="0" y="6773"/>
                  </a:lnTo>
                  <a:lnTo>
                    <a:pt x="0" y="6876"/>
                  </a:lnTo>
                  <a:lnTo>
                    <a:pt x="0" y="6954"/>
                  </a:lnTo>
                  <a:lnTo>
                    <a:pt x="52" y="7032"/>
                  </a:lnTo>
                  <a:lnTo>
                    <a:pt x="78" y="7083"/>
                  </a:lnTo>
                  <a:lnTo>
                    <a:pt x="129" y="7135"/>
                  </a:lnTo>
                  <a:lnTo>
                    <a:pt x="207" y="7187"/>
                  </a:lnTo>
                  <a:lnTo>
                    <a:pt x="284" y="7238"/>
                  </a:lnTo>
                  <a:lnTo>
                    <a:pt x="517" y="7238"/>
                  </a:lnTo>
                  <a:lnTo>
                    <a:pt x="595" y="7212"/>
                  </a:lnTo>
                  <a:lnTo>
                    <a:pt x="672" y="7161"/>
                  </a:lnTo>
                  <a:lnTo>
                    <a:pt x="724" y="7109"/>
                  </a:lnTo>
                  <a:lnTo>
                    <a:pt x="776" y="7032"/>
                  </a:lnTo>
                  <a:lnTo>
                    <a:pt x="801" y="6954"/>
                  </a:lnTo>
                  <a:lnTo>
                    <a:pt x="1008" y="6411"/>
                  </a:lnTo>
                  <a:lnTo>
                    <a:pt x="1758" y="6411"/>
                  </a:lnTo>
                  <a:lnTo>
                    <a:pt x="1939" y="6644"/>
                  </a:lnTo>
                  <a:lnTo>
                    <a:pt x="2120" y="6876"/>
                  </a:lnTo>
                  <a:lnTo>
                    <a:pt x="2352" y="7057"/>
                  </a:lnTo>
                  <a:lnTo>
                    <a:pt x="2611" y="7212"/>
                  </a:lnTo>
                  <a:lnTo>
                    <a:pt x="2869" y="7342"/>
                  </a:lnTo>
                  <a:lnTo>
                    <a:pt x="3154" y="7445"/>
                  </a:lnTo>
                  <a:lnTo>
                    <a:pt x="3464" y="7523"/>
                  </a:lnTo>
                  <a:lnTo>
                    <a:pt x="4084" y="7523"/>
                  </a:lnTo>
                  <a:lnTo>
                    <a:pt x="4369" y="7445"/>
                  </a:lnTo>
                  <a:lnTo>
                    <a:pt x="4653" y="7342"/>
                  </a:lnTo>
                  <a:lnTo>
                    <a:pt x="4938" y="7212"/>
                  </a:lnTo>
                  <a:lnTo>
                    <a:pt x="5170" y="7057"/>
                  </a:lnTo>
                  <a:lnTo>
                    <a:pt x="5403" y="6876"/>
                  </a:lnTo>
                  <a:lnTo>
                    <a:pt x="5610" y="6644"/>
                  </a:lnTo>
                  <a:lnTo>
                    <a:pt x="5791" y="6411"/>
                  </a:lnTo>
                  <a:lnTo>
                    <a:pt x="6540" y="6411"/>
                  </a:lnTo>
                  <a:lnTo>
                    <a:pt x="6721" y="6954"/>
                  </a:lnTo>
                  <a:lnTo>
                    <a:pt x="6747" y="7032"/>
                  </a:lnTo>
                  <a:lnTo>
                    <a:pt x="6799" y="7109"/>
                  </a:lnTo>
                  <a:lnTo>
                    <a:pt x="6850" y="7161"/>
                  </a:lnTo>
                  <a:lnTo>
                    <a:pt x="6928" y="7212"/>
                  </a:lnTo>
                  <a:lnTo>
                    <a:pt x="7006" y="7238"/>
                  </a:lnTo>
                  <a:lnTo>
                    <a:pt x="7238" y="7238"/>
                  </a:lnTo>
                  <a:lnTo>
                    <a:pt x="7316" y="7187"/>
                  </a:lnTo>
                  <a:lnTo>
                    <a:pt x="7393" y="7135"/>
                  </a:lnTo>
                  <a:lnTo>
                    <a:pt x="7445" y="7083"/>
                  </a:lnTo>
                  <a:lnTo>
                    <a:pt x="7497" y="7032"/>
                  </a:lnTo>
                  <a:lnTo>
                    <a:pt x="7523" y="6954"/>
                  </a:lnTo>
                  <a:lnTo>
                    <a:pt x="7523" y="6876"/>
                  </a:lnTo>
                  <a:lnTo>
                    <a:pt x="7523" y="6773"/>
                  </a:lnTo>
                  <a:lnTo>
                    <a:pt x="7523" y="6695"/>
                  </a:lnTo>
                  <a:lnTo>
                    <a:pt x="7238" y="5868"/>
                  </a:lnTo>
                  <a:lnTo>
                    <a:pt x="7186" y="5739"/>
                  </a:lnTo>
                  <a:lnTo>
                    <a:pt x="7083" y="5661"/>
                  </a:lnTo>
                  <a:lnTo>
                    <a:pt x="6980" y="5584"/>
                  </a:lnTo>
                  <a:lnTo>
                    <a:pt x="6101" y="5584"/>
                  </a:lnTo>
                  <a:lnTo>
                    <a:pt x="6127" y="5377"/>
                  </a:lnTo>
                  <a:lnTo>
                    <a:pt x="6152" y="5144"/>
                  </a:lnTo>
                  <a:lnTo>
                    <a:pt x="6152" y="4731"/>
                  </a:lnTo>
                  <a:lnTo>
                    <a:pt x="6928" y="4731"/>
                  </a:lnTo>
                  <a:lnTo>
                    <a:pt x="7006" y="4705"/>
                  </a:lnTo>
                  <a:lnTo>
                    <a:pt x="7083" y="4679"/>
                  </a:lnTo>
                  <a:lnTo>
                    <a:pt x="7135" y="4627"/>
                  </a:lnTo>
                  <a:lnTo>
                    <a:pt x="7186" y="4550"/>
                  </a:lnTo>
                  <a:lnTo>
                    <a:pt x="7212" y="4472"/>
                  </a:lnTo>
                  <a:lnTo>
                    <a:pt x="7238" y="4395"/>
                  </a:lnTo>
                  <a:lnTo>
                    <a:pt x="7264" y="4317"/>
                  </a:lnTo>
                  <a:lnTo>
                    <a:pt x="7238" y="4240"/>
                  </a:lnTo>
                  <a:lnTo>
                    <a:pt x="7212" y="4162"/>
                  </a:lnTo>
                  <a:lnTo>
                    <a:pt x="7186" y="4085"/>
                  </a:lnTo>
                  <a:lnTo>
                    <a:pt x="7135" y="4033"/>
                  </a:lnTo>
                  <a:lnTo>
                    <a:pt x="7083" y="3981"/>
                  </a:lnTo>
                  <a:lnTo>
                    <a:pt x="7006" y="3929"/>
                  </a:lnTo>
                  <a:lnTo>
                    <a:pt x="6928" y="3904"/>
                  </a:lnTo>
                  <a:lnTo>
                    <a:pt x="6152" y="3904"/>
                  </a:lnTo>
                  <a:lnTo>
                    <a:pt x="6152" y="3051"/>
                  </a:lnTo>
                  <a:lnTo>
                    <a:pt x="6980" y="3051"/>
                  </a:lnTo>
                  <a:lnTo>
                    <a:pt x="7083" y="2973"/>
                  </a:lnTo>
                  <a:lnTo>
                    <a:pt x="7186" y="2895"/>
                  </a:lnTo>
                  <a:lnTo>
                    <a:pt x="7238" y="2766"/>
                  </a:lnTo>
                  <a:lnTo>
                    <a:pt x="7523" y="1939"/>
                  </a:lnTo>
                  <a:lnTo>
                    <a:pt x="7523" y="1861"/>
                  </a:lnTo>
                  <a:lnTo>
                    <a:pt x="7523" y="1784"/>
                  </a:lnTo>
                  <a:lnTo>
                    <a:pt x="7523" y="1706"/>
                  </a:lnTo>
                  <a:lnTo>
                    <a:pt x="7497" y="1629"/>
                  </a:lnTo>
                  <a:lnTo>
                    <a:pt x="7445" y="1551"/>
                  </a:lnTo>
                  <a:lnTo>
                    <a:pt x="7393" y="1500"/>
                  </a:lnTo>
                  <a:lnTo>
                    <a:pt x="7316" y="1448"/>
                  </a:lnTo>
                  <a:lnTo>
                    <a:pt x="7238" y="1422"/>
                  </a:lnTo>
                  <a:lnTo>
                    <a:pt x="7161" y="1396"/>
                  </a:lnTo>
                  <a:lnTo>
                    <a:pt x="7006" y="1396"/>
                  </a:lnTo>
                  <a:lnTo>
                    <a:pt x="6928" y="1422"/>
                  </a:lnTo>
                  <a:lnTo>
                    <a:pt x="6850" y="1474"/>
                  </a:lnTo>
                  <a:lnTo>
                    <a:pt x="6799" y="1525"/>
                  </a:lnTo>
                  <a:lnTo>
                    <a:pt x="6747" y="1603"/>
                  </a:lnTo>
                  <a:lnTo>
                    <a:pt x="6721" y="1681"/>
                  </a:lnTo>
                  <a:lnTo>
                    <a:pt x="6540" y="2223"/>
                  </a:lnTo>
                  <a:lnTo>
                    <a:pt x="6049" y="2223"/>
                  </a:lnTo>
                  <a:lnTo>
                    <a:pt x="5972" y="2068"/>
                  </a:lnTo>
                  <a:lnTo>
                    <a:pt x="5842" y="1965"/>
                  </a:lnTo>
                  <a:lnTo>
                    <a:pt x="5713" y="1836"/>
                  </a:lnTo>
                  <a:lnTo>
                    <a:pt x="5584" y="1758"/>
                  </a:lnTo>
                  <a:lnTo>
                    <a:pt x="5558" y="1577"/>
                  </a:lnTo>
                  <a:lnTo>
                    <a:pt x="5532" y="1396"/>
                  </a:lnTo>
                  <a:lnTo>
                    <a:pt x="5480" y="1241"/>
                  </a:lnTo>
                  <a:lnTo>
                    <a:pt x="5429" y="1060"/>
                  </a:lnTo>
                  <a:lnTo>
                    <a:pt x="5351" y="905"/>
                  </a:lnTo>
                  <a:lnTo>
                    <a:pt x="5248" y="776"/>
                  </a:lnTo>
                  <a:lnTo>
                    <a:pt x="5144" y="647"/>
                  </a:lnTo>
                  <a:lnTo>
                    <a:pt x="5041" y="517"/>
                  </a:lnTo>
                  <a:lnTo>
                    <a:pt x="4912" y="388"/>
                  </a:lnTo>
                  <a:lnTo>
                    <a:pt x="4757" y="285"/>
                  </a:lnTo>
                  <a:lnTo>
                    <a:pt x="4627" y="207"/>
                  </a:lnTo>
                  <a:lnTo>
                    <a:pt x="4472" y="130"/>
                  </a:lnTo>
                  <a:lnTo>
                    <a:pt x="4291" y="78"/>
                  </a:lnTo>
                  <a:lnTo>
                    <a:pt x="4136" y="26"/>
                  </a:lnTo>
                  <a:lnTo>
                    <a:pt x="39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9"/>
            <p:cNvSpPr/>
            <p:nvPr/>
          </p:nvSpPr>
          <p:spPr>
            <a:xfrm>
              <a:off x="3254200" y="3333125"/>
              <a:ext cx="357400" cy="314100"/>
            </a:xfrm>
            <a:custGeom>
              <a:avLst/>
              <a:gdLst/>
              <a:ahLst/>
              <a:cxnLst/>
              <a:rect l="l" t="t" r="r" b="b"/>
              <a:pathLst>
                <a:path w="14296" h="12564" extrusionOk="0">
                  <a:moveTo>
                    <a:pt x="12564" y="853"/>
                  </a:moveTo>
                  <a:lnTo>
                    <a:pt x="12642" y="879"/>
                  </a:lnTo>
                  <a:lnTo>
                    <a:pt x="12719" y="905"/>
                  </a:lnTo>
                  <a:lnTo>
                    <a:pt x="12771" y="957"/>
                  </a:lnTo>
                  <a:lnTo>
                    <a:pt x="12822" y="1034"/>
                  </a:lnTo>
                  <a:lnTo>
                    <a:pt x="12874" y="1112"/>
                  </a:lnTo>
                  <a:lnTo>
                    <a:pt x="12900" y="1189"/>
                  </a:lnTo>
                  <a:lnTo>
                    <a:pt x="12900" y="1267"/>
                  </a:lnTo>
                  <a:lnTo>
                    <a:pt x="12900" y="9487"/>
                  </a:lnTo>
                  <a:lnTo>
                    <a:pt x="9384" y="9487"/>
                  </a:lnTo>
                  <a:lnTo>
                    <a:pt x="9307" y="9513"/>
                  </a:lnTo>
                  <a:lnTo>
                    <a:pt x="9229" y="9539"/>
                  </a:lnTo>
                  <a:lnTo>
                    <a:pt x="9152" y="9565"/>
                  </a:lnTo>
                  <a:lnTo>
                    <a:pt x="9100" y="9617"/>
                  </a:lnTo>
                  <a:lnTo>
                    <a:pt x="8661" y="10056"/>
                  </a:lnTo>
                  <a:lnTo>
                    <a:pt x="5662" y="10056"/>
                  </a:lnTo>
                  <a:lnTo>
                    <a:pt x="5222" y="9617"/>
                  </a:lnTo>
                  <a:lnTo>
                    <a:pt x="5145" y="9565"/>
                  </a:lnTo>
                  <a:lnTo>
                    <a:pt x="5093" y="9539"/>
                  </a:lnTo>
                  <a:lnTo>
                    <a:pt x="4990" y="9513"/>
                  </a:lnTo>
                  <a:lnTo>
                    <a:pt x="4912" y="9487"/>
                  </a:lnTo>
                  <a:lnTo>
                    <a:pt x="1397" y="9487"/>
                  </a:lnTo>
                  <a:lnTo>
                    <a:pt x="1397" y="1267"/>
                  </a:lnTo>
                  <a:lnTo>
                    <a:pt x="1422" y="1189"/>
                  </a:lnTo>
                  <a:lnTo>
                    <a:pt x="1422" y="1112"/>
                  </a:lnTo>
                  <a:lnTo>
                    <a:pt x="1474" y="1034"/>
                  </a:lnTo>
                  <a:lnTo>
                    <a:pt x="1526" y="957"/>
                  </a:lnTo>
                  <a:lnTo>
                    <a:pt x="1578" y="905"/>
                  </a:lnTo>
                  <a:lnTo>
                    <a:pt x="1655" y="879"/>
                  </a:lnTo>
                  <a:lnTo>
                    <a:pt x="1733" y="853"/>
                  </a:lnTo>
                  <a:close/>
                  <a:moveTo>
                    <a:pt x="13469" y="10340"/>
                  </a:moveTo>
                  <a:lnTo>
                    <a:pt x="13469" y="10470"/>
                  </a:lnTo>
                  <a:lnTo>
                    <a:pt x="13443" y="10728"/>
                  </a:lnTo>
                  <a:lnTo>
                    <a:pt x="13365" y="10961"/>
                  </a:lnTo>
                  <a:lnTo>
                    <a:pt x="13236" y="11168"/>
                  </a:lnTo>
                  <a:lnTo>
                    <a:pt x="13107" y="11374"/>
                  </a:lnTo>
                  <a:lnTo>
                    <a:pt x="12900" y="11529"/>
                  </a:lnTo>
                  <a:lnTo>
                    <a:pt x="12693" y="11633"/>
                  </a:lnTo>
                  <a:lnTo>
                    <a:pt x="12461" y="11710"/>
                  </a:lnTo>
                  <a:lnTo>
                    <a:pt x="12202" y="11736"/>
                  </a:lnTo>
                  <a:lnTo>
                    <a:pt x="2095" y="11736"/>
                  </a:lnTo>
                  <a:lnTo>
                    <a:pt x="1836" y="11710"/>
                  </a:lnTo>
                  <a:lnTo>
                    <a:pt x="1603" y="11633"/>
                  </a:lnTo>
                  <a:lnTo>
                    <a:pt x="1397" y="11529"/>
                  </a:lnTo>
                  <a:lnTo>
                    <a:pt x="1216" y="11374"/>
                  </a:lnTo>
                  <a:lnTo>
                    <a:pt x="1061" y="11168"/>
                  </a:lnTo>
                  <a:lnTo>
                    <a:pt x="931" y="10961"/>
                  </a:lnTo>
                  <a:lnTo>
                    <a:pt x="880" y="10728"/>
                  </a:lnTo>
                  <a:lnTo>
                    <a:pt x="854" y="10470"/>
                  </a:lnTo>
                  <a:lnTo>
                    <a:pt x="854" y="10340"/>
                  </a:lnTo>
                  <a:lnTo>
                    <a:pt x="4757" y="10340"/>
                  </a:lnTo>
                  <a:lnTo>
                    <a:pt x="5171" y="10780"/>
                  </a:lnTo>
                  <a:lnTo>
                    <a:pt x="5248" y="10831"/>
                  </a:lnTo>
                  <a:lnTo>
                    <a:pt x="5326" y="10857"/>
                  </a:lnTo>
                  <a:lnTo>
                    <a:pt x="5403" y="10883"/>
                  </a:lnTo>
                  <a:lnTo>
                    <a:pt x="5481" y="10909"/>
                  </a:lnTo>
                  <a:lnTo>
                    <a:pt x="8842" y="10909"/>
                  </a:lnTo>
                  <a:lnTo>
                    <a:pt x="8919" y="10883"/>
                  </a:lnTo>
                  <a:lnTo>
                    <a:pt x="8997" y="10857"/>
                  </a:lnTo>
                  <a:lnTo>
                    <a:pt x="9048" y="10831"/>
                  </a:lnTo>
                  <a:lnTo>
                    <a:pt x="9126" y="10780"/>
                  </a:lnTo>
                  <a:lnTo>
                    <a:pt x="9565" y="10340"/>
                  </a:lnTo>
                  <a:close/>
                  <a:moveTo>
                    <a:pt x="1810" y="0"/>
                  </a:moveTo>
                  <a:lnTo>
                    <a:pt x="1578" y="26"/>
                  </a:lnTo>
                  <a:lnTo>
                    <a:pt x="1345" y="104"/>
                  </a:lnTo>
                  <a:lnTo>
                    <a:pt x="1112" y="233"/>
                  </a:lnTo>
                  <a:lnTo>
                    <a:pt x="931" y="388"/>
                  </a:lnTo>
                  <a:lnTo>
                    <a:pt x="776" y="569"/>
                  </a:lnTo>
                  <a:lnTo>
                    <a:pt x="673" y="776"/>
                  </a:lnTo>
                  <a:lnTo>
                    <a:pt x="595" y="1008"/>
                  </a:lnTo>
                  <a:lnTo>
                    <a:pt x="569" y="1267"/>
                  </a:lnTo>
                  <a:lnTo>
                    <a:pt x="569" y="9487"/>
                  </a:lnTo>
                  <a:lnTo>
                    <a:pt x="414" y="9487"/>
                  </a:lnTo>
                  <a:lnTo>
                    <a:pt x="337" y="9513"/>
                  </a:lnTo>
                  <a:lnTo>
                    <a:pt x="259" y="9539"/>
                  </a:lnTo>
                  <a:lnTo>
                    <a:pt x="182" y="9565"/>
                  </a:lnTo>
                  <a:lnTo>
                    <a:pt x="130" y="9617"/>
                  </a:lnTo>
                  <a:lnTo>
                    <a:pt x="78" y="9694"/>
                  </a:lnTo>
                  <a:lnTo>
                    <a:pt x="27" y="9746"/>
                  </a:lnTo>
                  <a:lnTo>
                    <a:pt x="27" y="9823"/>
                  </a:lnTo>
                  <a:lnTo>
                    <a:pt x="1" y="9927"/>
                  </a:lnTo>
                  <a:lnTo>
                    <a:pt x="1" y="10470"/>
                  </a:lnTo>
                  <a:lnTo>
                    <a:pt x="27" y="10702"/>
                  </a:lnTo>
                  <a:lnTo>
                    <a:pt x="52" y="10909"/>
                  </a:lnTo>
                  <a:lnTo>
                    <a:pt x="104" y="11090"/>
                  </a:lnTo>
                  <a:lnTo>
                    <a:pt x="182" y="11297"/>
                  </a:lnTo>
                  <a:lnTo>
                    <a:pt x="259" y="11478"/>
                  </a:lnTo>
                  <a:lnTo>
                    <a:pt x="363" y="11659"/>
                  </a:lnTo>
                  <a:lnTo>
                    <a:pt x="492" y="11814"/>
                  </a:lnTo>
                  <a:lnTo>
                    <a:pt x="621" y="11969"/>
                  </a:lnTo>
                  <a:lnTo>
                    <a:pt x="776" y="12098"/>
                  </a:lnTo>
                  <a:lnTo>
                    <a:pt x="931" y="12202"/>
                  </a:lnTo>
                  <a:lnTo>
                    <a:pt x="1112" y="12331"/>
                  </a:lnTo>
                  <a:lnTo>
                    <a:pt x="1293" y="12408"/>
                  </a:lnTo>
                  <a:lnTo>
                    <a:pt x="1474" y="12486"/>
                  </a:lnTo>
                  <a:lnTo>
                    <a:pt x="1681" y="12538"/>
                  </a:lnTo>
                  <a:lnTo>
                    <a:pt x="1888" y="12563"/>
                  </a:lnTo>
                  <a:lnTo>
                    <a:pt x="12409" y="12563"/>
                  </a:lnTo>
                  <a:lnTo>
                    <a:pt x="12642" y="12538"/>
                  </a:lnTo>
                  <a:lnTo>
                    <a:pt x="12822" y="12486"/>
                  </a:lnTo>
                  <a:lnTo>
                    <a:pt x="13029" y="12408"/>
                  </a:lnTo>
                  <a:lnTo>
                    <a:pt x="13210" y="12331"/>
                  </a:lnTo>
                  <a:lnTo>
                    <a:pt x="13365" y="12202"/>
                  </a:lnTo>
                  <a:lnTo>
                    <a:pt x="13546" y="12098"/>
                  </a:lnTo>
                  <a:lnTo>
                    <a:pt x="13676" y="11969"/>
                  </a:lnTo>
                  <a:lnTo>
                    <a:pt x="13831" y="11814"/>
                  </a:lnTo>
                  <a:lnTo>
                    <a:pt x="13934" y="11659"/>
                  </a:lnTo>
                  <a:lnTo>
                    <a:pt x="14037" y="11478"/>
                  </a:lnTo>
                  <a:lnTo>
                    <a:pt x="14141" y="11297"/>
                  </a:lnTo>
                  <a:lnTo>
                    <a:pt x="14218" y="11090"/>
                  </a:lnTo>
                  <a:lnTo>
                    <a:pt x="14270" y="10909"/>
                  </a:lnTo>
                  <a:lnTo>
                    <a:pt x="14296" y="10702"/>
                  </a:lnTo>
                  <a:lnTo>
                    <a:pt x="14296" y="10470"/>
                  </a:lnTo>
                  <a:lnTo>
                    <a:pt x="14296" y="9927"/>
                  </a:lnTo>
                  <a:lnTo>
                    <a:pt x="14296" y="9823"/>
                  </a:lnTo>
                  <a:lnTo>
                    <a:pt x="14270" y="9746"/>
                  </a:lnTo>
                  <a:lnTo>
                    <a:pt x="14218" y="9694"/>
                  </a:lnTo>
                  <a:lnTo>
                    <a:pt x="14167" y="9617"/>
                  </a:lnTo>
                  <a:lnTo>
                    <a:pt x="14115" y="9565"/>
                  </a:lnTo>
                  <a:lnTo>
                    <a:pt x="14037" y="9539"/>
                  </a:lnTo>
                  <a:lnTo>
                    <a:pt x="13960" y="9513"/>
                  </a:lnTo>
                  <a:lnTo>
                    <a:pt x="13882" y="9487"/>
                  </a:lnTo>
                  <a:lnTo>
                    <a:pt x="13753" y="9487"/>
                  </a:lnTo>
                  <a:lnTo>
                    <a:pt x="13753" y="1267"/>
                  </a:lnTo>
                  <a:lnTo>
                    <a:pt x="13727" y="1008"/>
                  </a:lnTo>
                  <a:lnTo>
                    <a:pt x="13650" y="776"/>
                  </a:lnTo>
                  <a:lnTo>
                    <a:pt x="13520" y="569"/>
                  </a:lnTo>
                  <a:lnTo>
                    <a:pt x="13365" y="388"/>
                  </a:lnTo>
                  <a:lnTo>
                    <a:pt x="13184" y="233"/>
                  </a:lnTo>
                  <a:lnTo>
                    <a:pt x="12978" y="104"/>
                  </a:lnTo>
                  <a:lnTo>
                    <a:pt x="12745" y="26"/>
                  </a:lnTo>
                  <a:lnTo>
                    <a:pt x="124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 name="Google Shape;980;p59"/>
          <p:cNvGrpSpPr/>
          <p:nvPr/>
        </p:nvGrpSpPr>
        <p:grpSpPr>
          <a:xfrm>
            <a:off x="4784863" y="3449143"/>
            <a:ext cx="383454" cy="383454"/>
            <a:chOff x="4008400" y="3311800"/>
            <a:chExt cx="357400" cy="357400"/>
          </a:xfrm>
        </p:grpSpPr>
        <p:sp>
          <p:nvSpPr>
            <p:cNvPr id="981" name="Google Shape;981;p59"/>
            <p:cNvSpPr/>
            <p:nvPr/>
          </p:nvSpPr>
          <p:spPr>
            <a:xfrm>
              <a:off x="4008400" y="3311800"/>
              <a:ext cx="357400" cy="357400"/>
            </a:xfrm>
            <a:custGeom>
              <a:avLst/>
              <a:gdLst/>
              <a:ahLst/>
              <a:cxnLst/>
              <a:rect l="l" t="t" r="r" b="b"/>
              <a:pathLst>
                <a:path w="14296" h="14296" extrusionOk="0">
                  <a:moveTo>
                    <a:pt x="7161" y="827"/>
                  </a:moveTo>
                  <a:lnTo>
                    <a:pt x="7238" y="853"/>
                  </a:lnTo>
                  <a:lnTo>
                    <a:pt x="7316" y="853"/>
                  </a:lnTo>
                  <a:lnTo>
                    <a:pt x="7393" y="905"/>
                  </a:lnTo>
                  <a:lnTo>
                    <a:pt x="7445" y="957"/>
                  </a:lnTo>
                  <a:lnTo>
                    <a:pt x="7497" y="1008"/>
                  </a:lnTo>
                  <a:lnTo>
                    <a:pt x="7523" y="1086"/>
                  </a:lnTo>
                  <a:lnTo>
                    <a:pt x="7548" y="1163"/>
                  </a:lnTo>
                  <a:lnTo>
                    <a:pt x="7574" y="1241"/>
                  </a:lnTo>
                  <a:lnTo>
                    <a:pt x="7548" y="1344"/>
                  </a:lnTo>
                  <a:lnTo>
                    <a:pt x="7523" y="1422"/>
                  </a:lnTo>
                  <a:lnTo>
                    <a:pt x="7497" y="1474"/>
                  </a:lnTo>
                  <a:lnTo>
                    <a:pt x="7445" y="1551"/>
                  </a:lnTo>
                  <a:lnTo>
                    <a:pt x="7393" y="1603"/>
                  </a:lnTo>
                  <a:lnTo>
                    <a:pt x="7316" y="1629"/>
                  </a:lnTo>
                  <a:lnTo>
                    <a:pt x="7238" y="1655"/>
                  </a:lnTo>
                  <a:lnTo>
                    <a:pt x="7161" y="1680"/>
                  </a:lnTo>
                  <a:lnTo>
                    <a:pt x="7057" y="1655"/>
                  </a:lnTo>
                  <a:lnTo>
                    <a:pt x="6980" y="1629"/>
                  </a:lnTo>
                  <a:lnTo>
                    <a:pt x="6902" y="1603"/>
                  </a:lnTo>
                  <a:lnTo>
                    <a:pt x="6850" y="1551"/>
                  </a:lnTo>
                  <a:lnTo>
                    <a:pt x="6799" y="1474"/>
                  </a:lnTo>
                  <a:lnTo>
                    <a:pt x="6773" y="1422"/>
                  </a:lnTo>
                  <a:lnTo>
                    <a:pt x="6747" y="1344"/>
                  </a:lnTo>
                  <a:lnTo>
                    <a:pt x="6721" y="1241"/>
                  </a:lnTo>
                  <a:lnTo>
                    <a:pt x="6747" y="1163"/>
                  </a:lnTo>
                  <a:lnTo>
                    <a:pt x="6773" y="1086"/>
                  </a:lnTo>
                  <a:lnTo>
                    <a:pt x="6799" y="1008"/>
                  </a:lnTo>
                  <a:lnTo>
                    <a:pt x="6850" y="957"/>
                  </a:lnTo>
                  <a:lnTo>
                    <a:pt x="6902" y="905"/>
                  </a:lnTo>
                  <a:lnTo>
                    <a:pt x="6980" y="853"/>
                  </a:lnTo>
                  <a:lnTo>
                    <a:pt x="7057" y="853"/>
                  </a:lnTo>
                  <a:lnTo>
                    <a:pt x="7161" y="827"/>
                  </a:lnTo>
                  <a:close/>
                  <a:moveTo>
                    <a:pt x="3076" y="2559"/>
                  </a:moveTo>
                  <a:lnTo>
                    <a:pt x="3154" y="2585"/>
                  </a:lnTo>
                  <a:lnTo>
                    <a:pt x="3206" y="2637"/>
                  </a:lnTo>
                  <a:lnTo>
                    <a:pt x="3283" y="2689"/>
                  </a:lnTo>
                  <a:lnTo>
                    <a:pt x="3335" y="2740"/>
                  </a:lnTo>
                  <a:lnTo>
                    <a:pt x="3361" y="2818"/>
                  </a:lnTo>
                  <a:lnTo>
                    <a:pt x="3386" y="2895"/>
                  </a:lnTo>
                  <a:lnTo>
                    <a:pt x="3412" y="2973"/>
                  </a:lnTo>
                  <a:lnTo>
                    <a:pt x="3386" y="3051"/>
                  </a:lnTo>
                  <a:lnTo>
                    <a:pt x="3361" y="3128"/>
                  </a:lnTo>
                  <a:lnTo>
                    <a:pt x="3335" y="3206"/>
                  </a:lnTo>
                  <a:lnTo>
                    <a:pt x="3283" y="3283"/>
                  </a:lnTo>
                  <a:lnTo>
                    <a:pt x="3206" y="3335"/>
                  </a:lnTo>
                  <a:lnTo>
                    <a:pt x="3154" y="3361"/>
                  </a:lnTo>
                  <a:lnTo>
                    <a:pt x="3076" y="3387"/>
                  </a:lnTo>
                  <a:lnTo>
                    <a:pt x="2895" y="3387"/>
                  </a:lnTo>
                  <a:lnTo>
                    <a:pt x="2818" y="3361"/>
                  </a:lnTo>
                  <a:lnTo>
                    <a:pt x="2740" y="3335"/>
                  </a:lnTo>
                  <a:lnTo>
                    <a:pt x="2689" y="3283"/>
                  </a:lnTo>
                  <a:lnTo>
                    <a:pt x="2637" y="3206"/>
                  </a:lnTo>
                  <a:lnTo>
                    <a:pt x="2585" y="3128"/>
                  </a:lnTo>
                  <a:lnTo>
                    <a:pt x="2585" y="3051"/>
                  </a:lnTo>
                  <a:lnTo>
                    <a:pt x="2559" y="2973"/>
                  </a:lnTo>
                  <a:lnTo>
                    <a:pt x="2585" y="2895"/>
                  </a:lnTo>
                  <a:lnTo>
                    <a:pt x="2585" y="2818"/>
                  </a:lnTo>
                  <a:lnTo>
                    <a:pt x="2637" y="2740"/>
                  </a:lnTo>
                  <a:lnTo>
                    <a:pt x="2689" y="2689"/>
                  </a:lnTo>
                  <a:lnTo>
                    <a:pt x="2740" y="2637"/>
                  </a:lnTo>
                  <a:lnTo>
                    <a:pt x="2818" y="2585"/>
                  </a:lnTo>
                  <a:lnTo>
                    <a:pt x="2895" y="2559"/>
                  </a:lnTo>
                  <a:close/>
                  <a:moveTo>
                    <a:pt x="11400" y="2559"/>
                  </a:moveTo>
                  <a:lnTo>
                    <a:pt x="11478" y="2585"/>
                  </a:lnTo>
                  <a:lnTo>
                    <a:pt x="11555" y="2637"/>
                  </a:lnTo>
                  <a:lnTo>
                    <a:pt x="11607" y="2689"/>
                  </a:lnTo>
                  <a:lnTo>
                    <a:pt x="11659" y="2740"/>
                  </a:lnTo>
                  <a:lnTo>
                    <a:pt x="11710" y="2818"/>
                  </a:lnTo>
                  <a:lnTo>
                    <a:pt x="11736" y="2895"/>
                  </a:lnTo>
                  <a:lnTo>
                    <a:pt x="11736" y="2973"/>
                  </a:lnTo>
                  <a:lnTo>
                    <a:pt x="11736" y="3051"/>
                  </a:lnTo>
                  <a:lnTo>
                    <a:pt x="11710" y="3128"/>
                  </a:lnTo>
                  <a:lnTo>
                    <a:pt x="11659" y="3206"/>
                  </a:lnTo>
                  <a:lnTo>
                    <a:pt x="11607" y="3283"/>
                  </a:lnTo>
                  <a:lnTo>
                    <a:pt x="11555" y="3335"/>
                  </a:lnTo>
                  <a:lnTo>
                    <a:pt x="11478" y="3361"/>
                  </a:lnTo>
                  <a:lnTo>
                    <a:pt x="11400" y="3387"/>
                  </a:lnTo>
                  <a:lnTo>
                    <a:pt x="11219" y="3387"/>
                  </a:lnTo>
                  <a:lnTo>
                    <a:pt x="11142" y="3361"/>
                  </a:lnTo>
                  <a:lnTo>
                    <a:pt x="11090" y="3335"/>
                  </a:lnTo>
                  <a:lnTo>
                    <a:pt x="11012" y="3283"/>
                  </a:lnTo>
                  <a:lnTo>
                    <a:pt x="10961" y="3206"/>
                  </a:lnTo>
                  <a:lnTo>
                    <a:pt x="10935" y="3128"/>
                  </a:lnTo>
                  <a:lnTo>
                    <a:pt x="10909" y="3051"/>
                  </a:lnTo>
                  <a:lnTo>
                    <a:pt x="10883" y="2973"/>
                  </a:lnTo>
                  <a:lnTo>
                    <a:pt x="10909" y="2895"/>
                  </a:lnTo>
                  <a:lnTo>
                    <a:pt x="10935" y="2818"/>
                  </a:lnTo>
                  <a:lnTo>
                    <a:pt x="10961" y="2740"/>
                  </a:lnTo>
                  <a:lnTo>
                    <a:pt x="11012" y="2689"/>
                  </a:lnTo>
                  <a:lnTo>
                    <a:pt x="11090" y="2637"/>
                  </a:lnTo>
                  <a:lnTo>
                    <a:pt x="11142" y="2585"/>
                  </a:lnTo>
                  <a:lnTo>
                    <a:pt x="11219" y="2559"/>
                  </a:lnTo>
                  <a:close/>
                  <a:moveTo>
                    <a:pt x="1344" y="6721"/>
                  </a:moveTo>
                  <a:lnTo>
                    <a:pt x="1422" y="6747"/>
                  </a:lnTo>
                  <a:lnTo>
                    <a:pt x="1499" y="6799"/>
                  </a:lnTo>
                  <a:lnTo>
                    <a:pt x="1551" y="6850"/>
                  </a:lnTo>
                  <a:lnTo>
                    <a:pt x="1603" y="6902"/>
                  </a:lnTo>
                  <a:lnTo>
                    <a:pt x="1654" y="6980"/>
                  </a:lnTo>
                  <a:lnTo>
                    <a:pt x="1680" y="7057"/>
                  </a:lnTo>
                  <a:lnTo>
                    <a:pt x="1680" y="7135"/>
                  </a:lnTo>
                  <a:lnTo>
                    <a:pt x="1680" y="7238"/>
                  </a:lnTo>
                  <a:lnTo>
                    <a:pt x="1654" y="7316"/>
                  </a:lnTo>
                  <a:lnTo>
                    <a:pt x="1603" y="7367"/>
                  </a:lnTo>
                  <a:lnTo>
                    <a:pt x="1551" y="7445"/>
                  </a:lnTo>
                  <a:lnTo>
                    <a:pt x="1499" y="7497"/>
                  </a:lnTo>
                  <a:lnTo>
                    <a:pt x="1422" y="7523"/>
                  </a:lnTo>
                  <a:lnTo>
                    <a:pt x="1344" y="7548"/>
                  </a:lnTo>
                  <a:lnTo>
                    <a:pt x="1163" y="7548"/>
                  </a:lnTo>
                  <a:lnTo>
                    <a:pt x="1086" y="7523"/>
                  </a:lnTo>
                  <a:lnTo>
                    <a:pt x="1034" y="7497"/>
                  </a:lnTo>
                  <a:lnTo>
                    <a:pt x="957" y="7445"/>
                  </a:lnTo>
                  <a:lnTo>
                    <a:pt x="905" y="7367"/>
                  </a:lnTo>
                  <a:lnTo>
                    <a:pt x="879" y="7316"/>
                  </a:lnTo>
                  <a:lnTo>
                    <a:pt x="853" y="7238"/>
                  </a:lnTo>
                  <a:lnTo>
                    <a:pt x="827" y="7135"/>
                  </a:lnTo>
                  <a:lnTo>
                    <a:pt x="853" y="7057"/>
                  </a:lnTo>
                  <a:lnTo>
                    <a:pt x="879" y="6980"/>
                  </a:lnTo>
                  <a:lnTo>
                    <a:pt x="905" y="6902"/>
                  </a:lnTo>
                  <a:lnTo>
                    <a:pt x="957" y="6850"/>
                  </a:lnTo>
                  <a:lnTo>
                    <a:pt x="1034" y="6799"/>
                  </a:lnTo>
                  <a:lnTo>
                    <a:pt x="1086" y="6747"/>
                  </a:lnTo>
                  <a:lnTo>
                    <a:pt x="1163" y="6721"/>
                  </a:lnTo>
                  <a:close/>
                  <a:moveTo>
                    <a:pt x="13132" y="6721"/>
                  </a:moveTo>
                  <a:lnTo>
                    <a:pt x="13210" y="6747"/>
                  </a:lnTo>
                  <a:lnTo>
                    <a:pt x="13261" y="6799"/>
                  </a:lnTo>
                  <a:lnTo>
                    <a:pt x="13339" y="6850"/>
                  </a:lnTo>
                  <a:lnTo>
                    <a:pt x="13391" y="6902"/>
                  </a:lnTo>
                  <a:lnTo>
                    <a:pt x="13416" y="6980"/>
                  </a:lnTo>
                  <a:lnTo>
                    <a:pt x="13442" y="7057"/>
                  </a:lnTo>
                  <a:lnTo>
                    <a:pt x="13468" y="7135"/>
                  </a:lnTo>
                  <a:lnTo>
                    <a:pt x="13442" y="7238"/>
                  </a:lnTo>
                  <a:lnTo>
                    <a:pt x="13416" y="7316"/>
                  </a:lnTo>
                  <a:lnTo>
                    <a:pt x="13391" y="7367"/>
                  </a:lnTo>
                  <a:lnTo>
                    <a:pt x="13339" y="7445"/>
                  </a:lnTo>
                  <a:lnTo>
                    <a:pt x="13261" y="7497"/>
                  </a:lnTo>
                  <a:lnTo>
                    <a:pt x="13210" y="7523"/>
                  </a:lnTo>
                  <a:lnTo>
                    <a:pt x="13132" y="7548"/>
                  </a:lnTo>
                  <a:lnTo>
                    <a:pt x="12951" y="7548"/>
                  </a:lnTo>
                  <a:lnTo>
                    <a:pt x="12874" y="7523"/>
                  </a:lnTo>
                  <a:lnTo>
                    <a:pt x="12796" y="7497"/>
                  </a:lnTo>
                  <a:lnTo>
                    <a:pt x="12744" y="7445"/>
                  </a:lnTo>
                  <a:lnTo>
                    <a:pt x="12693" y="7367"/>
                  </a:lnTo>
                  <a:lnTo>
                    <a:pt x="12667" y="7316"/>
                  </a:lnTo>
                  <a:lnTo>
                    <a:pt x="12641" y="7238"/>
                  </a:lnTo>
                  <a:lnTo>
                    <a:pt x="12615" y="7135"/>
                  </a:lnTo>
                  <a:lnTo>
                    <a:pt x="12641" y="7057"/>
                  </a:lnTo>
                  <a:lnTo>
                    <a:pt x="12667" y="6980"/>
                  </a:lnTo>
                  <a:lnTo>
                    <a:pt x="12693" y="6902"/>
                  </a:lnTo>
                  <a:lnTo>
                    <a:pt x="12744" y="6850"/>
                  </a:lnTo>
                  <a:lnTo>
                    <a:pt x="12796" y="6799"/>
                  </a:lnTo>
                  <a:lnTo>
                    <a:pt x="12874" y="6747"/>
                  </a:lnTo>
                  <a:lnTo>
                    <a:pt x="12951" y="6721"/>
                  </a:lnTo>
                  <a:close/>
                  <a:moveTo>
                    <a:pt x="7161" y="4498"/>
                  </a:moveTo>
                  <a:lnTo>
                    <a:pt x="7678" y="4524"/>
                  </a:lnTo>
                  <a:lnTo>
                    <a:pt x="8195" y="4602"/>
                  </a:lnTo>
                  <a:lnTo>
                    <a:pt x="8712" y="4731"/>
                  </a:lnTo>
                  <a:lnTo>
                    <a:pt x="9255" y="4912"/>
                  </a:lnTo>
                  <a:lnTo>
                    <a:pt x="9255" y="6359"/>
                  </a:lnTo>
                  <a:lnTo>
                    <a:pt x="9229" y="6618"/>
                  </a:lnTo>
                  <a:lnTo>
                    <a:pt x="9203" y="6876"/>
                  </a:lnTo>
                  <a:lnTo>
                    <a:pt x="9151" y="7135"/>
                  </a:lnTo>
                  <a:lnTo>
                    <a:pt x="9099" y="7393"/>
                  </a:lnTo>
                  <a:lnTo>
                    <a:pt x="9022" y="7652"/>
                  </a:lnTo>
                  <a:lnTo>
                    <a:pt x="8918" y="7884"/>
                  </a:lnTo>
                  <a:lnTo>
                    <a:pt x="8815" y="8117"/>
                  </a:lnTo>
                  <a:lnTo>
                    <a:pt x="8686" y="8350"/>
                  </a:lnTo>
                  <a:lnTo>
                    <a:pt x="8531" y="8557"/>
                  </a:lnTo>
                  <a:lnTo>
                    <a:pt x="8376" y="8763"/>
                  </a:lnTo>
                  <a:lnTo>
                    <a:pt x="8195" y="8970"/>
                  </a:lnTo>
                  <a:lnTo>
                    <a:pt x="8014" y="9151"/>
                  </a:lnTo>
                  <a:lnTo>
                    <a:pt x="7807" y="9332"/>
                  </a:lnTo>
                  <a:lnTo>
                    <a:pt x="7600" y="9487"/>
                  </a:lnTo>
                  <a:lnTo>
                    <a:pt x="7393" y="9616"/>
                  </a:lnTo>
                  <a:lnTo>
                    <a:pt x="7161" y="9746"/>
                  </a:lnTo>
                  <a:lnTo>
                    <a:pt x="6902" y="9616"/>
                  </a:lnTo>
                  <a:lnTo>
                    <a:pt x="6695" y="9487"/>
                  </a:lnTo>
                  <a:lnTo>
                    <a:pt x="6489" y="9332"/>
                  </a:lnTo>
                  <a:lnTo>
                    <a:pt x="6282" y="9151"/>
                  </a:lnTo>
                  <a:lnTo>
                    <a:pt x="6101" y="8970"/>
                  </a:lnTo>
                  <a:lnTo>
                    <a:pt x="5920" y="8763"/>
                  </a:lnTo>
                  <a:lnTo>
                    <a:pt x="5765" y="8557"/>
                  </a:lnTo>
                  <a:lnTo>
                    <a:pt x="5610" y="8350"/>
                  </a:lnTo>
                  <a:lnTo>
                    <a:pt x="5506" y="8117"/>
                  </a:lnTo>
                  <a:lnTo>
                    <a:pt x="5377" y="7884"/>
                  </a:lnTo>
                  <a:lnTo>
                    <a:pt x="5274" y="7652"/>
                  </a:lnTo>
                  <a:lnTo>
                    <a:pt x="5196" y="7393"/>
                  </a:lnTo>
                  <a:lnTo>
                    <a:pt x="5144" y="7135"/>
                  </a:lnTo>
                  <a:lnTo>
                    <a:pt x="5093" y="6876"/>
                  </a:lnTo>
                  <a:lnTo>
                    <a:pt x="5067" y="6618"/>
                  </a:lnTo>
                  <a:lnTo>
                    <a:pt x="5067" y="6359"/>
                  </a:lnTo>
                  <a:lnTo>
                    <a:pt x="5067" y="4912"/>
                  </a:lnTo>
                  <a:lnTo>
                    <a:pt x="5584" y="4731"/>
                  </a:lnTo>
                  <a:lnTo>
                    <a:pt x="6101" y="4602"/>
                  </a:lnTo>
                  <a:lnTo>
                    <a:pt x="6618" y="4524"/>
                  </a:lnTo>
                  <a:lnTo>
                    <a:pt x="7161" y="4498"/>
                  </a:lnTo>
                  <a:close/>
                  <a:moveTo>
                    <a:pt x="2973" y="10883"/>
                  </a:moveTo>
                  <a:lnTo>
                    <a:pt x="3076" y="10909"/>
                  </a:lnTo>
                  <a:lnTo>
                    <a:pt x="3154" y="10935"/>
                  </a:lnTo>
                  <a:lnTo>
                    <a:pt x="3206" y="10961"/>
                  </a:lnTo>
                  <a:lnTo>
                    <a:pt x="3283" y="11012"/>
                  </a:lnTo>
                  <a:lnTo>
                    <a:pt x="3335" y="11064"/>
                  </a:lnTo>
                  <a:lnTo>
                    <a:pt x="3361" y="11142"/>
                  </a:lnTo>
                  <a:lnTo>
                    <a:pt x="3386" y="11219"/>
                  </a:lnTo>
                  <a:lnTo>
                    <a:pt x="3412" y="11297"/>
                  </a:lnTo>
                  <a:lnTo>
                    <a:pt x="3386" y="11400"/>
                  </a:lnTo>
                  <a:lnTo>
                    <a:pt x="3361" y="11478"/>
                  </a:lnTo>
                  <a:lnTo>
                    <a:pt x="3335" y="11529"/>
                  </a:lnTo>
                  <a:lnTo>
                    <a:pt x="3283" y="11607"/>
                  </a:lnTo>
                  <a:lnTo>
                    <a:pt x="3206" y="11659"/>
                  </a:lnTo>
                  <a:lnTo>
                    <a:pt x="3154" y="11684"/>
                  </a:lnTo>
                  <a:lnTo>
                    <a:pt x="3076" y="11710"/>
                  </a:lnTo>
                  <a:lnTo>
                    <a:pt x="2973" y="11736"/>
                  </a:lnTo>
                  <a:lnTo>
                    <a:pt x="2895" y="11710"/>
                  </a:lnTo>
                  <a:lnTo>
                    <a:pt x="2818" y="11684"/>
                  </a:lnTo>
                  <a:lnTo>
                    <a:pt x="2740" y="11659"/>
                  </a:lnTo>
                  <a:lnTo>
                    <a:pt x="2689" y="11607"/>
                  </a:lnTo>
                  <a:lnTo>
                    <a:pt x="2637" y="11529"/>
                  </a:lnTo>
                  <a:lnTo>
                    <a:pt x="2585" y="11478"/>
                  </a:lnTo>
                  <a:lnTo>
                    <a:pt x="2585" y="11400"/>
                  </a:lnTo>
                  <a:lnTo>
                    <a:pt x="2559" y="11297"/>
                  </a:lnTo>
                  <a:lnTo>
                    <a:pt x="2585" y="11219"/>
                  </a:lnTo>
                  <a:lnTo>
                    <a:pt x="2585" y="11142"/>
                  </a:lnTo>
                  <a:lnTo>
                    <a:pt x="2637" y="11064"/>
                  </a:lnTo>
                  <a:lnTo>
                    <a:pt x="2689" y="11012"/>
                  </a:lnTo>
                  <a:lnTo>
                    <a:pt x="2740" y="10961"/>
                  </a:lnTo>
                  <a:lnTo>
                    <a:pt x="2818" y="10935"/>
                  </a:lnTo>
                  <a:lnTo>
                    <a:pt x="2895" y="10909"/>
                  </a:lnTo>
                  <a:lnTo>
                    <a:pt x="2973" y="10883"/>
                  </a:lnTo>
                  <a:close/>
                  <a:moveTo>
                    <a:pt x="11323" y="10883"/>
                  </a:moveTo>
                  <a:lnTo>
                    <a:pt x="11400" y="10909"/>
                  </a:lnTo>
                  <a:lnTo>
                    <a:pt x="11478" y="10935"/>
                  </a:lnTo>
                  <a:lnTo>
                    <a:pt x="11555" y="10961"/>
                  </a:lnTo>
                  <a:lnTo>
                    <a:pt x="11607" y="11012"/>
                  </a:lnTo>
                  <a:lnTo>
                    <a:pt x="11659" y="11064"/>
                  </a:lnTo>
                  <a:lnTo>
                    <a:pt x="11710" y="11142"/>
                  </a:lnTo>
                  <a:lnTo>
                    <a:pt x="11736" y="11219"/>
                  </a:lnTo>
                  <a:lnTo>
                    <a:pt x="11736" y="11297"/>
                  </a:lnTo>
                  <a:lnTo>
                    <a:pt x="11736" y="11400"/>
                  </a:lnTo>
                  <a:lnTo>
                    <a:pt x="11710" y="11478"/>
                  </a:lnTo>
                  <a:lnTo>
                    <a:pt x="11659" y="11529"/>
                  </a:lnTo>
                  <a:lnTo>
                    <a:pt x="11607" y="11607"/>
                  </a:lnTo>
                  <a:lnTo>
                    <a:pt x="11555" y="11659"/>
                  </a:lnTo>
                  <a:lnTo>
                    <a:pt x="11478" y="11684"/>
                  </a:lnTo>
                  <a:lnTo>
                    <a:pt x="11400" y="11710"/>
                  </a:lnTo>
                  <a:lnTo>
                    <a:pt x="11323" y="11736"/>
                  </a:lnTo>
                  <a:lnTo>
                    <a:pt x="11219" y="11710"/>
                  </a:lnTo>
                  <a:lnTo>
                    <a:pt x="11142" y="11684"/>
                  </a:lnTo>
                  <a:lnTo>
                    <a:pt x="11090" y="11659"/>
                  </a:lnTo>
                  <a:lnTo>
                    <a:pt x="11012" y="11607"/>
                  </a:lnTo>
                  <a:lnTo>
                    <a:pt x="10961" y="11529"/>
                  </a:lnTo>
                  <a:lnTo>
                    <a:pt x="10935" y="11478"/>
                  </a:lnTo>
                  <a:lnTo>
                    <a:pt x="10909" y="11400"/>
                  </a:lnTo>
                  <a:lnTo>
                    <a:pt x="10883" y="11297"/>
                  </a:lnTo>
                  <a:lnTo>
                    <a:pt x="10909" y="11219"/>
                  </a:lnTo>
                  <a:lnTo>
                    <a:pt x="10935" y="11142"/>
                  </a:lnTo>
                  <a:lnTo>
                    <a:pt x="10961" y="11064"/>
                  </a:lnTo>
                  <a:lnTo>
                    <a:pt x="11012" y="11012"/>
                  </a:lnTo>
                  <a:lnTo>
                    <a:pt x="11090" y="10961"/>
                  </a:lnTo>
                  <a:lnTo>
                    <a:pt x="11142" y="10935"/>
                  </a:lnTo>
                  <a:lnTo>
                    <a:pt x="11219" y="10909"/>
                  </a:lnTo>
                  <a:lnTo>
                    <a:pt x="11323" y="10883"/>
                  </a:lnTo>
                  <a:close/>
                  <a:moveTo>
                    <a:pt x="7238" y="12615"/>
                  </a:moveTo>
                  <a:lnTo>
                    <a:pt x="7316" y="12641"/>
                  </a:lnTo>
                  <a:lnTo>
                    <a:pt x="7393" y="12693"/>
                  </a:lnTo>
                  <a:lnTo>
                    <a:pt x="7445" y="12744"/>
                  </a:lnTo>
                  <a:lnTo>
                    <a:pt x="7497" y="12796"/>
                  </a:lnTo>
                  <a:lnTo>
                    <a:pt x="7523" y="12874"/>
                  </a:lnTo>
                  <a:lnTo>
                    <a:pt x="7548" y="12951"/>
                  </a:lnTo>
                  <a:lnTo>
                    <a:pt x="7574" y="13029"/>
                  </a:lnTo>
                  <a:lnTo>
                    <a:pt x="7548" y="13106"/>
                  </a:lnTo>
                  <a:lnTo>
                    <a:pt x="7523" y="13184"/>
                  </a:lnTo>
                  <a:lnTo>
                    <a:pt x="7497" y="13261"/>
                  </a:lnTo>
                  <a:lnTo>
                    <a:pt x="7445" y="13339"/>
                  </a:lnTo>
                  <a:lnTo>
                    <a:pt x="7393" y="13391"/>
                  </a:lnTo>
                  <a:lnTo>
                    <a:pt x="7316" y="13416"/>
                  </a:lnTo>
                  <a:lnTo>
                    <a:pt x="7238" y="13442"/>
                  </a:lnTo>
                  <a:lnTo>
                    <a:pt x="7057" y="13442"/>
                  </a:lnTo>
                  <a:lnTo>
                    <a:pt x="6980" y="13416"/>
                  </a:lnTo>
                  <a:lnTo>
                    <a:pt x="6902" y="13391"/>
                  </a:lnTo>
                  <a:lnTo>
                    <a:pt x="6850" y="13339"/>
                  </a:lnTo>
                  <a:lnTo>
                    <a:pt x="6799" y="13261"/>
                  </a:lnTo>
                  <a:lnTo>
                    <a:pt x="6773" y="13184"/>
                  </a:lnTo>
                  <a:lnTo>
                    <a:pt x="6747" y="13106"/>
                  </a:lnTo>
                  <a:lnTo>
                    <a:pt x="6721" y="13029"/>
                  </a:lnTo>
                  <a:lnTo>
                    <a:pt x="6747" y="12951"/>
                  </a:lnTo>
                  <a:lnTo>
                    <a:pt x="6773" y="12874"/>
                  </a:lnTo>
                  <a:lnTo>
                    <a:pt x="6799" y="12796"/>
                  </a:lnTo>
                  <a:lnTo>
                    <a:pt x="6850" y="12744"/>
                  </a:lnTo>
                  <a:lnTo>
                    <a:pt x="6902" y="12693"/>
                  </a:lnTo>
                  <a:lnTo>
                    <a:pt x="6980" y="12641"/>
                  </a:lnTo>
                  <a:lnTo>
                    <a:pt x="7057" y="12615"/>
                  </a:lnTo>
                  <a:close/>
                  <a:moveTo>
                    <a:pt x="7161" y="0"/>
                  </a:moveTo>
                  <a:lnTo>
                    <a:pt x="6902" y="26"/>
                  </a:lnTo>
                  <a:lnTo>
                    <a:pt x="6669" y="104"/>
                  </a:lnTo>
                  <a:lnTo>
                    <a:pt x="6437" y="207"/>
                  </a:lnTo>
                  <a:lnTo>
                    <a:pt x="6256" y="362"/>
                  </a:lnTo>
                  <a:lnTo>
                    <a:pt x="6101" y="543"/>
                  </a:lnTo>
                  <a:lnTo>
                    <a:pt x="5997" y="750"/>
                  </a:lnTo>
                  <a:lnTo>
                    <a:pt x="5920" y="1008"/>
                  </a:lnTo>
                  <a:lnTo>
                    <a:pt x="5894" y="1241"/>
                  </a:lnTo>
                  <a:lnTo>
                    <a:pt x="5920" y="1448"/>
                  </a:lnTo>
                  <a:lnTo>
                    <a:pt x="5946" y="1655"/>
                  </a:lnTo>
                  <a:lnTo>
                    <a:pt x="6023" y="1810"/>
                  </a:lnTo>
                  <a:lnTo>
                    <a:pt x="6127" y="1991"/>
                  </a:lnTo>
                  <a:lnTo>
                    <a:pt x="6256" y="2120"/>
                  </a:lnTo>
                  <a:lnTo>
                    <a:pt x="6385" y="2249"/>
                  </a:lnTo>
                  <a:lnTo>
                    <a:pt x="6566" y="2353"/>
                  </a:lnTo>
                  <a:lnTo>
                    <a:pt x="6721" y="2430"/>
                  </a:lnTo>
                  <a:lnTo>
                    <a:pt x="6721" y="3671"/>
                  </a:lnTo>
                  <a:lnTo>
                    <a:pt x="6230" y="3723"/>
                  </a:lnTo>
                  <a:lnTo>
                    <a:pt x="5739" y="3826"/>
                  </a:lnTo>
                  <a:lnTo>
                    <a:pt x="5222" y="3955"/>
                  </a:lnTo>
                  <a:lnTo>
                    <a:pt x="4731" y="4136"/>
                  </a:lnTo>
                  <a:lnTo>
                    <a:pt x="4110" y="3516"/>
                  </a:lnTo>
                  <a:lnTo>
                    <a:pt x="4214" y="3257"/>
                  </a:lnTo>
                  <a:lnTo>
                    <a:pt x="4240" y="3128"/>
                  </a:lnTo>
                  <a:lnTo>
                    <a:pt x="4240" y="2973"/>
                  </a:lnTo>
                  <a:lnTo>
                    <a:pt x="4214" y="2714"/>
                  </a:lnTo>
                  <a:lnTo>
                    <a:pt x="4136" y="2482"/>
                  </a:lnTo>
                  <a:lnTo>
                    <a:pt x="4033" y="2275"/>
                  </a:lnTo>
                  <a:lnTo>
                    <a:pt x="3878" y="2094"/>
                  </a:lnTo>
                  <a:lnTo>
                    <a:pt x="3697" y="1939"/>
                  </a:lnTo>
                  <a:lnTo>
                    <a:pt x="3464" y="1810"/>
                  </a:lnTo>
                  <a:lnTo>
                    <a:pt x="3231" y="1758"/>
                  </a:lnTo>
                  <a:lnTo>
                    <a:pt x="2973" y="1732"/>
                  </a:lnTo>
                  <a:lnTo>
                    <a:pt x="2740" y="1758"/>
                  </a:lnTo>
                  <a:lnTo>
                    <a:pt x="2482" y="1810"/>
                  </a:lnTo>
                  <a:lnTo>
                    <a:pt x="2275" y="1939"/>
                  </a:lnTo>
                  <a:lnTo>
                    <a:pt x="2094" y="2094"/>
                  </a:lnTo>
                  <a:lnTo>
                    <a:pt x="1939" y="2275"/>
                  </a:lnTo>
                  <a:lnTo>
                    <a:pt x="1835" y="2482"/>
                  </a:lnTo>
                  <a:lnTo>
                    <a:pt x="1758" y="2714"/>
                  </a:lnTo>
                  <a:lnTo>
                    <a:pt x="1732" y="2973"/>
                  </a:lnTo>
                  <a:lnTo>
                    <a:pt x="1758" y="3231"/>
                  </a:lnTo>
                  <a:lnTo>
                    <a:pt x="1835" y="3464"/>
                  </a:lnTo>
                  <a:lnTo>
                    <a:pt x="1939" y="3671"/>
                  </a:lnTo>
                  <a:lnTo>
                    <a:pt x="2094" y="3852"/>
                  </a:lnTo>
                  <a:lnTo>
                    <a:pt x="2275" y="4007"/>
                  </a:lnTo>
                  <a:lnTo>
                    <a:pt x="2482" y="4136"/>
                  </a:lnTo>
                  <a:lnTo>
                    <a:pt x="2740" y="4214"/>
                  </a:lnTo>
                  <a:lnTo>
                    <a:pt x="2973" y="4240"/>
                  </a:lnTo>
                  <a:lnTo>
                    <a:pt x="3128" y="4214"/>
                  </a:lnTo>
                  <a:lnTo>
                    <a:pt x="3257" y="4214"/>
                  </a:lnTo>
                  <a:lnTo>
                    <a:pt x="3516" y="4110"/>
                  </a:lnTo>
                  <a:lnTo>
                    <a:pt x="4214" y="4808"/>
                  </a:lnTo>
                  <a:lnTo>
                    <a:pt x="4214" y="6359"/>
                  </a:lnTo>
                  <a:lnTo>
                    <a:pt x="4240" y="6721"/>
                  </a:lnTo>
                  <a:lnTo>
                    <a:pt x="2430" y="6721"/>
                  </a:lnTo>
                  <a:lnTo>
                    <a:pt x="2352" y="6540"/>
                  </a:lnTo>
                  <a:lnTo>
                    <a:pt x="2249" y="6385"/>
                  </a:lnTo>
                  <a:lnTo>
                    <a:pt x="2146" y="6256"/>
                  </a:lnTo>
                  <a:lnTo>
                    <a:pt x="1991" y="6127"/>
                  </a:lnTo>
                  <a:lnTo>
                    <a:pt x="1835" y="6023"/>
                  </a:lnTo>
                  <a:lnTo>
                    <a:pt x="1654" y="5946"/>
                  </a:lnTo>
                  <a:lnTo>
                    <a:pt x="1448" y="5894"/>
                  </a:lnTo>
                  <a:lnTo>
                    <a:pt x="1267" y="5894"/>
                  </a:lnTo>
                  <a:lnTo>
                    <a:pt x="1008" y="5920"/>
                  </a:lnTo>
                  <a:lnTo>
                    <a:pt x="776" y="5997"/>
                  </a:lnTo>
                  <a:lnTo>
                    <a:pt x="543" y="6101"/>
                  </a:lnTo>
                  <a:lnTo>
                    <a:pt x="362" y="6256"/>
                  </a:lnTo>
                  <a:lnTo>
                    <a:pt x="207" y="6437"/>
                  </a:lnTo>
                  <a:lnTo>
                    <a:pt x="103" y="6644"/>
                  </a:lnTo>
                  <a:lnTo>
                    <a:pt x="26" y="6902"/>
                  </a:lnTo>
                  <a:lnTo>
                    <a:pt x="0" y="7135"/>
                  </a:lnTo>
                  <a:lnTo>
                    <a:pt x="26" y="7393"/>
                  </a:lnTo>
                  <a:lnTo>
                    <a:pt x="103" y="7626"/>
                  </a:lnTo>
                  <a:lnTo>
                    <a:pt x="207" y="7833"/>
                  </a:lnTo>
                  <a:lnTo>
                    <a:pt x="362" y="8040"/>
                  </a:lnTo>
                  <a:lnTo>
                    <a:pt x="543" y="8195"/>
                  </a:lnTo>
                  <a:lnTo>
                    <a:pt x="776" y="8298"/>
                  </a:lnTo>
                  <a:lnTo>
                    <a:pt x="1008" y="8376"/>
                  </a:lnTo>
                  <a:lnTo>
                    <a:pt x="1267" y="8402"/>
                  </a:lnTo>
                  <a:lnTo>
                    <a:pt x="1448" y="8376"/>
                  </a:lnTo>
                  <a:lnTo>
                    <a:pt x="1654" y="8324"/>
                  </a:lnTo>
                  <a:lnTo>
                    <a:pt x="1835" y="8272"/>
                  </a:lnTo>
                  <a:lnTo>
                    <a:pt x="1991" y="8169"/>
                  </a:lnTo>
                  <a:lnTo>
                    <a:pt x="2146" y="8040"/>
                  </a:lnTo>
                  <a:lnTo>
                    <a:pt x="2249" y="7910"/>
                  </a:lnTo>
                  <a:lnTo>
                    <a:pt x="2352" y="7729"/>
                  </a:lnTo>
                  <a:lnTo>
                    <a:pt x="2430" y="7548"/>
                  </a:lnTo>
                  <a:lnTo>
                    <a:pt x="4369" y="7548"/>
                  </a:lnTo>
                  <a:lnTo>
                    <a:pt x="4472" y="7884"/>
                  </a:lnTo>
                  <a:lnTo>
                    <a:pt x="4601" y="8195"/>
                  </a:lnTo>
                  <a:lnTo>
                    <a:pt x="4757" y="8505"/>
                  </a:lnTo>
                  <a:lnTo>
                    <a:pt x="4912" y="8789"/>
                  </a:lnTo>
                  <a:lnTo>
                    <a:pt x="3516" y="10185"/>
                  </a:lnTo>
                  <a:lnTo>
                    <a:pt x="3257" y="10082"/>
                  </a:lnTo>
                  <a:lnTo>
                    <a:pt x="3128" y="10056"/>
                  </a:lnTo>
                  <a:lnTo>
                    <a:pt x="2973" y="10056"/>
                  </a:lnTo>
                  <a:lnTo>
                    <a:pt x="2740" y="10082"/>
                  </a:lnTo>
                  <a:lnTo>
                    <a:pt x="2482" y="10159"/>
                  </a:lnTo>
                  <a:lnTo>
                    <a:pt x="2275" y="10263"/>
                  </a:lnTo>
                  <a:lnTo>
                    <a:pt x="2094" y="10418"/>
                  </a:lnTo>
                  <a:lnTo>
                    <a:pt x="1939" y="10599"/>
                  </a:lnTo>
                  <a:lnTo>
                    <a:pt x="1835" y="10831"/>
                  </a:lnTo>
                  <a:lnTo>
                    <a:pt x="1758" y="11064"/>
                  </a:lnTo>
                  <a:lnTo>
                    <a:pt x="1732" y="11297"/>
                  </a:lnTo>
                  <a:lnTo>
                    <a:pt x="1758" y="11555"/>
                  </a:lnTo>
                  <a:lnTo>
                    <a:pt x="1835" y="11788"/>
                  </a:lnTo>
                  <a:lnTo>
                    <a:pt x="1939" y="12021"/>
                  </a:lnTo>
                  <a:lnTo>
                    <a:pt x="2094" y="12201"/>
                  </a:lnTo>
                  <a:lnTo>
                    <a:pt x="2275" y="12357"/>
                  </a:lnTo>
                  <a:lnTo>
                    <a:pt x="2482" y="12460"/>
                  </a:lnTo>
                  <a:lnTo>
                    <a:pt x="2740" y="12538"/>
                  </a:lnTo>
                  <a:lnTo>
                    <a:pt x="2973" y="12563"/>
                  </a:lnTo>
                  <a:lnTo>
                    <a:pt x="3231" y="12538"/>
                  </a:lnTo>
                  <a:lnTo>
                    <a:pt x="3464" y="12460"/>
                  </a:lnTo>
                  <a:lnTo>
                    <a:pt x="3697" y="12357"/>
                  </a:lnTo>
                  <a:lnTo>
                    <a:pt x="3878" y="12201"/>
                  </a:lnTo>
                  <a:lnTo>
                    <a:pt x="4033" y="12021"/>
                  </a:lnTo>
                  <a:lnTo>
                    <a:pt x="4136" y="11788"/>
                  </a:lnTo>
                  <a:lnTo>
                    <a:pt x="4214" y="11555"/>
                  </a:lnTo>
                  <a:lnTo>
                    <a:pt x="4240" y="11297"/>
                  </a:lnTo>
                  <a:lnTo>
                    <a:pt x="4240" y="11167"/>
                  </a:lnTo>
                  <a:lnTo>
                    <a:pt x="4214" y="11038"/>
                  </a:lnTo>
                  <a:lnTo>
                    <a:pt x="4110" y="10754"/>
                  </a:lnTo>
                  <a:lnTo>
                    <a:pt x="5429" y="9461"/>
                  </a:lnTo>
                  <a:lnTo>
                    <a:pt x="5713" y="9746"/>
                  </a:lnTo>
                  <a:lnTo>
                    <a:pt x="6023" y="10030"/>
                  </a:lnTo>
                  <a:lnTo>
                    <a:pt x="6359" y="10263"/>
                  </a:lnTo>
                  <a:lnTo>
                    <a:pt x="6721" y="10470"/>
                  </a:lnTo>
                  <a:lnTo>
                    <a:pt x="6721" y="11840"/>
                  </a:lnTo>
                  <a:lnTo>
                    <a:pt x="6566" y="11917"/>
                  </a:lnTo>
                  <a:lnTo>
                    <a:pt x="6385" y="12021"/>
                  </a:lnTo>
                  <a:lnTo>
                    <a:pt x="6256" y="12150"/>
                  </a:lnTo>
                  <a:lnTo>
                    <a:pt x="6127" y="12305"/>
                  </a:lnTo>
                  <a:lnTo>
                    <a:pt x="6023" y="12460"/>
                  </a:lnTo>
                  <a:lnTo>
                    <a:pt x="5946" y="12641"/>
                  </a:lnTo>
                  <a:lnTo>
                    <a:pt x="5920" y="12822"/>
                  </a:lnTo>
                  <a:lnTo>
                    <a:pt x="5894" y="13029"/>
                  </a:lnTo>
                  <a:lnTo>
                    <a:pt x="5920" y="13287"/>
                  </a:lnTo>
                  <a:lnTo>
                    <a:pt x="5997" y="13520"/>
                  </a:lnTo>
                  <a:lnTo>
                    <a:pt x="6101" y="13727"/>
                  </a:lnTo>
                  <a:lnTo>
                    <a:pt x="6256" y="13933"/>
                  </a:lnTo>
                  <a:lnTo>
                    <a:pt x="6437" y="14063"/>
                  </a:lnTo>
                  <a:lnTo>
                    <a:pt x="6669" y="14192"/>
                  </a:lnTo>
                  <a:lnTo>
                    <a:pt x="6902" y="14269"/>
                  </a:lnTo>
                  <a:lnTo>
                    <a:pt x="7161" y="14295"/>
                  </a:lnTo>
                  <a:lnTo>
                    <a:pt x="7393" y="14269"/>
                  </a:lnTo>
                  <a:lnTo>
                    <a:pt x="7626" y="14192"/>
                  </a:lnTo>
                  <a:lnTo>
                    <a:pt x="7859" y="14063"/>
                  </a:lnTo>
                  <a:lnTo>
                    <a:pt x="8040" y="13933"/>
                  </a:lnTo>
                  <a:lnTo>
                    <a:pt x="8195" y="13727"/>
                  </a:lnTo>
                  <a:lnTo>
                    <a:pt x="8298" y="13520"/>
                  </a:lnTo>
                  <a:lnTo>
                    <a:pt x="8376" y="13287"/>
                  </a:lnTo>
                  <a:lnTo>
                    <a:pt x="8401" y="13029"/>
                  </a:lnTo>
                  <a:lnTo>
                    <a:pt x="8401" y="12822"/>
                  </a:lnTo>
                  <a:lnTo>
                    <a:pt x="8350" y="12641"/>
                  </a:lnTo>
                  <a:lnTo>
                    <a:pt x="8272" y="12460"/>
                  </a:lnTo>
                  <a:lnTo>
                    <a:pt x="8169" y="12305"/>
                  </a:lnTo>
                  <a:lnTo>
                    <a:pt x="8040" y="12150"/>
                  </a:lnTo>
                  <a:lnTo>
                    <a:pt x="7910" y="12021"/>
                  </a:lnTo>
                  <a:lnTo>
                    <a:pt x="7755" y="11917"/>
                  </a:lnTo>
                  <a:lnTo>
                    <a:pt x="7574" y="11840"/>
                  </a:lnTo>
                  <a:lnTo>
                    <a:pt x="7574" y="10470"/>
                  </a:lnTo>
                  <a:lnTo>
                    <a:pt x="7936" y="10263"/>
                  </a:lnTo>
                  <a:lnTo>
                    <a:pt x="8272" y="10030"/>
                  </a:lnTo>
                  <a:lnTo>
                    <a:pt x="8582" y="9746"/>
                  </a:lnTo>
                  <a:lnTo>
                    <a:pt x="8867" y="9461"/>
                  </a:lnTo>
                  <a:lnTo>
                    <a:pt x="10185" y="10754"/>
                  </a:lnTo>
                  <a:lnTo>
                    <a:pt x="10082" y="11038"/>
                  </a:lnTo>
                  <a:lnTo>
                    <a:pt x="10056" y="11167"/>
                  </a:lnTo>
                  <a:lnTo>
                    <a:pt x="10056" y="11297"/>
                  </a:lnTo>
                  <a:lnTo>
                    <a:pt x="10082" y="11555"/>
                  </a:lnTo>
                  <a:lnTo>
                    <a:pt x="10159" y="11788"/>
                  </a:lnTo>
                  <a:lnTo>
                    <a:pt x="10263" y="12021"/>
                  </a:lnTo>
                  <a:lnTo>
                    <a:pt x="10418" y="12201"/>
                  </a:lnTo>
                  <a:lnTo>
                    <a:pt x="10625" y="12357"/>
                  </a:lnTo>
                  <a:lnTo>
                    <a:pt x="10831" y="12460"/>
                  </a:lnTo>
                  <a:lnTo>
                    <a:pt x="11064" y="12538"/>
                  </a:lnTo>
                  <a:lnTo>
                    <a:pt x="11323" y="12563"/>
                  </a:lnTo>
                  <a:lnTo>
                    <a:pt x="11555" y="12538"/>
                  </a:lnTo>
                  <a:lnTo>
                    <a:pt x="11814" y="12460"/>
                  </a:lnTo>
                  <a:lnTo>
                    <a:pt x="12020" y="12357"/>
                  </a:lnTo>
                  <a:lnTo>
                    <a:pt x="12201" y="12201"/>
                  </a:lnTo>
                  <a:lnTo>
                    <a:pt x="12357" y="12021"/>
                  </a:lnTo>
                  <a:lnTo>
                    <a:pt x="12460" y="11788"/>
                  </a:lnTo>
                  <a:lnTo>
                    <a:pt x="12538" y="11555"/>
                  </a:lnTo>
                  <a:lnTo>
                    <a:pt x="12563" y="11297"/>
                  </a:lnTo>
                  <a:lnTo>
                    <a:pt x="12538" y="11064"/>
                  </a:lnTo>
                  <a:lnTo>
                    <a:pt x="12460" y="10831"/>
                  </a:lnTo>
                  <a:lnTo>
                    <a:pt x="12357" y="10599"/>
                  </a:lnTo>
                  <a:lnTo>
                    <a:pt x="12201" y="10418"/>
                  </a:lnTo>
                  <a:lnTo>
                    <a:pt x="12020" y="10263"/>
                  </a:lnTo>
                  <a:lnTo>
                    <a:pt x="11814" y="10159"/>
                  </a:lnTo>
                  <a:lnTo>
                    <a:pt x="11555" y="10082"/>
                  </a:lnTo>
                  <a:lnTo>
                    <a:pt x="11323" y="10056"/>
                  </a:lnTo>
                  <a:lnTo>
                    <a:pt x="11167" y="10056"/>
                  </a:lnTo>
                  <a:lnTo>
                    <a:pt x="11038" y="10082"/>
                  </a:lnTo>
                  <a:lnTo>
                    <a:pt x="10780" y="10185"/>
                  </a:lnTo>
                  <a:lnTo>
                    <a:pt x="9384" y="8789"/>
                  </a:lnTo>
                  <a:lnTo>
                    <a:pt x="9565" y="8505"/>
                  </a:lnTo>
                  <a:lnTo>
                    <a:pt x="9694" y="8195"/>
                  </a:lnTo>
                  <a:lnTo>
                    <a:pt x="9823" y="7884"/>
                  </a:lnTo>
                  <a:lnTo>
                    <a:pt x="9927" y="7548"/>
                  </a:lnTo>
                  <a:lnTo>
                    <a:pt x="11865" y="7548"/>
                  </a:lnTo>
                  <a:lnTo>
                    <a:pt x="11943" y="7729"/>
                  </a:lnTo>
                  <a:lnTo>
                    <a:pt x="12046" y="7910"/>
                  </a:lnTo>
                  <a:lnTo>
                    <a:pt x="12150" y="8040"/>
                  </a:lnTo>
                  <a:lnTo>
                    <a:pt x="12305" y="8169"/>
                  </a:lnTo>
                  <a:lnTo>
                    <a:pt x="12460" y="8272"/>
                  </a:lnTo>
                  <a:lnTo>
                    <a:pt x="12641" y="8324"/>
                  </a:lnTo>
                  <a:lnTo>
                    <a:pt x="12848" y="8376"/>
                  </a:lnTo>
                  <a:lnTo>
                    <a:pt x="13029" y="8402"/>
                  </a:lnTo>
                  <a:lnTo>
                    <a:pt x="13287" y="8376"/>
                  </a:lnTo>
                  <a:lnTo>
                    <a:pt x="13520" y="8298"/>
                  </a:lnTo>
                  <a:lnTo>
                    <a:pt x="13752" y="8195"/>
                  </a:lnTo>
                  <a:lnTo>
                    <a:pt x="13933" y="8040"/>
                  </a:lnTo>
                  <a:lnTo>
                    <a:pt x="14089" y="7833"/>
                  </a:lnTo>
                  <a:lnTo>
                    <a:pt x="14192" y="7626"/>
                  </a:lnTo>
                  <a:lnTo>
                    <a:pt x="14269" y="7393"/>
                  </a:lnTo>
                  <a:lnTo>
                    <a:pt x="14295" y="7135"/>
                  </a:lnTo>
                  <a:lnTo>
                    <a:pt x="14269" y="6902"/>
                  </a:lnTo>
                  <a:lnTo>
                    <a:pt x="14192" y="6644"/>
                  </a:lnTo>
                  <a:lnTo>
                    <a:pt x="14089" y="6437"/>
                  </a:lnTo>
                  <a:lnTo>
                    <a:pt x="13933" y="6256"/>
                  </a:lnTo>
                  <a:lnTo>
                    <a:pt x="13752" y="6101"/>
                  </a:lnTo>
                  <a:lnTo>
                    <a:pt x="13520" y="5997"/>
                  </a:lnTo>
                  <a:lnTo>
                    <a:pt x="13287" y="5920"/>
                  </a:lnTo>
                  <a:lnTo>
                    <a:pt x="13029" y="5894"/>
                  </a:lnTo>
                  <a:lnTo>
                    <a:pt x="12848" y="5894"/>
                  </a:lnTo>
                  <a:lnTo>
                    <a:pt x="12641" y="5946"/>
                  </a:lnTo>
                  <a:lnTo>
                    <a:pt x="12460" y="6023"/>
                  </a:lnTo>
                  <a:lnTo>
                    <a:pt x="12305" y="6127"/>
                  </a:lnTo>
                  <a:lnTo>
                    <a:pt x="12150" y="6256"/>
                  </a:lnTo>
                  <a:lnTo>
                    <a:pt x="12046" y="6385"/>
                  </a:lnTo>
                  <a:lnTo>
                    <a:pt x="11943" y="6540"/>
                  </a:lnTo>
                  <a:lnTo>
                    <a:pt x="11865" y="6721"/>
                  </a:lnTo>
                  <a:lnTo>
                    <a:pt x="10056" y="6721"/>
                  </a:lnTo>
                  <a:lnTo>
                    <a:pt x="10082" y="6359"/>
                  </a:lnTo>
                  <a:lnTo>
                    <a:pt x="10082" y="4808"/>
                  </a:lnTo>
                  <a:lnTo>
                    <a:pt x="10780" y="4110"/>
                  </a:lnTo>
                  <a:lnTo>
                    <a:pt x="11038" y="4214"/>
                  </a:lnTo>
                  <a:lnTo>
                    <a:pt x="11167" y="4214"/>
                  </a:lnTo>
                  <a:lnTo>
                    <a:pt x="11323" y="4240"/>
                  </a:lnTo>
                  <a:lnTo>
                    <a:pt x="11555" y="4214"/>
                  </a:lnTo>
                  <a:lnTo>
                    <a:pt x="11814" y="4136"/>
                  </a:lnTo>
                  <a:lnTo>
                    <a:pt x="12020" y="4007"/>
                  </a:lnTo>
                  <a:lnTo>
                    <a:pt x="12201" y="3878"/>
                  </a:lnTo>
                  <a:lnTo>
                    <a:pt x="12357" y="3671"/>
                  </a:lnTo>
                  <a:lnTo>
                    <a:pt x="12460" y="3464"/>
                  </a:lnTo>
                  <a:lnTo>
                    <a:pt x="12538" y="3231"/>
                  </a:lnTo>
                  <a:lnTo>
                    <a:pt x="12563" y="2973"/>
                  </a:lnTo>
                  <a:lnTo>
                    <a:pt x="12538" y="2714"/>
                  </a:lnTo>
                  <a:lnTo>
                    <a:pt x="12460" y="2482"/>
                  </a:lnTo>
                  <a:lnTo>
                    <a:pt x="12357" y="2275"/>
                  </a:lnTo>
                  <a:lnTo>
                    <a:pt x="12201" y="2094"/>
                  </a:lnTo>
                  <a:lnTo>
                    <a:pt x="12020" y="1939"/>
                  </a:lnTo>
                  <a:lnTo>
                    <a:pt x="11814" y="1810"/>
                  </a:lnTo>
                  <a:lnTo>
                    <a:pt x="11555" y="1758"/>
                  </a:lnTo>
                  <a:lnTo>
                    <a:pt x="11323" y="1732"/>
                  </a:lnTo>
                  <a:lnTo>
                    <a:pt x="11064" y="1758"/>
                  </a:lnTo>
                  <a:lnTo>
                    <a:pt x="10831" y="1810"/>
                  </a:lnTo>
                  <a:lnTo>
                    <a:pt x="10625" y="1939"/>
                  </a:lnTo>
                  <a:lnTo>
                    <a:pt x="10418" y="2094"/>
                  </a:lnTo>
                  <a:lnTo>
                    <a:pt x="10263" y="2275"/>
                  </a:lnTo>
                  <a:lnTo>
                    <a:pt x="10159" y="2482"/>
                  </a:lnTo>
                  <a:lnTo>
                    <a:pt x="10082" y="2714"/>
                  </a:lnTo>
                  <a:lnTo>
                    <a:pt x="10056" y="2973"/>
                  </a:lnTo>
                  <a:lnTo>
                    <a:pt x="10056" y="3128"/>
                  </a:lnTo>
                  <a:lnTo>
                    <a:pt x="10082" y="3257"/>
                  </a:lnTo>
                  <a:lnTo>
                    <a:pt x="10185" y="3516"/>
                  </a:lnTo>
                  <a:lnTo>
                    <a:pt x="9565" y="4136"/>
                  </a:lnTo>
                  <a:lnTo>
                    <a:pt x="9074" y="3955"/>
                  </a:lnTo>
                  <a:lnTo>
                    <a:pt x="8557" y="3826"/>
                  </a:lnTo>
                  <a:lnTo>
                    <a:pt x="8065" y="3723"/>
                  </a:lnTo>
                  <a:lnTo>
                    <a:pt x="7574" y="3671"/>
                  </a:lnTo>
                  <a:lnTo>
                    <a:pt x="7574" y="2430"/>
                  </a:lnTo>
                  <a:lnTo>
                    <a:pt x="7755" y="2353"/>
                  </a:lnTo>
                  <a:lnTo>
                    <a:pt x="7910" y="2249"/>
                  </a:lnTo>
                  <a:lnTo>
                    <a:pt x="8040" y="2120"/>
                  </a:lnTo>
                  <a:lnTo>
                    <a:pt x="8169" y="1991"/>
                  </a:lnTo>
                  <a:lnTo>
                    <a:pt x="8272" y="1810"/>
                  </a:lnTo>
                  <a:lnTo>
                    <a:pt x="8350" y="1655"/>
                  </a:lnTo>
                  <a:lnTo>
                    <a:pt x="8401" y="1448"/>
                  </a:lnTo>
                  <a:lnTo>
                    <a:pt x="8401" y="1241"/>
                  </a:lnTo>
                  <a:lnTo>
                    <a:pt x="8376" y="1008"/>
                  </a:lnTo>
                  <a:lnTo>
                    <a:pt x="8298" y="750"/>
                  </a:lnTo>
                  <a:lnTo>
                    <a:pt x="8195" y="543"/>
                  </a:lnTo>
                  <a:lnTo>
                    <a:pt x="8040" y="362"/>
                  </a:lnTo>
                  <a:lnTo>
                    <a:pt x="7859" y="207"/>
                  </a:lnTo>
                  <a:lnTo>
                    <a:pt x="7626" y="104"/>
                  </a:lnTo>
                  <a:lnTo>
                    <a:pt x="7393" y="26"/>
                  </a:lnTo>
                  <a:lnTo>
                    <a:pt x="716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9"/>
            <p:cNvSpPr/>
            <p:nvPr/>
          </p:nvSpPr>
          <p:spPr>
            <a:xfrm>
              <a:off x="4154450" y="3464950"/>
              <a:ext cx="65300" cy="50425"/>
            </a:xfrm>
            <a:custGeom>
              <a:avLst/>
              <a:gdLst/>
              <a:ahLst/>
              <a:cxnLst/>
              <a:rect l="l" t="t" r="r" b="b"/>
              <a:pathLst>
                <a:path w="2612" h="2017" extrusionOk="0">
                  <a:moveTo>
                    <a:pt x="2120" y="1"/>
                  </a:moveTo>
                  <a:lnTo>
                    <a:pt x="2042" y="27"/>
                  </a:lnTo>
                  <a:lnTo>
                    <a:pt x="1965" y="78"/>
                  </a:lnTo>
                  <a:lnTo>
                    <a:pt x="1887" y="130"/>
                  </a:lnTo>
                  <a:lnTo>
                    <a:pt x="1008" y="1009"/>
                  </a:lnTo>
                  <a:lnTo>
                    <a:pt x="724" y="724"/>
                  </a:lnTo>
                  <a:lnTo>
                    <a:pt x="647" y="673"/>
                  </a:lnTo>
                  <a:lnTo>
                    <a:pt x="569" y="621"/>
                  </a:lnTo>
                  <a:lnTo>
                    <a:pt x="491" y="595"/>
                  </a:lnTo>
                  <a:lnTo>
                    <a:pt x="336" y="595"/>
                  </a:lnTo>
                  <a:lnTo>
                    <a:pt x="259" y="621"/>
                  </a:lnTo>
                  <a:lnTo>
                    <a:pt x="181" y="673"/>
                  </a:lnTo>
                  <a:lnTo>
                    <a:pt x="130" y="724"/>
                  </a:lnTo>
                  <a:lnTo>
                    <a:pt x="78" y="776"/>
                  </a:lnTo>
                  <a:lnTo>
                    <a:pt x="26" y="854"/>
                  </a:lnTo>
                  <a:lnTo>
                    <a:pt x="0" y="931"/>
                  </a:lnTo>
                  <a:lnTo>
                    <a:pt x="0" y="1009"/>
                  </a:lnTo>
                  <a:lnTo>
                    <a:pt x="0" y="1086"/>
                  </a:lnTo>
                  <a:lnTo>
                    <a:pt x="26" y="1164"/>
                  </a:lnTo>
                  <a:lnTo>
                    <a:pt x="78" y="1241"/>
                  </a:lnTo>
                  <a:lnTo>
                    <a:pt x="130" y="1319"/>
                  </a:lnTo>
                  <a:lnTo>
                    <a:pt x="724" y="1914"/>
                  </a:lnTo>
                  <a:lnTo>
                    <a:pt x="776" y="1965"/>
                  </a:lnTo>
                  <a:lnTo>
                    <a:pt x="853" y="1991"/>
                  </a:lnTo>
                  <a:lnTo>
                    <a:pt x="931" y="2017"/>
                  </a:lnTo>
                  <a:lnTo>
                    <a:pt x="1086" y="2017"/>
                  </a:lnTo>
                  <a:lnTo>
                    <a:pt x="1164" y="1991"/>
                  </a:lnTo>
                  <a:lnTo>
                    <a:pt x="1241" y="1965"/>
                  </a:lnTo>
                  <a:lnTo>
                    <a:pt x="1319" y="1914"/>
                  </a:lnTo>
                  <a:lnTo>
                    <a:pt x="2482" y="724"/>
                  </a:lnTo>
                  <a:lnTo>
                    <a:pt x="2534" y="647"/>
                  </a:lnTo>
                  <a:lnTo>
                    <a:pt x="2585" y="569"/>
                  </a:lnTo>
                  <a:lnTo>
                    <a:pt x="2611" y="492"/>
                  </a:lnTo>
                  <a:lnTo>
                    <a:pt x="2611" y="414"/>
                  </a:lnTo>
                  <a:lnTo>
                    <a:pt x="2611" y="337"/>
                  </a:lnTo>
                  <a:lnTo>
                    <a:pt x="2585" y="259"/>
                  </a:lnTo>
                  <a:lnTo>
                    <a:pt x="2534" y="182"/>
                  </a:lnTo>
                  <a:lnTo>
                    <a:pt x="2482" y="130"/>
                  </a:lnTo>
                  <a:lnTo>
                    <a:pt x="2430" y="78"/>
                  </a:lnTo>
                  <a:lnTo>
                    <a:pt x="2353" y="27"/>
                  </a:lnTo>
                  <a:lnTo>
                    <a:pt x="22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 name="Google Shape;983;p59"/>
          <p:cNvGrpSpPr/>
          <p:nvPr/>
        </p:nvGrpSpPr>
        <p:grpSpPr>
          <a:xfrm>
            <a:off x="5594018" y="3449143"/>
            <a:ext cx="383454" cy="383454"/>
            <a:chOff x="4762575" y="3311800"/>
            <a:chExt cx="357400" cy="357400"/>
          </a:xfrm>
        </p:grpSpPr>
        <p:sp>
          <p:nvSpPr>
            <p:cNvPr id="984" name="Google Shape;984;p59"/>
            <p:cNvSpPr/>
            <p:nvPr/>
          </p:nvSpPr>
          <p:spPr>
            <a:xfrm>
              <a:off x="4762575" y="3311800"/>
              <a:ext cx="357400" cy="357400"/>
            </a:xfrm>
            <a:custGeom>
              <a:avLst/>
              <a:gdLst/>
              <a:ahLst/>
              <a:cxnLst/>
              <a:rect l="l" t="t" r="r" b="b"/>
              <a:pathLst>
                <a:path w="14296" h="14296" extrusionOk="0">
                  <a:moveTo>
                    <a:pt x="13029" y="827"/>
                  </a:moveTo>
                  <a:lnTo>
                    <a:pt x="13132" y="853"/>
                  </a:lnTo>
                  <a:lnTo>
                    <a:pt x="13210" y="853"/>
                  </a:lnTo>
                  <a:lnTo>
                    <a:pt x="13262" y="905"/>
                  </a:lnTo>
                  <a:lnTo>
                    <a:pt x="13339" y="957"/>
                  </a:lnTo>
                  <a:lnTo>
                    <a:pt x="13391" y="1008"/>
                  </a:lnTo>
                  <a:lnTo>
                    <a:pt x="13417" y="1086"/>
                  </a:lnTo>
                  <a:lnTo>
                    <a:pt x="13443" y="1163"/>
                  </a:lnTo>
                  <a:lnTo>
                    <a:pt x="13443" y="1241"/>
                  </a:lnTo>
                  <a:lnTo>
                    <a:pt x="13443" y="13029"/>
                  </a:lnTo>
                  <a:lnTo>
                    <a:pt x="13443" y="13106"/>
                  </a:lnTo>
                  <a:lnTo>
                    <a:pt x="13417" y="13184"/>
                  </a:lnTo>
                  <a:lnTo>
                    <a:pt x="13391" y="13261"/>
                  </a:lnTo>
                  <a:lnTo>
                    <a:pt x="13339" y="13339"/>
                  </a:lnTo>
                  <a:lnTo>
                    <a:pt x="13262" y="13391"/>
                  </a:lnTo>
                  <a:lnTo>
                    <a:pt x="13210" y="13416"/>
                  </a:lnTo>
                  <a:lnTo>
                    <a:pt x="13132" y="13442"/>
                  </a:lnTo>
                  <a:lnTo>
                    <a:pt x="1164" y="13442"/>
                  </a:lnTo>
                  <a:lnTo>
                    <a:pt x="1086" y="13416"/>
                  </a:lnTo>
                  <a:lnTo>
                    <a:pt x="1009" y="13391"/>
                  </a:lnTo>
                  <a:lnTo>
                    <a:pt x="957" y="13339"/>
                  </a:lnTo>
                  <a:lnTo>
                    <a:pt x="905" y="13261"/>
                  </a:lnTo>
                  <a:lnTo>
                    <a:pt x="879" y="13184"/>
                  </a:lnTo>
                  <a:lnTo>
                    <a:pt x="854" y="13106"/>
                  </a:lnTo>
                  <a:lnTo>
                    <a:pt x="828" y="13029"/>
                  </a:lnTo>
                  <a:lnTo>
                    <a:pt x="828" y="1241"/>
                  </a:lnTo>
                  <a:lnTo>
                    <a:pt x="854" y="1163"/>
                  </a:lnTo>
                  <a:lnTo>
                    <a:pt x="879" y="1086"/>
                  </a:lnTo>
                  <a:lnTo>
                    <a:pt x="905" y="1008"/>
                  </a:lnTo>
                  <a:lnTo>
                    <a:pt x="957" y="957"/>
                  </a:lnTo>
                  <a:lnTo>
                    <a:pt x="1009" y="905"/>
                  </a:lnTo>
                  <a:lnTo>
                    <a:pt x="1086" y="853"/>
                  </a:lnTo>
                  <a:lnTo>
                    <a:pt x="1164" y="853"/>
                  </a:lnTo>
                  <a:lnTo>
                    <a:pt x="1241" y="827"/>
                  </a:lnTo>
                  <a:close/>
                  <a:moveTo>
                    <a:pt x="1241" y="0"/>
                  </a:moveTo>
                  <a:lnTo>
                    <a:pt x="1009" y="26"/>
                  </a:lnTo>
                  <a:lnTo>
                    <a:pt x="776" y="104"/>
                  </a:lnTo>
                  <a:lnTo>
                    <a:pt x="543" y="207"/>
                  </a:lnTo>
                  <a:lnTo>
                    <a:pt x="362" y="362"/>
                  </a:lnTo>
                  <a:lnTo>
                    <a:pt x="207" y="543"/>
                  </a:lnTo>
                  <a:lnTo>
                    <a:pt x="104" y="750"/>
                  </a:lnTo>
                  <a:lnTo>
                    <a:pt x="26" y="1008"/>
                  </a:lnTo>
                  <a:lnTo>
                    <a:pt x="0" y="1241"/>
                  </a:lnTo>
                  <a:lnTo>
                    <a:pt x="0" y="13029"/>
                  </a:lnTo>
                  <a:lnTo>
                    <a:pt x="26" y="13287"/>
                  </a:lnTo>
                  <a:lnTo>
                    <a:pt x="104" y="13520"/>
                  </a:lnTo>
                  <a:lnTo>
                    <a:pt x="207" y="13727"/>
                  </a:lnTo>
                  <a:lnTo>
                    <a:pt x="362" y="13933"/>
                  </a:lnTo>
                  <a:lnTo>
                    <a:pt x="543" y="14063"/>
                  </a:lnTo>
                  <a:lnTo>
                    <a:pt x="776" y="14192"/>
                  </a:lnTo>
                  <a:lnTo>
                    <a:pt x="1009" y="14269"/>
                  </a:lnTo>
                  <a:lnTo>
                    <a:pt x="1241" y="14295"/>
                  </a:lnTo>
                  <a:lnTo>
                    <a:pt x="13029" y="14295"/>
                  </a:lnTo>
                  <a:lnTo>
                    <a:pt x="13288" y="14269"/>
                  </a:lnTo>
                  <a:lnTo>
                    <a:pt x="13520" y="14192"/>
                  </a:lnTo>
                  <a:lnTo>
                    <a:pt x="13727" y="14063"/>
                  </a:lnTo>
                  <a:lnTo>
                    <a:pt x="13934" y="13933"/>
                  </a:lnTo>
                  <a:lnTo>
                    <a:pt x="14089" y="13727"/>
                  </a:lnTo>
                  <a:lnTo>
                    <a:pt x="14192" y="13520"/>
                  </a:lnTo>
                  <a:lnTo>
                    <a:pt x="14270" y="13287"/>
                  </a:lnTo>
                  <a:lnTo>
                    <a:pt x="14296" y="13029"/>
                  </a:lnTo>
                  <a:lnTo>
                    <a:pt x="14296" y="1241"/>
                  </a:lnTo>
                  <a:lnTo>
                    <a:pt x="14270" y="1008"/>
                  </a:lnTo>
                  <a:lnTo>
                    <a:pt x="14192" y="750"/>
                  </a:lnTo>
                  <a:lnTo>
                    <a:pt x="14089" y="543"/>
                  </a:lnTo>
                  <a:lnTo>
                    <a:pt x="13934" y="362"/>
                  </a:lnTo>
                  <a:lnTo>
                    <a:pt x="13727" y="207"/>
                  </a:lnTo>
                  <a:lnTo>
                    <a:pt x="13520" y="104"/>
                  </a:lnTo>
                  <a:lnTo>
                    <a:pt x="13288" y="26"/>
                  </a:lnTo>
                  <a:lnTo>
                    <a:pt x="130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9"/>
            <p:cNvSpPr/>
            <p:nvPr/>
          </p:nvSpPr>
          <p:spPr>
            <a:xfrm>
              <a:off x="4818800" y="3350575"/>
              <a:ext cx="244300" cy="279200"/>
            </a:xfrm>
            <a:custGeom>
              <a:avLst/>
              <a:gdLst/>
              <a:ahLst/>
              <a:cxnLst/>
              <a:rect l="l" t="t" r="r" b="b"/>
              <a:pathLst>
                <a:path w="9772" h="11168" extrusionOk="0">
                  <a:moveTo>
                    <a:pt x="4886" y="0"/>
                  </a:moveTo>
                  <a:lnTo>
                    <a:pt x="4395" y="26"/>
                  </a:lnTo>
                  <a:lnTo>
                    <a:pt x="3904" y="104"/>
                  </a:lnTo>
                  <a:lnTo>
                    <a:pt x="3439" y="233"/>
                  </a:lnTo>
                  <a:lnTo>
                    <a:pt x="2999" y="388"/>
                  </a:lnTo>
                  <a:lnTo>
                    <a:pt x="2560" y="595"/>
                  </a:lnTo>
                  <a:lnTo>
                    <a:pt x="2172" y="853"/>
                  </a:lnTo>
                  <a:lnTo>
                    <a:pt x="1784" y="1112"/>
                  </a:lnTo>
                  <a:lnTo>
                    <a:pt x="1448" y="1448"/>
                  </a:lnTo>
                  <a:lnTo>
                    <a:pt x="1138" y="1784"/>
                  </a:lnTo>
                  <a:lnTo>
                    <a:pt x="853" y="2172"/>
                  </a:lnTo>
                  <a:lnTo>
                    <a:pt x="595" y="2559"/>
                  </a:lnTo>
                  <a:lnTo>
                    <a:pt x="388" y="2999"/>
                  </a:lnTo>
                  <a:lnTo>
                    <a:pt x="233" y="3438"/>
                  </a:lnTo>
                  <a:lnTo>
                    <a:pt x="104" y="3904"/>
                  </a:lnTo>
                  <a:lnTo>
                    <a:pt x="26" y="4395"/>
                  </a:lnTo>
                  <a:lnTo>
                    <a:pt x="0" y="4886"/>
                  </a:lnTo>
                  <a:lnTo>
                    <a:pt x="0" y="5739"/>
                  </a:lnTo>
                  <a:lnTo>
                    <a:pt x="26" y="5816"/>
                  </a:lnTo>
                  <a:lnTo>
                    <a:pt x="52" y="5894"/>
                  </a:lnTo>
                  <a:lnTo>
                    <a:pt x="78" y="5972"/>
                  </a:lnTo>
                  <a:lnTo>
                    <a:pt x="130" y="6023"/>
                  </a:lnTo>
                  <a:lnTo>
                    <a:pt x="207" y="6075"/>
                  </a:lnTo>
                  <a:lnTo>
                    <a:pt x="259" y="6127"/>
                  </a:lnTo>
                  <a:lnTo>
                    <a:pt x="336" y="6153"/>
                  </a:lnTo>
                  <a:lnTo>
                    <a:pt x="517" y="6153"/>
                  </a:lnTo>
                  <a:lnTo>
                    <a:pt x="595" y="6127"/>
                  </a:lnTo>
                  <a:lnTo>
                    <a:pt x="673" y="6075"/>
                  </a:lnTo>
                  <a:lnTo>
                    <a:pt x="724" y="6023"/>
                  </a:lnTo>
                  <a:lnTo>
                    <a:pt x="776" y="5972"/>
                  </a:lnTo>
                  <a:lnTo>
                    <a:pt x="802" y="5894"/>
                  </a:lnTo>
                  <a:lnTo>
                    <a:pt x="828" y="5816"/>
                  </a:lnTo>
                  <a:lnTo>
                    <a:pt x="853" y="5739"/>
                  </a:lnTo>
                  <a:lnTo>
                    <a:pt x="853" y="4886"/>
                  </a:lnTo>
                  <a:lnTo>
                    <a:pt x="879" y="4472"/>
                  </a:lnTo>
                  <a:lnTo>
                    <a:pt x="931" y="4085"/>
                  </a:lnTo>
                  <a:lnTo>
                    <a:pt x="1034" y="3697"/>
                  </a:lnTo>
                  <a:lnTo>
                    <a:pt x="1164" y="3309"/>
                  </a:lnTo>
                  <a:lnTo>
                    <a:pt x="1345" y="2973"/>
                  </a:lnTo>
                  <a:lnTo>
                    <a:pt x="1551" y="2637"/>
                  </a:lnTo>
                  <a:lnTo>
                    <a:pt x="1784" y="2327"/>
                  </a:lnTo>
                  <a:lnTo>
                    <a:pt x="2043" y="2042"/>
                  </a:lnTo>
                  <a:lnTo>
                    <a:pt x="2327" y="1758"/>
                  </a:lnTo>
                  <a:lnTo>
                    <a:pt x="2637" y="1525"/>
                  </a:lnTo>
                  <a:lnTo>
                    <a:pt x="2973" y="1344"/>
                  </a:lnTo>
                  <a:lnTo>
                    <a:pt x="3309" y="1163"/>
                  </a:lnTo>
                  <a:lnTo>
                    <a:pt x="3697" y="1034"/>
                  </a:lnTo>
                  <a:lnTo>
                    <a:pt x="4085" y="931"/>
                  </a:lnTo>
                  <a:lnTo>
                    <a:pt x="4473" y="853"/>
                  </a:lnTo>
                  <a:lnTo>
                    <a:pt x="5300" y="853"/>
                  </a:lnTo>
                  <a:lnTo>
                    <a:pt x="5713" y="931"/>
                  </a:lnTo>
                  <a:lnTo>
                    <a:pt x="6101" y="1034"/>
                  </a:lnTo>
                  <a:lnTo>
                    <a:pt x="6463" y="1163"/>
                  </a:lnTo>
                  <a:lnTo>
                    <a:pt x="6825" y="1344"/>
                  </a:lnTo>
                  <a:lnTo>
                    <a:pt x="7161" y="1525"/>
                  </a:lnTo>
                  <a:lnTo>
                    <a:pt x="7471" y="1758"/>
                  </a:lnTo>
                  <a:lnTo>
                    <a:pt x="7756" y="2042"/>
                  </a:lnTo>
                  <a:lnTo>
                    <a:pt x="8014" y="2327"/>
                  </a:lnTo>
                  <a:lnTo>
                    <a:pt x="8247" y="2637"/>
                  </a:lnTo>
                  <a:lnTo>
                    <a:pt x="8454" y="2973"/>
                  </a:lnTo>
                  <a:lnTo>
                    <a:pt x="8634" y="3309"/>
                  </a:lnTo>
                  <a:lnTo>
                    <a:pt x="8764" y="3697"/>
                  </a:lnTo>
                  <a:lnTo>
                    <a:pt x="8867" y="4085"/>
                  </a:lnTo>
                  <a:lnTo>
                    <a:pt x="8919" y="4472"/>
                  </a:lnTo>
                  <a:lnTo>
                    <a:pt x="8945" y="4886"/>
                  </a:lnTo>
                  <a:lnTo>
                    <a:pt x="8945" y="6566"/>
                  </a:lnTo>
                  <a:lnTo>
                    <a:pt x="8919" y="6954"/>
                  </a:lnTo>
                  <a:lnTo>
                    <a:pt x="8867" y="7316"/>
                  </a:lnTo>
                  <a:lnTo>
                    <a:pt x="8764" y="7678"/>
                  </a:lnTo>
                  <a:lnTo>
                    <a:pt x="8660" y="8040"/>
                  </a:lnTo>
                  <a:lnTo>
                    <a:pt x="8479" y="8376"/>
                  </a:lnTo>
                  <a:lnTo>
                    <a:pt x="8298" y="8686"/>
                  </a:lnTo>
                  <a:lnTo>
                    <a:pt x="8092" y="8970"/>
                  </a:lnTo>
                  <a:lnTo>
                    <a:pt x="7833" y="9229"/>
                  </a:lnTo>
                  <a:lnTo>
                    <a:pt x="7575" y="9487"/>
                  </a:lnTo>
                  <a:lnTo>
                    <a:pt x="7290" y="9694"/>
                  </a:lnTo>
                  <a:lnTo>
                    <a:pt x="6980" y="9875"/>
                  </a:lnTo>
                  <a:lnTo>
                    <a:pt x="6644" y="10030"/>
                  </a:lnTo>
                  <a:lnTo>
                    <a:pt x="6282" y="10159"/>
                  </a:lnTo>
                  <a:lnTo>
                    <a:pt x="5946" y="10263"/>
                  </a:lnTo>
                  <a:lnTo>
                    <a:pt x="5558" y="10314"/>
                  </a:lnTo>
                  <a:lnTo>
                    <a:pt x="5171" y="10340"/>
                  </a:lnTo>
                  <a:lnTo>
                    <a:pt x="5093" y="10340"/>
                  </a:lnTo>
                  <a:lnTo>
                    <a:pt x="5015" y="10366"/>
                  </a:lnTo>
                  <a:lnTo>
                    <a:pt x="4938" y="10418"/>
                  </a:lnTo>
                  <a:lnTo>
                    <a:pt x="4886" y="10470"/>
                  </a:lnTo>
                  <a:lnTo>
                    <a:pt x="4834" y="10521"/>
                  </a:lnTo>
                  <a:lnTo>
                    <a:pt x="4783" y="10599"/>
                  </a:lnTo>
                  <a:lnTo>
                    <a:pt x="4757" y="10676"/>
                  </a:lnTo>
                  <a:lnTo>
                    <a:pt x="4757" y="10754"/>
                  </a:lnTo>
                  <a:lnTo>
                    <a:pt x="4757" y="10831"/>
                  </a:lnTo>
                  <a:lnTo>
                    <a:pt x="4783" y="10909"/>
                  </a:lnTo>
                  <a:lnTo>
                    <a:pt x="4834" y="10987"/>
                  </a:lnTo>
                  <a:lnTo>
                    <a:pt x="4886" y="11064"/>
                  </a:lnTo>
                  <a:lnTo>
                    <a:pt x="4938" y="11116"/>
                  </a:lnTo>
                  <a:lnTo>
                    <a:pt x="5015" y="11142"/>
                  </a:lnTo>
                  <a:lnTo>
                    <a:pt x="5093" y="11167"/>
                  </a:lnTo>
                  <a:lnTo>
                    <a:pt x="5171" y="11167"/>
                  </a:lnTo>
                  <a:lnTo>
                    <a:pt x="5636" y="11142"/>
                  </a:lnTo>
                  <a:lnTo>
                    <a:pt x="6101" y="11090"/>
                  </a:lnTo>
                  <a:lnTo>
                    <a:pt x="6541" y="10961"/>
                  </a:lnTo>
                  <a:lnTo>
                    <a:pt x="6954" y="10806"/>
                  </a:lnTo>
                  <a:lnTo>
                    <a:pt x="7368" y="10625"/>
                  </a:lnTo>
                  <a:lnTo>
                    <a:pt x="7756" y="10392"/>
                  </a:lnTo>
                  <a:lnTo>
                    <a:pt x="8092" y="10133"/>
                  </a:lnTo>
                  <a:lnTo>
                    <a:pt x="8428" y="9823"/>
                  </a:lnTo>
                  <a:lnTo>
                    <a:pt x="8738" y="9487"/>
                  </a:lnTo>
                  <a:lnTo>
                    <a:pt x="8996" y="9151"/>
                  </a:lnTo>
                  <a:lnTo>
                    <a:pt x="9229" y="8763"/>
                  </a:lnTo>
                  <a:lnTo>
                    <a:pt x="9410" y="8350"/>
                  </a:lnTo>
                  <a:lnTo>
                    <a:pt x="9565" y="7936"/>
                  </a:lnTo>
                  <a:lnTo>
                    <a:pt x="9694" y="7497"/>
                  </a:lnTo>
                  <a:lnTo>
                    <a:pt x="9746" y="7031"/>
                  </a:lnTo>
                  <a:lnTo>
                    <a:pt x="9772" y="6566"/>
                  </a:lnTo>
                  <a:lnTo>
                    <a:pt x="9772" y="4886"/>
                  </a:lnTo>
                  <a:lnTo>
                    <a:pt x="9746" y="4395"/>
                  </a:lnTo>
                  <a:lnTo>
                    <a:pt x="9694" y="3904"/>
                  </a:lnTo>
                  <a:lnTo>
                    <a:pt x="9565" y="3438"/>
                  </a:lnTo>
                  <a:lnTo>
                    <a:pt x="9410" y="2999"/>
                  </a:lnTo>
                  <a:lnTo>
                    <a:pt x="9203" y="2559"/>
                  </a:lnTo>
                  <a:lnTo>
                    <a:pt x="8945" y="2172"/>
                  </a:lnTo>
                  <a:lnTo>
                    <a:pt x="8660" y="1784"/>
                  </a:lnTo>
                  <a:lnTo>
                    <a:pt x="8350" y="1448"/>
                  </a:lnTo>
                  <a:lnTo>
                    <a:pt x="8014" y="1112"/>
                  </a:lnTo>
                  <a:lnTo>
                    <a:pt x="7626" y="853"/>
                  </a:lnTo>
                  <a:lnTo>
                    <a:pt x="7213" y="595"/>
                  </a:lnTo>
                  <a:lnTo>
                    <a:pt x="6799" y="388"/>
                  </a:lnTo>
                  <a:lnTo>
                    <a:pt x="6360" y="233"/>
                  </a:lnTo>
                  <a:lnTo>
                    <a:pt x="5868" y="104"/>
                  </a:lnTo>
                  <a:lnTo>
                    <a:pt x="5403" y="26"/>
                  </a:lnTo>
                  <a:lnTo>
                    <a:pt x="48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9"/>
            <p:cNvSpPr/>
            <p:nvPr/>
          </p:nvSpPr>
          <p:spPr>
            <a:xfrm>
              <a:off x="4818800" y="3434575"/>
              <a:ext cx="160950" cy="153200"/>
            </a:xfrm>
            <a:custGeom>
              <a:avLst/>
              <a:gdLst/>
              <a:ahLst/>
              <a:cxnLst/>
              <a:rect l="l" t="t" r="r" b="b"/>
              <a:pathLst>
                <a:path w="6438" h="6128" extrusionOk="0">
                  <a:moveTo>
                    <a:pt x="4731" y="1"/>
                  </a:moveTo>
                  <a:lnTo>
                    <a:pt x="4576" y="27"/>
                  </a:lnTo>
                  <a:lnTo>
                    <a:pt x="4292" y="130"/>
                  </a:lnTo>
                  <a:lnTo>
                    <a:pt x="4033" y="259"/>
                  </a:lnTo>
                  <a:lnTo>
                    <a:pt x="3800" y="440"/>
                  </a:lnTo>
                  <a:lnTo>
                    <a:pt x="3619" y="673"/>
                  </a:lnTo>
                  <a:lnTo>
                    <a:pt x="3490" y="931"/>
                  </a:lnTo>
                  <a:lnTo>
                    <a:pt x="3387" y="1216"/>
                  </a:lnTo>
                  <a:lnTo>
                    <a:pt x="3361" y="1371"/>
                  </a:lnTo>
                  <a:lnTo>
                    <a:pt x="3361" y="1526"/>
                  </a:lnTo>
                  <a:lnTo>
                    <a:pt x="3361" y="2379"/>
                  </a:lnTo>
                  <a:lnTo>
                    <a:pt x="3335" y="2663"/>
                  </a:lnTo>
                  <a:lnTo>
                    <a:pt x="3309" y="2973"/>
                  </a:lnTo>
                  <a:lnTo>
                    <a:pt x="3232" y="3232"/>
                  </a:lnTo>
                  <a:lnTo>
                    <a:pt x="3128" y="3516"/>
                  </a:lnTo>
                  <a:lnTo>
                    <a:pt x="2999" y="3775"/>
                  </a:lnTo>
                  <a:lnTo>
                    <a:pt x="2870" y="4008"/>
                  </a:lnTo>
                  <a:lnTo>
                    <a:pt x="2689" y="4240"/>
                  </a:lnTo>
                  <a:lnTo>
                    <a:pt x="2508" y="4447"/>
                  </a:lnTo>
                  <a:lnTo>
                    <a:pt x="2301" y="4628"/>
                  </a:lnTo>
                  <a:lnTo>
                    <a:pt x="2068" y="4809"/>
                  </a:lnTo>
                  <a:lnTo>
                    <a:pt x="1836" y="4938"/>
                  </a:lnTo>
                  <a:lnTo>
                    <a:pt x="1577" y="5067"/>
                  </a:lnTo>
                  <a:lnTo>
                    <a:pt x="1293" y="5171"/>
                  </a:lnTo>
                  <a:lnTo>
                    <a:pt x="1009" y="5248"/>
                  </a:lnTo>
                  <a:lnTo>
                    <a:pt x="724" y="5300"/>
                  </a:lnTo>
                  <a:lnTo>
                    <a:pt x="336" y="5300"/>
                  </a:lnTo>
                  <a:lnTo>
                    <a:pt x="259" y="5326"/>
                  </a:lnTo>
                  <a:lnTo>
                    <a:pt x="207" y="5378"/>
                  </a:lnTo>
                  <a:lnTo>
                    <a:pt x="130" y="5429"/>
                  </a:lnTo>
                  <a:lnTo>
                    <a:pt x="78" y="5481"/>
                  </a:lnTo>
                  <a:lnTo>
                    <a:pt x="52" y="5559"/>
                  </a:lnTo>
                  <a:lnTo>
                    <a:pt x="26" y="5636"/>
                  </a:lnTo>
                  <a:lnTo>
                    <a:pt x="0" y="5714"/>
                  </a:lnTo>
                  <a:lnTo>
                    <a:pt x="26" y="5817"/>
                  </a:lnTo>
                  <a:lnTo>
                    <a:pt x="52" y="5895"/>
                  </a:lnTo>
                  <a:lnTo>
                    <a:pt x="78" y="5946"/>
                  </a:lnTo>
                  <a:lnTo>
                    <a:pt x="130" y="6024"/>
                  </a:lnTo>
                  <a:lnTo>
                    <a:pt x="207" y="6076"/>
                  </a:lnTo>
                  <a:lnTo>
                    <a:pt x="259" y="6101"/>
                  </a:lnTo>
                  <a:lnTo>
                    <a:pt x="336" y="6127"/>
                  </a:lnTo>
                  <a:lnTo>
                    <a:pt x="802" y="6127"/>
                  </a:lnTo>
                  <a:lnTo>
                    <a:pt x="1190" y="6076"/>
                  </a:lnTo>
                  <a:lnTo>
                    <a:pt x="1551" y="5972"/>
                  </a:lnTo>
                  <a:lnTo>
                    <a:pt x="1888" y="5843"/>
                  </a:lnTo>
                  <a:lnTo>
                    <a:pt x="2224" y="5688"/>
                  </a:lnTo>
                  <a:lnTo>
                    <a:pt x="2534" y="5507"/>
                  </a:lnTo>
                  <a:lnTo>
                    <a:pt x="2818" y="5274"/>
                  </a:lnTo>
                  <a:lnTo>
                    <a:pt x="3102" y="5042"/>
                  </a:lnTo>
                  <a:lnTo>
                    <a:pt x="3335" y="4757"/>
                  </a:lnTo>
                  <a:lnTo>
                    <a:pt x="3542" y="4473"/>
                  </a:lnTo>
                  <a:lnTo>
                    <a:pt x="3749" y="4163"/>
                  </a:lnTo>
                  <a:lnTo>
                    <a:pt x="3904" y="3827"/>
                  </a:lnTo>
                  <a:lnTo>
                    <a:pt x="4033" y="3491"/>
                  </a:lnTo>
                  <a:lnTo>
                    <a:pt x="4111" y="3129"/>
                  </a:lnTo>
                  <a:lnTo>
                    <a:pt x="4188" y="2767"/>
                  </a:lnTo>
                  <a:lnTo>
                    <a:pt x="4188" y="2379"/>
                  </a:lnTo>
                  <a:lnTo>
                    <a:pt x="4188" y="1526"/>
                  </a:lnTo>
                  <a:lnTo>
                    <a:pt x="4214" y="1397"/>
                  </a:lnTo>
                  <a:lnTo>
                    <a:pt x="4266" y="1267"/>
                  </a:lnTo>
                  <a:lnTo>
                    <a:pt x="4317" y="1138"/>
                  </a:lnTo>
                  <a:lnTo>
                    <a:pt x="4395" y="1035"/>
                  </a:lnTo>
                  <a:lnTo>
                    <a:pt x="4498" y="957"/>
                  </a:lnTo>
                  <a:lnTo>
                    <a:pt x="4628" y="880"/>
                  </a:lnTo>
                  <a:lnTo>
                    <a:pt x="4757" y="854"/>
                  </a:lnTo>
                  <a:lnTo>
                    <a:pt x="4886" y="828"/>
                  </a:lnTo>
                  <a:lnTo>
                    <a:pt x="5041" y="854"/>
                  </a:lnTo>
                  <a:lnTo>
                    <a:pt x="5171" y="880"/>
                  </a:lnTo>
                  <a:lnTo>
                    <a:pt x="5274" y="957"/>
                  </a:lnTo>
                  <a:lnTo>
                    <a:pt x="5377" y="1035"/>
                  </a:lnTo>
                  <a:lnTo>
                    <a:pt x="5481" y="1138"/>
                  </a:lnTo>
                  <a:lnTo>
                    <a:pt x="5532" y="1267"/>
                  </a:lnTo>
                  <a:lnTo>
                    <a:pt x="5584" y="1397"/>
                  </a:lnTo>
                  <a:lnTo>
                    <a:pt x="5584" y="1526"/>
                  </a:lnTo>
                  <a:lnTo>
                    <a:pt x="5584" y="3206"/>
                  </a:lnTo>
                  <a:lnTo>
                    <a:pt x="5584" y="3284"/>
                  </a:lnTo>
                  <a:lnTo>
                    <a:pt x="5558" y="3361"/>
                  </a:lnTo>
                  <a:lnTo>
                    <a:pt x="5532" y="3439"/>
                  </a:lnTo>
                  <a:lnTo>
                    <a:pt x="5481" y="3516"/>
                  </a:lnTo>
                  <a:lnTo>
                    <a:pt x="5403" y="3568"/>
                  </a:lnTo>
                  <a:lnTo>
                    <a:pt x="5326" y="3594"/>
                  </a:lnTo>
                  <a:lnTo>
                    <a:pt x="5248" y="3620"/>
                  </a:lnTo>
                  <a:lnTo>
                    <a:pt x="5171" y="3620"/>
                  </a:lnTo>
                  <a:lnTo>
                    <a:pt x="5093" y="3646"/>
                  </a:lnTo>
                  <a:lnTo>
                    <a:pt x="5015" y="3671"/>
                  </a:lnTo>
                  <a:lnTo>
                    <a:pt x="4938" y="3697"/>
                  </a:lnTo>
                  <a:lnTo>
                    <a:pt x="4886" y="3749"/>
                  </a:lnTo>
                  <a:lnTo>
                    <a:pt x="4834" y="3801"/>
                  </a:lnTo>
                  <a:lnTo>
                    <a:pt x="4783" y="3878"/>
                  </a:lnTo>
                  <a:lnTo>
                    <a:pt x="4757" y="3956"/>
                  </a:lnTo>
                  <a:lnTo>
                    <a:pt x="4757" y="4033"/>
                  </a:lnTo>
                  <a:lnTo>
                    <a:pt x="4757" y="4137"/>
                  </a:lnTo>
                  <a:lnTo>
                    <a:pt x="4783" y="4214"/>
                  </a:lnTo>
                  <a:lnTo>
                    <a:pt x="4834" y="4292"/>
                  </a:lnTo>
                  <a:lnTo>
                    <a:pt x="4886" y="4344"/>
                  </a:lnTo>
                  <a:lnTo>
                    <a:pt x="4938" y="4395"/>
                  </a:lnTo>
                  <a:lnTo>
                    <a:pt x="5015" y="4421"/>
                  </a:lnTo>
                  <a:lnTo>
                    <a:pt x="5093" y="4447"/>
                  </a:lnTo>
                  <a:lnTo>
                    <a:pt x="5171" y="4473"/>
                  </a:lnTo>
                  <a:lnTo>
                    <a:pt x="5429" y="4447"/>
                  </a:lnTo>
                  <a:lnTo>
                    <a:pt x="5662" y="4369"/>
                  </a:lnTo>
                  <a:lnTo>
                    <a:pt x="5868" y="4240"/>
                  </a:lnTo>
                  <a:lnTo>
                    <a:pt x="6075" y="4085"/>
                  </a:lnTo>
                  <a:lnTo>
                    <a:pt x="6205" y="3904"/>
                  </a:lnTo>
                  <a:lnTo>
                    <a:pt x="6334" y="3697"/>
                  </a:lnTo>
                  <a:lnTo>
                    <a:pt x="6411" y="3465"/>
                  </a:lnTo>
                  <a:lnTo>
                    <a:pt x="6437" y="3206"/>
                  </a:lnTo>
                  <a:lnTo>
                    <a:pt x="6437" y="1526"/>
                  </a:lnTo>
                  <a:lnTo>
                    <a:pt x="6411" y="1371"/>
                  </a:lnTo>
                  <a:lnTo>
                    <a:pt x="6411" y="1216"/>
                  </a:lnTo>
                  <a:lnTo>
                    <a:pt x="6308" y="931"/>
                  </a:lnTo>
                  <a:lnTo>
                    <a:pt x="6179" y="673"/>
                  </a:lnTo>
                  <a:lnTo>
                    <a:pt x="5972" y="440"/>
                  </a:lnTo>
                  <a:lnTo>
                    <a:pt x="5765" y="259"/>
                  </a:lnTo>
                  <a:lnTo>
                    <a:pt x="5481" y="130"/>
                  </a:lnTo>
                  <a:lnTo>
                    <a:pt x="5196" y="27"/>
                  </a:lnTo>
                  <a:lnTo>
                    <a:pt x="504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9"/>
            <p:cNvSpPr/>
            <p:nvPr/>
          </p:nvSpPr>
          <p:spPr>
            <a:xfrm>
              <a:off x="4818800" y="3392575"/>
              <a:ext cx="202950" cy="195200"/>
            </a:xfrm>
            <a:custGeom>
              <a:avLst/>
              <a:gdLst/>
              <a:ahLst/>
              <a:cxnLst/>
              <a:rect l="l" t="t" r="r" b="b"/>
              <a:pathLst>
                <a:path w="8118" h="7808" extrusionOk="0">
                  <a:moveTo>
                    <a:pt x="4886" y="0"/>
                  </a:moveTo>
                  <a:lnTo>
                    <a:pt x="4576" y="26"/>
                  </a:lnTo>
                  <a:lnTo>
                    <a:pt x="4240" y="78"/>
                  </a:lnTo>
                  <a:lnTo>
                    <a:pt x="3930" y="156"/>
                  </a:lnTo>
                  <a:lnTo>
                    <a:pt x="3645" y="259"/>
                  </a:lnTo>
                  <a:lnTo>
                    <a:pt x="3361" y="388"/>
                  </a:lnTo>
                  <a:lnTo>
                    <a:pt x="3102" y="543"/>
                  </a:lnTo>
                  <a:lnTo>
                    <a:pt x="2844" y="724"/>
                  </a:lnTo>
                  <a:lnTo>
                    <a:pt x="2637" y="957"/>
                  </a:lnTo>
                  <a:lnTo>
                    <a:pt x="2430" y="1164"/>
                  </a:lnTo>
                  <a:lnTo>
                    <a:pt x="2224" y="1422"/>
                  </a:lnTo>
                  <a:lnTo>
                    <a:pt x="2068" y="1681"/>
                  </a:lnTo>
                  <a:lnTo>
                    <a:pt x="1939" y="1965"/>
                  </a:lnTo>
                  <a:lnTo>
                    <a:pt x="1836" y="2249"/>
                  </a:lnTo>
                  <a:lnTo>
                    <a:pt x="1758" y="2560"/>
                  </a:lnTo>
                  <a:lnTo>
                    <a:pt x="1707" y="2896"/>
                  </a:lnTo>
                  <a:lnTo>
                    <a:pt x="1681" y="3206"/>
                  </a:lnTo>
                  <a:lnTo>
                    <a:pt x="1681" y="4059"/>
                  </a:lnTo>
                  <a:lnTo>
                    <a:pt x="1655" y="4292"/>
                  </a:lnTo>
                  <a:lnTo>
                    <a:pt x="1577" y="4550"/>
                  </a:lnTo>
                  <a:lnTo>
                    <a:pt x="1474" y="4757"/>
                  </a:lnTo>
                  <a:lnTo>
                    <a:pt x="1319" y="4938"/>
                  </a:lnTo>
                  <a:lnTo>
                    <a:pt x="1138" y="5093"/>
                  </a:lnTo>
                  <a:lnTo>
                    <a:pt x="905" y="5196"/>
                  </a:lnTo>
                  <a:lnTo>
                    <a:pt x="673" y="5274"/>
                  </a:lnTo>
                  <a:lnTo>
                    <a:pt x="440" y="5300"/>
                  </a:lnTo>
                  <a:lnTo>
                    <a:pt x="336" y="5326"/>
                  </a:lnTo>
                  <a:lnTo>
                    <a:pt x="259" y="5351"/>
                  </a:lnTo>
                  <a:lnTo>
                    <a:pt x="207" y="5377"/>
                  </a:lnTo>
                  <a:lnTo>
                    <a:pt x="130" y="5429"/>
                  </a:lnTo>
                  <a:lnTo>
                    <a:pt x="78" y="5481"/>
                  </a:lnTo>
                  <a:lnTo>
                    <a:pt x="52" y="5558"/>
                  </a:lnTo>
                  <a:lnTo>
                    <a:pt x="26" y="5636"/>
                  </a:lnTo>
                  <a:lnTo>
                    <a:pt x="0" y="5713"/>
                  </a:lnTo>
                  <a:lnTo>
                    <a:pt x="26" y="5817"/>
                  </a:lnTo>
                  <a:lnTo>
                    <a:pt x="52" y="5894"/>
                  </a:lnTo>
                  <a:lnTo>
                    <a:pt x="78" y="5972"/>
                  </a:lnTo>
                  <a:lnTo>
                    <a:pt x="130" y="6024"/>
                  </a:lnTo>
                  <a:lnTo>
                    <a:pt x="207" y="6075"/>
                  </a:lnTo>
                  <a:lnTo>
                    <a:pt x="259" y="6101"/>
                  </a:lnTo>
                  <a:lnTo>
                    <a:pt x="336" y="6127"/>
                  </a:lnTo>
                  <a:lnTo>
                    <a:pt x="440" y="6153"/>
                  </a:lnTo>
                  <a:lnTo>
                    <a:pt x="647" y="6127"/>
                  </a:lnTo>
                  <a:lnTo>
                    <a:pt x="853" y="6101"/>
                  </a:lnTo>
                  <a:lnTo>
                    <a:pt x="1060" y="6049"/>
                  </a:lnTo>
                  <a:lnTo>
                    <a:pt x="1241" y="5972"/>
                  </a:lnTo>
                  <a:lnTo>
                    <a:pt x="1422" y="5894"/>
                  </a:lnTo>
                  <a:lnTo>
                    <a:pt x="1603" y="5791"/>
                  </a:lnTo>
                  <a:lnTo>
                    <a:pt x="1758" y="5662"/>
                  </a:lnTo>
                  <a:lnTo>
                    <a:pt x="1913" y="5532"/>
                  </a:lnTo>
                  <a:lnTo>
                    <a:pt x="2043" y="5377"/>
                  </a:lnTo>
                  <a:lnTo>
                    <a:pt x="2172" y="5222"/>
                  </a:lnTo>
                  <a:lnTo>
                    <a:pt x="2275" y="5041"/>
                  </a:lnTo>
                  <a:lnTo>
                    <a:pt x="2353" y="4860"/>
                  </a:lnTo>
                  <a:lnTo>
                    <a:pt x="2430" y="4679"/>
                  </a:lnTo>
                  <a:lnTo>
                    <a:pt x="2482" y="4473"/>
                  </a:lnTo>
                  <a:lnTo>
                    <a:pt x="2508" y="4266"/>
                  </a:lnTo>
                  <a:lnTo>
                    <a:pt x="2534" y="4059"/>
                  </a:lnTo>
                  <a:lnTo>
                    <a:pt x="2534" y="3206"/>
                  </a:lnTo>
                  <a:lnTo>
                    <a:pt x="2534" y="2973"/>
                  </a:lnTo>
                  <a:lnTo>
                    <a:pt x="2560" y="2741"/>
                  </a:lnTo>
                  <a:lnTo>
                    <a:pt x="2637" y="2508"/>
                  </a:lnTo>
                  <a:lnTo>
                    <a:pt x="2715" y="2301"/>
                  </a:lnTo>
                  <a:lnTo>
                    <a:pt x="2818" y="2094"/>
                  </a:lnTo>
                  <a:lnTo>
                    <a:pt x="2922" y="1888"/>
                  </a:lnTo>
                  <a:lnTo>
                    <a:pt x="3077" y="1707"/>
                  </a:lnTo>
                  <a:lnTo>
                    <a:pt x="3206" y="1526"/>
                  </a:lnTo>
                  <a:lnTo>
                    <a:pt x="3387" y="1371"/>
                  </a:lnTo>
                  <a:lnTo>
                    <a:pt x="3568" y="1241"/>
                  </a:lnTo>
                  <a:lnTo>
                    <a:pt x="3775" y="1138"/>
                  </a:lnTo>
                  <a:lnTo>
                    <a:pt x="3981" y="1034"/>
                  </a:lnTo>
                  <a:lnTo>
                    <a:pt x="4188" y="957"/>
                  </a:lnTo>
                  <a:lnTo>
                    <a:pt x="4421" y="879"/>
                  </a:lnTo>
                  <a:lnTo>
                    <a:pt x="4654" y="854"/>
                  </a:lnTo>
                  <a:lnTo>
                    <a:pt x="4886" y="828"/>
                  </a:lnTo>
                  <a:lnTo>
                    <a:pt x="5145" y="854"/>
                  </a:lnTo>
                  <a:lnTo>
                    <a:pt x="5377" y="879"/>
                  </a:lnTo>
                  <a:lnTo>
                    <a:pt x="5610" y="957"/>
                  </a:lnTo>
                  <a:lnTo>
                    <a:pt x="5817" y="1034"/>
                  </a:lnTo>
                  <a:lnTo>
                    <a:pt x="6024" y="1138"/>
                  </a:lnTo>
                  <a:lnTo>
                    <a:pt x="6230" y="1241"/>
                  </a:lnTo>
                  <a:lnTo>
                    <a:pt x="6411" y="1371"/>
                  </a:lnTo>
                  <a:lnTo>
                    <a:pt x="6566" y="1526"/>
                  </a:lnTo>
                  <a:lnTo>
                    <a:pt x="6722" y="1707"/>
                  </a:lnTo>
                  <a:lnTo>
                    <a:pt x="6851" y="1888"/>
                  </a:lnTo>
                  <a:lnTo>
                    <a:pt x="6980" y="2094"/>
                  </a:lnTo>
                  <a:lnTo>
                    <a:pt x="7083" y="2301"/>
                  </a:lnTo>
                  <a:lnTo>
                    <a:pt x="7161" y="2508"/>
                  </a:lnTo>
                  <a:lnTo>
                    <a:pt x="7213" y="2741"/>
                  </a:lnTo>
                  <a:lnTo>
                    <a:pt x="7264" y="2973"/>
                  </a:lnTo>
                  <a:lnTo>
                    <a:pt x="7264" y="3206"/>
                  </a:lnTo>
                  <a:lnTo>
                    <a:pt x="7264" y="4886"/>
                  </a:lnTo>
                  <a:lnTo>
                    <a:pt x="7264" y="5093"/>
                  </a:lnTo>
                  <a:lnTo>
                    <a:pt x="7239" y="5300"/>
                  </a:lnTo>
                  <a:lnTo>
                    <a:pt x="7187" y="5507"/>
                  </a:lnTo>
                  <a:lnTo>
                    <a:pt x="7109" y="5713"/>
                  </a:lnTo>
                  <a:lnTo>
                    <a:pt x="7006" y="5894"/>
                  </a:lnTo>
                  <a:lnTo>
                    <a:pt x="6902" y="6049"/>
                  </a:lnTo>
                  <a:lnTo>
                    <a:pt x="6799" y="6230"/>
                  </a:lnTo>
                  <a:lnTo>
                    <a:pt x="6644" y="6360"/>
                  </a:lnTo>
                  <a:lnTo>
                    <a:pt x="6515" y="6515"/>
                  </a:lnTo>
                  <a:lnTo>
                    <a:pt x="6334" y="6618"/>
                  </a:lnTo>
                  <a:lnTo>
                    <a:pt x="6179" y="6722"/>
                  </a:lnTo>
                  <a:lnTo>
                    <a:pt x="5998" y="6825"/>
                  </a:lnTo>
                  <a:lnTo>
                    <a:pt x="5791" y="6877"/>
                  </a:lnTo>
                  <a:lnTo>
                    <a:pt x="5584" y="6928"/>
                  </a:lnTo>
                  <a:lnTo>
                    <a:pt x="5377" y="6980"/>
                  </a:lnTo>
                  <a:lnTo>
                    <a:pt x="5093" y="6980"/>
                  </a:lnTo>
                  <a:lnTo>
                    <a:pt x="5015" y="7006"/>
                  </a:lnTo>
                  <a:lnTo>
                    <a:pt x="4938" y="7058"/>
                  </a:lnTo>
                  <a:lnTo>
                    <a:pt x="4886" y="7109"/>
                  </a:lnTo>
                  <a:lnTo>
                    <a:pt x="4834" y="7161"/>
                  </a:lnTo>
                  <a:lnTo>
                    <a:pt x="4783" y="7239"/>
                  </a:lnTo>
                  <a:lnTo>
                    <a:pt x="4757" y="7316"/>
                  </a:lnTo>
                  <a:lnTo>
                    <a:pt x="4757" y="7394"/>
                  </a:lnTo>
                  <a:lnTo>
                    <a:pt x="4757" y="7497"/>
                  </a:lnTo>
                  <a:lnTo>
                    <a:pt x="4783" y="7575"/>
                  </a:lnTo>
                  <a:lnTo>
                    <a:pt x="4834" y="7626"/>
                  </a:lnTo>
                  <a:lnTo>
                    <a:pt x="4886" y="7704"/>
                  </a:lnTo>
                  <a:lnTo>
                    <a:pt x="4938" y="7756"/>
                  </a:lnTo>
                  <a:lnTo>
                    <a:pt x="5015" y="7781"/>
                  </a:lnTo>
                  <a:lnTo>
                    <a:pt x="5093" y="7807"/>
                  </a:lnTo>
                  <a:lnTo>
                    <a:pt x="5481" y="7807"/>
                  </a:lnTo>
                  <a:lnTo>
                    <a:pt x="5765" y="7756"/>
                  </a:lnTo>
                  <a:lnTo>
                    <a:pt x="6049" y="7678"/>
                  </a:lnTo>
                  <a:lnTo>
                    <a:pt x="6308" y="7600"/>
                  </a:lnTo>
                  <a:lnTo>
                    <a:pt x="6566" y="7471"/>
                  </a:lnTo>
                  <a:lnTo>
                    <a:pt x="6825" y="7316"/>
                  </a:lnTo>
                  <a:lnTo>
                    <a:pt x="7032" y="7161"/>
                  </a:lnTo>
                  <a:lnTo>
                    <a:pt x="7239" y="6954"/>
                  </a:lnTo>
                  <a:lnTo>
                    <a:pt x="7445" y="6747"/>
                  </a:lnTo>
                  <a:lnTo>
                    <a:pt x="7600" y="6515"/>
                  </a:lnTo>
                  <a:lnTo>
                    <a:pt x="7756" y="6282"/>
                  </a:lnTo>
                  <a:lnTo>
                    <a:pt x="7885" y="6024"/>
                  </a:lnTo>
                  <a:lnTo>
                    <a:pt x="7962" y="5765"/>
                  </a:lnTo>
                  <a:lnTo>
                    <a:pt x="8040" y="5481"/>
                  </a:lnTo>
                  <a:lnTo>
                    <a:pt x="8092" y="5196"/>
                  </a:lnTo>
                  <a:lnTo>
                    <a:pt x="8117" y="4886"/>
                  </a:lnTo>
                  <a:lnTo>
                    <a:pt x="8117" y="3206"/>
                  </a:lnTo>
                  <a:lnTo>
                    <a:pt x="8092" y="2896"/>
                  </a:lnTo>
                  <a:lnTo>
                    <a:pt x="8040" y="2560"/>
                  </a:lnTo>
                  <a:lnTo>
                    <a:pt x="7962" y="2249"/>
                  </a:lnTo>
                  <a:lnTo>
                    <a:pt x="7859" y="1965"/>
                  </a:lnTo>
                  <a:lnTo>
                    <a:pt x="7730" y="1681"/>
                  </a:lnTo>
                  <a:lnTo>
                    <a:pt x="7549" y="1422"/>
                  </a:lnTo>
                  <a:lnTo>
                    <a:pt x="7368" y="1164"/>
                  </a:lnTo>
                  <a:lnTo>
                    <a:pt x="7161" y="957"/>
                  </a:lnTo>
                  <a:lnTo>
                    <a:pt x="6928" y="724"/>
                  </a:lnTo>
                  <a:lnTo>
                    <a:pt x="6696" y="543"/>
                  </a:lnTo>
                  <a:lnTo>
                    <a:pt x="6437" y="388"/>
                  </a:lnTo>
                  <a:lnTo>
                    <a:pt x="6153" y="259"/>
                  </a:lnTo>
                  <a:lnTo>
                    <a:pt x="5843" y="156"/>
                  </a:lnTo>
                  <a:lnTo>
                    <a:pt x="5532" y="78"/>
                  </a:lnTo>
                  <a:lnTo>
                    <a:pt x="5222" y="26"/>
                  </a:lnTo>
                  <a:lnTo>
                    <a:pt x="48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 name="Google Shape;988;p59"/>
          <p:cNvGrpSpPr/>
          <p:nvPr/>
        </p:nvGrpSpPr>
        <p:grpSpPr>
          <a:xfrm>
            <a:off x="6403172" y="3456761"/>
            <a:ext cx="383481" cy="368192"/>
            <a:chOff x="5516750" y="3318900"/>
            <a:chExt cx="357425" cy="343175"/>
          </a:xfrm>
        </p:grpSpPr>
        <p:sp>
          <p:nvSpPr>
            <p:cNvPr id="989" name="Google Shape;989;p59"/>
            <p:cNvSpPr/>
            <p:nvPr/>
          </p:nvSpPr>
          <p:spPr>
            <a:xfrm>
              <a:off x="5516750" y="3318900"/>
              <a:ext cx="357425" cy="343175"/>
            </a:xfrm>
            <a:custGeom>
              <a:avLst/>
              <a:gdLst/>
              <a:ahLst/>
              <a:cxnLst/>
              <a:rect l="l" t="t" r="r" b="b"/>
              <a:pathLst>
                <a:path w="14297" h="13727" extrusionOk="0">
                  <a:moveTo>
                    <a:pt x="13107" y="828"/>
                  </a:moveTo>
                  <a:lnTo>
                    <a:pt x="13185" y="854"/>
                  </a:lnTo>
                  <a:lnTo>
                    <a:pt x="13262" y="905"/>
                  </a:lnTo>
                  <a:lnTo>
                    <a:pt x="13340" y="957"/>
                  </a:lnTo>
                  <a:lnTo>
                    <a:pt x="13391" y="1009"/>
                  </a:lnTo>
                  <a:lnTo>
                    <a:pt x="13417" y="1086"/>
                  </a:lnTo>
                  <a:lnTo>
                    <a:pt x="13443" y="1164"/>
                  </a:lnTo>
                  <a:lnTo>
                    <a:pt x="13443" y="1241"/>
                  </a:lnTo>
                  <a:lnTo>
                    <a:pt x="13443" y="1655"/>
                  </a:lnTo>
                  <a:lnTo>
                    <a:pt x="7678" y="1655"/>
                  </a:lnTo>
                  <a:lnTo>
                    <a:pt x="7575" y="1681"/>
                  </a:lnTo>
                  <a:lnTo>
                    <a:pt x="7472" y="1707"/>
                  </a:lnTo>
                  <a:lnTo>
                    <a:pt x="7394" y="1784"/>
                  </a:lnTo>
                  <a:lnTo>
                    <a:pt x="7316" y="1862"/>
                  </a:lnTo>
                  <a:lnTo>
                    <a:pt x="6334" y="3335"/>
                  </a:lnTo>
                  <a:lnTo>
                    <a:pt x="828" y="3335"/>
                  </a:lnTo>
                  <a:lnTo>
                    <a:pt x="828" y="1241"/>
                  </a:lnTo>
                  <a:lnTo>
                    <a:pt x="828" y="1164"/>
                  </a:lnTo>
                  <a:lnTo>
                    <a:pt x="854" y="1086"/>
                  </a:lnTo>
                  <a:lnTo>
                    <a:pt x="906" y="1009"/>
                  </a:lnTo>
                  <a:lnTo>
                    <a:pt x="957" y="957"/>
                  </a:lnTo>
                  <a:lnTo>
                    <a:pt x="1009" y="905"/>
                  </a:lnTo>
                  <a:lnTo>
                    <a:pt x="1087" y="854"/>
                  </a:lnTo>
                  <a:lnTo>
                    <a:pt x="1164" y="828"/>
                  </a:lnTo>
                  <a:close/>
                  <a:moveTo>
                    <a:pt x="13443" y="2508"/>
                  </a:moveTo>
                  <a:lnTo>
                    <a:pt x="13443" y="10470"/>
                  </a:lnTo>
                  <a:lnTo>
                    <a:pt x="13443" y="10547"/>
                  </a:lnTo>
                  <a:lnTo>
                    <a:pt x="13417" y="10625"/>
                  </a:lnTo>
                  <a:lnTo>
                    <a:pt x="13391" y="10703"/>
                  </a:lnTo>
                  <a:lnTo>
                    <a:pt x="13340" y="10754"/>
                  </a:lnTo>
                  <a:lnTo>
                    <a:pt x="13262" y="10806"/>
                  </a:lnTo>
                  <a:lnTo>
                    <a:pt x="13185" y="10858"/>
                  </a:lnTo>
                  <a:lnTo>
                    <a:pt x="13107" y="10858"/>
                  </a:lnTo>
                  <a:lnTo>
                    <a:pt x="13029" y="10883"/>
                  </a:lnTo>
                  <a:lnTo>
                    <a:pt x="9850" y="10883"/>
                  </a:lnTo>
                  <a:lnTo>
                    <a:pt x="9953" y="10522"/>
                  </a:lnTo>
                  <a:lnTo>
                    <a:pt x="10005" y="10186"/>
                  </a:lnTo>
                  <a:lnTo>
                    <a:pt x="10057" y="9824"/>
                  </a:lnTo>
                  <a:lnTo>
                    <a:pt x="10082" y="9436"/>
                  </a:lnTo>
                  <a:lnTo>
                    <a:pt x="10082" y="7730"/>
                  </a:lnTo>
                  <a:lnTo>
                    <a:pt x="10057" y="7600"/>
                  </a:lnTo>
                  <a:lnTo>
                    <a:pt x="10005" y="7497"/>
                  </a:lnTo>
                  <a:lnTo>
                    <a:pt x="9927" y="7394"/>
                  </a:lnTo>
                  <a:lnTo>
                    <a:pt x="9824" y="7342"/>
                  </a:lnTo>
                  <a:lnTo>
                    <a:pt x="9488" y="7213"/>
                  </a:lnTo>
                  <a:lnTo>
                    <a:pt x="9152" y="7083"/>
                  </a:lnTo>
                  <a:lnTo>
                    <a:pt x="8816" y="6980"/>
                  </a:lnTo>
                  <a:lnTo>
                    <a:pt x="8480" y="6903"/>
                  </a:lnTo>
                  <a:lnTo>
                    <a:pt x="8144" y="6825"/>
                  </a:lnTo>
                  <a:lnTo>
                    <a:pt x="7808" y="6773"/>
                  </a:lnTo>
                  <a:lnTo>
                    <a:pt x="7472" y="6747"/>
                  </a:lnTo>
                  <a:lnTo>
                    <a:pt x="6799" y="6747"/>
                  </a:lnTo>
                  <a:lnTo>
                    <a:pt x="6463" y="6773"/>
                  </a:lnTo>
                  <a:lnTo>
                    <a:pt x="6127" y="6825"/>
                  </a:lnTo>
                  <a:lnTo>
                    <a:pt x="5791" y="6903"/>
                  </a:lnTo>
                  <a:lnTo>
                    <a:pt x="5455" y="6980"/>
                  </a:lnTo>
                  <a:lnTo>
                    <a:pt x="5119" y="7083"/>
                  </a:lnTo>
                  <a:lnTo>
                    <a:pt x="4783" y="7213"/>
                  </a:lnTo>
                  <a:lnTo>
                    <a:pt x="4447" y="7342"/>
                  </a:lnTo>
                  <a:lnTo>
                    <a:pt x="4344" y="7394"/>
                  </a:lnTo>
                  <a:lnTo>
                    <a:pt x="4266" y="7497"/>
                  </a:lnTo>
                  <a:lnTo>
                    <a:pt x="4214" y="7600"/>
                  </a:lnTo>
                  <a:lnTo>
                    <a:pt x="4214" y="7730"/>
                  </a:lnTo>
                  <a:lnTo>
                    <a:pt x="4214" y="9436"/>
                  </a:lnTo>
                  <a:lnTo>
                    <a:pt x="4214" y="9824"/>
                  </a:lnTo>
                  <a:lnTo>
                    <a:pt x="4266" y="10186"/>
                  </a:lnTo>
                  <a:lnTo>
                    <a:pt x="4344" y="10522"/>
                  </a:lnTo>
                  <a:lnTo>
                    <a:pt x="4447" y="10883"/>
                  </a:lnTo>
                  <a:lnTo>
                    <a:pt x="1242" y="10883"/>
                  </a:lnTo>
                  <a:lnTo>
                    <a:pt x="1164" y="10858"/>
                  </a:lnTo>
                  <a:lnTo>
                    <a:pt x="1087" y="10858"/>
                  </a:lnTo>
                  <a:lnTo>
                    <a:pt x="1009" y="10806"/>
                  </a:lnTo>
                  <a:lnTo>
                    <a:pt x="957" y="10754"/>
                  </a:lnTo>
                  <a:lnTo>
                    <a:pt x="906" y="10703"/>
                  </a:lnTo>
                  <a:lnTo>
                    <a:pt x="854" y="10625"/>
                  </a:lnTo>
                  <a:lnTo>
                    <a:pt x="828" y="10547"/>
                  </a:lnTo>
                  <a:lnTo>
                    <a:pt x="828" y="10470"/>
                  </a:lnTo>
                  <a:lnTo>
                    <a:pt x="828" y="4188"/>
                  </a:lnTo>
                  <a:lnTo>
                    <a:pt x="6567" y="4188"/>
                  </a:lnTo>
                  <a:lnTo>
                    <a:pt x="6670" y="4162"/>
                  </a:lnTo>
                  <a:lnTo>
                    <a:pt x="6748" y="4137"/>
                  </a:lnTo>
                  <a:lnTo>
                    <a:pt x="6825" y="4059"/>
                  </a:lnTo>
                  <a:lnTo>
                    <a:pt x="6903" y="3981"/>
                  </a:lnTo>
                  <a:lnTo>
                    <a:pt x="7885" y="2508"/>
                  </a:lnTo>
                  <a:close/>
                  <a:moveTo>
                    <a:pt x="7136" y="7575"/>
                  </a:moveTo>
                  <a:lnTo>
                    <a:pt x="7653" y="7600"/>
                  </a:lnTo>
                  <a:lnTo>
                    <a:pt x="8195" y="7678"/>
                  </a:lnTo>
                  <a:lnTo>
                    <a:pt x="8712" y="7807"/>
                  </a:lnTo>
                  <a:lnTo>
                    <a:pt x="9229" y="8014"/>
                  </a:lnTo>
                  <a:lnTo>
                    <a:pt x="9229" y="9436"/>
                  </a:lnTo>
                  <a:lnTo>
                    <a:pt x="9229" y="9720"/>
                  </a:lnTo>
                  <a:lnTo>
                    <a:pt x="9204" y="9979"/>
                  </a:lnTo>
                  <a:lnTo>
                    <a:pt x="9152" y="10237"/>
                  </a:lnTo>
                  <a:lnTo>
                    <a:pt x="9100" y="10496"/>
                  </a:lnTo>
                  <a:lnTo>
                    <a:pt x="8997" y="10728"/>
                  </a:lnTo>
                  <a:lnTo>
                    <a:pt x="8919" y="10987"/>
                  </a:lnTo>
                  <a:lnTo>
                    <a:pt x="8790" y="11220"/>
                  </a:lnTo>
                  <a:lnTo>
                    <a:pt x="8661" y="11452"/>
                  </a:lnTo>
                  <a:lnTo>
                    <a:pt x="8531" y="11659"/>
                  </a:lnTo>
                  <a:lnTo>
                    <a:pt x="8376" y="11866"/>
                  </a:lnTo>
                  <a:lnTo>
                    <a:pt x="8195" y="12047"/>
                  </a:lnTo>
                  <a:lnTo>
                    <a:pt x="8014" y="12254"/>
                  </a:lnTo>
                  <a:lnTo>
                    <a:pt x="7808" y="12409"/>
                  </a:lnTo>
                  <a:lnTo>
                    <a:pt x="7601" y="12564"/>
                  </a:lnTo>
                  <a:lnTo>
                    <a:pt x="7368" y="12719"/>
                  </a:lnTo>
                  <a:lnTo>
                    <a:pt x="7136" y="12848"/>
                  </a:lnTo>
                  <a:lnTo>
                    <a:pt x="6903" y="12719"/>
                  </a:lnTo>
                  <a:lnTo>
                    <a:pt x="6696" y="12564"/>
                  </a:lnTo>
                  <a:lnTo>
                    <a:pt x="6463" y="12409"/>
                  </a:lnTo>
                  <a:lnTo>
                    <a:pt x="6282" y="12254"/>
                  </a:lnTo>
                  <a:lnTo>
                    <a:pt x="6102" y="12073"/>
                  </a:lnTo>
                  <a:lnTo>
                    <a:pt x="5921" y="11866"/>
                  </a:lnTo>
                  <a:lnTo>
                    <a:pt x="5765" y="11659"/>
                  </a:lnTo>
                  <a:lnTo>
                    <a:pt x="5610" y="11452"/>
                  </a:lnTo>
                  <a:lnTo>
                    <a:pt x="5481" y="11220"/>
                  </a:lnTo>
                  <a:lnTo>
                    <a:pt x="5378" y="10987"/>
                  </a:lnTo>
                  <a:lnTo>
                    <a:pt x="5274" y="10728"/>
                  </a:lnTo>
                  <a:lnTo>
                    <a:pt x="5197" y="10496"/>
                  </a:lnTo>
                  <a:lnTo>
                    <a:pt x="5119" y="10237"/>
                  </a:lnTo>
                  <a:lnTo>
                    <a:pt x="5093" y="9979"/>
                  </a:lnTo>
                  <a:lnTo>
                    <a:pt x="5068" y="9720"/>
                  </a:lnTo>
                  <a:lnTo>
                    <a:pt x="5042" y="9436"/>
                  </a:lnTo>
                  <a:lnTo>
                    <a:pt x="5042" y="8014"/>
                  </a:lnTo>
                  <a:lnTo>
                    <a:pt x="5585" y="7807"/>
                  </a:lnTo>
                  <a:lnTo>
                    <a:pt x="6102" y="7678"/>
                  </a:lnTo>
                  <a:lnTo>
                    <a:pt x="6619" y="7600"/>
                  </a:lnTo>
                  <a:lnTo>
                    <a:pt x="7136" y="7575"/>
                  </a:lnTo>
                  <a:close/>
                  <a:moveTo>
                    <a:pt x="1242" y="1"/>
                  </a:moveTo>
                  <a:lnTo>
                    <a:pt x="1009" y="26"/>
                  </a:lnTo>
                  <a:lnTo>
                    <a:pt x="750" y="78"/>
                  </a:lnTo>
                  <a:lnTo>
                    <a:pt x="544" y="207"/>
                  </a:lnTo>
                  <a:lnTo>
                    <a:pt x="363" y="362"/>
                  </a:lnTo>
                  <a:lnTo>
                    <a:pt x="208" y="543"/>
                  </a:lnTo>
                  <a:lnTo>
                    <a:pt x="104" y="750"/>
                  </a:lnTo>
                  <a:lnTo>
                    <a:pt x="27" y="983"/>
                  </a:lnTo>
                  <a:lnTo>
                    <a:pt x="1" y="1241"/>
                  </a:lnTo>
                  <a:lnTo>
                    <a:pt x="1" y="10470"/>
                  </a:lnTo>
                  <a:lnTo>
                    <a:pt x="27" y="10703"/>
                  </a:lnTo>
                  <a:lnTo>
                    <a:pt x="104" y="10961"/>
                  </a:lnTo>
                  <a:lnTo>
                    <a:pt x="208" y="11168"/>
                  </a:lnTo>
                  <a:lnTo>
                    <a:pt x="363" y="11349"/>
                  </a:lnTo>
                  <a:lnTo>
                    <a:pt x="544" y="11504"/>
                  </a:lnTo>
                  <a:lnTo>
                    <a:pt x="750" y="11607"/>
                  </a:lnTo>
                  <a:lnTo>
                    <a:pt x="1009" y="11685"/>
                  </a:lnTo>
                  <a:lnTo>
                    <a:pt x="1242" y="11711"/>
                  </a:lnTo>
                  <a:lnTo>
                    <a:pt x="4809" y="11711"/>
                  </a:lnTo>
                  <a:lnTo>
                    <a:pt x="4990" y="12021"/>
                  </a:lnTo>
                  <a:lnTo>
                    <a:pt x="5223" y="12331"/>
                  </a:lnTo>
                  <a:lnTo>
                    <a:pt x="5455" y="12615"/>
                  </a:lnTo>
                  <a:lnTo>
                    <a:pt x="5714" y="12874"/>
                  </a:lnTo>
                  <a:lnTo>
                    <a:pt x="5998" y="13107"/>
                  </a:lnTo>
                  <a:lnTo>
                    <a:pt x="6308" y="13339"/>
                  </a:lnTo>
                  <a:lnTo>
                    <a:pt x="6619" y="13520"/>
                  </a:lnTo>
                  <a:lnTo>
                    <a:pt x="6980" y="13701"/>
                  </a:lnTo>
                  <a:lnTo>
                    <a:pt x="7058" y="13727"/>
                  </a:lnTo>
                  <a:lnTo>
                    <a:pt x="7239" y="13727"/>
                  </a:lnTo>
                  <a:lnTo>
                    <a:pt x="7316" y="13701"/>
                  </a:lnTo>
                  <a:lnTo>
                    <a:pt x="7653" y="13520"/>
                  </a:lnTo>
                  <a:lnTo>
                    <a:pt x="7989" y="13339"/>
                  </a:lnTo>
                  <a:lnTo>
                    <a:pt x="8273" y="13107"/>
                  </a:lnTo>
                  <a:lnTo>
                    <a:pt x="8557" y="12874"/>
                  </a:lnTo>
                  <a:lnTo>
                    <a:pt x="8816" y="12615"/>
                  </a:lnTo>
                  <a:lnTo>
                    <a:pt x="9074" y="12331"/>
                  </a:lnTo>
                  <a:lnTo>
                    <a:pt x="9281" y="12021"/>
                  </a:lnTo>
                  <a:lnTo>
                    <a:pt x="9488" y="11711"/>
                  </a:lnTo>
                  <a:lnTo>
                    <a:pt x="13029" y="11711"/>
                  </a:lnTo>
                  <a:lnTo>
                    <a:pt x="13288" y="11685"/>
                  </a:lnTo>
                  <a:lnTo>
                    <a:pt x="13521" y="11607"/>
                  </a:lnTo>
                  <a:lnTo>
                    <a:pt x="13727" y="11504"/>
                  </a:lnTo>
                  <a:lnTo>
                    <a:pt x="13908" y="11349"/>
                  </a:lnTo>
                  <a:lnTo>
                    <a:pt x="14063" y="11168"/>
                  </a:lnTo>
                  <a:lnTo>
                    <a:pt x="14193" y="10961"/>
                  </a:lnTo>
                  <a:lnTo>
                    <a:pt x="14270" y="10703"/>
                  </a:lnTo>
                  <a:lnTo>
                    <a:pt x="14296" y="10470"/>
                  </a:lnTo>
                  <a:lnTo>
                    <a:pt x="14296" y="1241"/>
                  </a:lnTo>
                  <a:lnTo>
                    <a:pt x="14270" y="983"/>
                  </a:lnTo>
                  <a:lnTo>
                    <a:pt x="14193" y="750"/>
                  </a:lnTo>
                  <a:lnTo>
                    <a:pt x="14063" y="543"/>
                  </a:lnTo>
                  <a:lnTo>
                    <a:pt x="13908" y="362"/>
                  </a:lnTo>
                  <a:lnTo>
                    <a:pt x="13727" y="207"/>
                  </a:lnTo>
                  <a:lnTo>
                    <a:pt x="13521" y="78"/>
                  </a:lnTo>
                  <a:lnTo>
                    <a:pt x="13288" y="26"/>
                  </a:lnTo>
                  <a:lnTo>
                    <a:pt x="130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9"/>
            <p:cNvSpPr/>
            <p:nvPr/>
          </p:nvSpPr>
          <p:spPr>
            <a:xfrm>
              <a:off x="5558775" y="3360250"/>
              <a:ext cx="20700" cy="21350"/>
            </a:xfrm>
            <a:custGeom>
              <a:avLst/>
              <a:gdLst/>
              <a:ahLst/>
              <a:cxnLst/>
              <a:rect l="l" t="t" r="r" b="b"/>
              <a:pathLst>
                <a:path w="828" h="854" extrusionOk="0">
                  <a:moveTo>
                    <a:pt x="414" y="1"/>
                  </a:moveTo>
                  <a:lnTo>
                    <a:pt x="310" y="27"/>
                  </a:lnTo>
                  <a:lnTo>
                    <a:pt x="233" y="53"/>
                  </a:lnTo>
                  <a:lnTo>
                    <a:pt x="181" y="79"/>
                  </a:lnTo>
                  <a:lnTo>
                    <a:pt x="104" y="130"/>
                  </a:lnTo>
                  <a:lnTo>
                    <a:pt x="52" y="208"/>
                  </a:lnTo>
                  <a:lnTo>
                    <a:pt x="26" y="259"/>
                  </a:lnTo>
                  <a:lnTo>
                    <a:pt x="0" y="337"/>
                  </a:lnTo>
                  <a:lnTo>
                    <a:pt x="0" y="440"/>
                  </a:lnTo>
                  <a:lnTo>
                    <a:pt x="0" y="518"/>
                  </a:lnTo>
                  <a:lnTo>
                    <a:pt x="26" y="596"/>
                  </a:lnTo>
                  <a:lnTo>
                    <a:pt x="52" y="673"/>
                  </a:lnTo>
                  <a:lnTo>
                    <a:pt x="104" y="725"/>
                  </a:lnTo>
                  <a:lnTo>
                    <a:pt x="181" y="776"/>
                  </a:lnTo>
                  <a:lnTo>
                    <a:pt x="233" y="828"/>
                  </a:lnTo>
                  <a:lnTo>
                    <a:pt x="310" y="828"/>
                  </a:lnTo>
                  <a:lnTo>
                    <a:pt x="414" y="854"/>
                  </a:lnTo>
                  <a:lnTo>
                    <a:pt x="491" y="828"/>
                  </a:lnTo>
                  <a:lnTo>
                    <a:pt x="569" y="828"/>
                  </a:lnTo>
                  <a:lnTo>
                    <a:pt x="646" y="776"/>
                  </a:lnTo>
                  <a:lnTo>
                    <a:pt x="698" y="725"/>
                  </a:lnTo>
                  <a:lnTo>
                    <a:pt x="750" y="673"/>
                  </a:lnTo>
                  <a:lnTo>
                    <a:pt x="801" y="596"/>
                  </a:lnTo>
                  <a:lnTo>
                    <a:pt x="827" y="518"/>
                  </a:lnTo>
                  <a:lnTo>
                    <a:pt x="827" y="440"/>
                  </a:lnTo>
                  <a:lnTo>
                    <a:pt x="827" y="337"/>
                  </a:lnTo>
                  <a:lnTo>
                    <a:pt x="801" y="259"/>
                  </a:lnTo>
                  <a:lnTo>
                    <a:pt x="750" y="208"/>
                  </a:lnTo>
                  <a:lnTo>
                    <a:pt x="698" y="130"/>
                  </a:lnTo>
                  <a:lnTo>
                    <a:pt x="646" y="79"/>
                  </a:lnTo>
                  <a:lnTo>
                    <a:pt x="569" y="53"/>
                  </a:lnTo>
                  <a:lnTo>
                    <a:pt x="491" y="27"/>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9"/>
            <p:cNvSpPr/>
            <p:nvPr/>
          </p:nvSpPr>
          <p:spPr>
            <a:xfrm>
              <a:off x="5600125" y="3360250"/>
              <a:ext cx="21350" cy="21350"/>
            </a:xfrm>
            <a:custGeom>
              <a:avLst/>
              <a:gdLst/>
              <a:ahLst/>
              <a:cxnLst/>
              <a:rect l="l" t="t" r="r" b="b"/>
              <a:pathLst>
                <a:path w="854" h="854" extrusionOk="0">
                  <a:moveTo>
                    <a:pt x="440" y="1"/>
                  </a:moveTo>
                  <a:lnTo>
                    <a:pt x="337" y="27"/>
                  </a:lnTo>
                  <a:lnTo>
                    <a:pt x="259" y="53"/>
                  </a:lnTo>
                  <a:lnTo>
                    <a:pt x="181" y="79"/>
                  </a:lnTo>
                  <a:lnTo>
                    <a:pt x="130" y="130"/>
                  </a:lnTo>
                  <a:lnTo>
                    <a:pt x="78" y="208"/>
                  </a:lnTo>
                  <a:lnTo>
                    <a:pt x="52" y="259"/>
                  </a:lnTo>
                  <a:lnTo>
                    <a:pt x="26" y="337"/>
                  </a:lnTo>
                  <a:lnTo>
                    <a:pt x="1" y="440"/>
                  </a:lnTo>
                  <a:lnTo>
                    <a:pt x="26" y="518"/>
                  </a:lnTo>
                  <a:lnTo>
                    <a:pt x="52" y="596"/>
                  </a:lnTo>
                  <a:lnTo>
                    <a:pt x="78" y="673"/>
                  </a:lnTo>
                  <a:lnTo>
                    <a:pt x="130" y="725"/>
                  </a:lnTo>
                  <a:lnTo>
                    <a:pt x="181" y="776"/>
                  </a:lnTo>
                  <a:lnTo>
                    <a:pt x="259" y="828"/>
                  </a:lnTo>
                  <a:lnTo>
                    <a:pt x="337" y="828"/>
                  </a:lnTo>
                  <a:lnTo>
                    <a:pt x="440" y="854"/>
                  </a:lnTo>
                  <a:lnTo>
                    <a:pt x="518" y="828"/>
                  </a:lnTo>
                  <a:lnTo>
                    <a:pt x="595" y="828"/>
                  </a:lnTo>
                  <a:lnTo>
                    <a:pt x="673" y="776"/>
                  </a:lnTo>
                  <a:lnTo>
                    <a:pt x="724" y="725"/>
                  </a:lnTo>
                  <a:lnTo>
                    <a:pt x="776" y="673"/>
                  </a:lnTo>
                  <a:lnTo>
                    <a:pt x="802" y="596"/>
                  </a:lnTo>
                  <a:lnTo>
                    <a:pt x="828" y="518"/>
                  </a:lnTo>
                  <a:lnTo>
                    <a:pt x="854" y="440"/>
                  </a:lnTo>
                  <a:lnTo>
                    <a:pt x="828" y="337"/>
                  </a:lnTo>
                  <a:lnTo>
                    <a:pt x="802" y="259"/>
                  </a:lnTo>
                  <a:lnTo>
                    <a:pt x="776" y="208"/>
                  </a:lnTo>
                  <a:lnTo>
                    <a:pt x="724" y="130"/>
                  </a:lnTo>
                  <a:lnTo>
                    <a:pt x="673" y="79"/>
                  </a:lnTo>
                  <a:lnTo>
                    <a:pt x="595" y="53"/>
                  </a:lnTo>
                  <a:lnTo>
                    <a:pt x="518" y="27"/>
                  </a:lnTo>
                  <a:lnTo>
                    <a:pt x="44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9"/>
            <p:cNvSpPr/>
            <p:nvPr/>
          </p:nvSpPr>
          <p:spPr>
            <a:xfrm>
              <a:off x="5642125" y="3360250"/>
              <a:ext cx="21350" cy="21350"/>
            </a:xfrm>
            <a:custGeom>
              <a:avLst/>
              <a:gdLst/>
              <a:ahLst/>
              <a:cxnLst/>
              <a:rect l="l" t="t" r="r" b="b"/>
              <a:pathLst>
                <a:path w="854" h="854" extrusionOk="0">
                  <a:moveTo>
                    <a:pt x="414" y="1"/>
                  </a:moveTo>
                  <a:lnTo>
                    <a:pt x="337" y="27"/>
                  </a:lnTo>
                  <a:lnTo>
                    <a:pt x="259" y="53"/>
                  </a:lnTo>
                  <a:lnTo>
                    <a:pt x="182" y="79"/>
                  </a:lnTo>
                  <a:lnTo>
                    <a:pt x="130" y="130"/>
                  </a:lnTo>
                  <a:lnTo>
                    <a:pt x="78" y="208"/>
                  </a:lnTo>
                  <a:lnTo>
                    <a:pt x="27" y="259"/>
                  </a:lnTo>
                  <a:lnTo>
                    <a:pt x="1" y="337"/>
                  </a:lnTo>
                  <a:lnTo>
                    <a:pt x="1" y="440"/>
                  </a:lnTo>
                  <a:lnTo>
                    <a:pt x="1" y="518"/>
                  </a:lnTo>
                  <a:lnTo>
                    <a:pt x="27" y="596"/>
                  </a:lnTo>
                  <a:lnTo>
                    <a:pt x="78" y="673"/>
                  </a:lnTo>
                  <a:lnTo>
                    <a:pt x="130" y="725"/>
                  </a:lnTo>
                  <a:lnTo>
                    <a:pt x="182" y="776"/>
                  </a:lnTo>
                  <a:lnTo>
                    <a:pt x="259" y="828"/>
                  </a:lnTo>
                  <a:lnTo>
                    <a:pt x="337" y="828"/>
                  </a:lnTo>
                  <a:lnTo>
                    <a:pt x="414" y="854"/>
                  </a:lnTo>
                  <a:lnTo>
                    <a:pt x="518" y="828"/>
                  </a:lnTo>
                  <a:lnTo>
                    <a:pt x="595" y="828"/>
                  </a:lnTo>
                  <a:lnTo>
                    <a:pt x="647" y="776"/>
                  </a:lnTo>
                  <a:lnTo>
                    <a:pt x="725" y="725"/>
                  </a:lnTo>
                  <a:lnTo>
                    <a:pt x="776" y="673"/>
                  </a:lnTo>
                  <a:lnTo>
                    <a:pt x="802" y="596"/>
                  </a:lnTo>
                  <a:lnTo>
                    <a:pt x="828" y="518"/>
                  </a:lnTo>
                  <a:lnTo>
                    <a:pt x="854" y="440"/>
                  </a:lnTo>
                  <a:lnTo>
                    <a:pt x="828" y="337"/>
                  </a:lnTo>
                  <a:lnTo>
                    <a:pt x="802" y="259"/>
                  </a:lnTo>
                  <a:lnTo>
                    <a:pt x="776" y="208"/>
                  </a:lnTo>
                  <a:lnTo>
                    <a:pt x="725" y="130"/>
                  </a:lnTo>
                  <a:lnTo>
                    <a:pt x="647" y="79"/>
                  </a:lnTo>
                  <a:lnTo>
                    <a:pt x="595" y="53"/>
                  </a:lnTo>
                  <a:lnTo>
                    <a:pt x="518" y="27"/>
                  </a:lnTo>
                  <a:lnTo>
                    <a:pt x="4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9"/>
            <p:cNvSpPr/>
            <p:nvPr/>
          </p:nvSpPr>
          <p:spPr>
            <a:xfrm>
              <a:off x="5662825" y="3549625"/>
              <a:ext cx="65275" cy="50425"/>
            </a:xfrm>
            <a:custGeom>
              <a:avLst/>
              <a:gdLst/>
              <a:ahLst/>
              <a:cxnLst/>
              <a:rect l="l" t="t" r="r" b="b"/>
              <a:pathLst>
                <a:path w="2611" h="2017" extrusionOk="0">
                  <a:moveTo>
                    <a:pt x="2094" y="0"/>
                  </a:moveTo>
                  <a:lnTo>
                    <a:pt x="2016" y="26"/>
                  </a:lnTo>
                  <a:lnTo>
                    <a:pt x="1965" y="78"/>
                  </a:lnTo>
                  <a:lnTo>
                    <a:pt x="1887" y="129"/>
                  </a:lnTo>
                  <a:lnTo>
                    <a:pt x="1008" y="1008"/>
                  </a:lnTo>
                  <a:lnTo>
                    <a:pt x="698" y="724"/>
                  </a:lnTo>
                  <a:lnTo>
                    <a:pt x="646" y="646"/>
                  </a:lnTo>
                  <a:lnTo>
                    <a:pt x="569" y="620"/>
                  </a:lnTo>
                  <a:lnTo>
                    <a:pt x="491" y="595"/>
                  </a:lnTo>
                  <a:lnTo>
                    <a:pt x="336" y="595"/>
                  </a:lnTo>
                  <a:lnTo>
                    <a:pt x="259" y="620"/>
                  </a:lnTo>
                  <a:lnTo>
                    <a:pt x="181" y="646"/>
                  </a:lnTo>
                  <a:lnTo>
                    <a:pt x="103" y="724"/>
                  </a:lnTo>
                  <a:lnTo>
                    <a:pt x="52" y="776"/>
                  </a:lnTo>
                  <a:lnTo>
                    <a:pt x="26" y="853"/>
                  </a:lnTo>
                  <a:lnTo>
                    <a:pt x="0" y="931"/>
                  </a:lnTo>
                  <a:lnTo>
                    <a:pt x="0" y="1008"/>
                  </a:lnTo>
                  <a:lnTo>
                    <a:pt x="0" y="1086"/>
                  </a:lnTo>
                  <a:lnTo>
                    <a:pt x="26" y="1163"/>
                  </a:lnTo>
                  <a:lnTo>
                    <a:pt x="52" y="1241"/>
                  </a:lnTo>
                  <a:lnTo>
                    <a:pt x="103" y="1293"/>
                  </a:lnTo>
                  <a:lnTo>
                    <a:pt x="698" y="1887"/>
                  </a:lnTo>
                  <a:lnTo>
                    <a:pt x="776" y="1939"/>
                  </a:lnTo>
                  <a:lnTo>
                    <a:pt x="853" y="1991"/>
                  </a:lnTo>
                  <a:lnTo>
                    <a:pt x="931" y="2016"/>
                  </a:lnTo>
                  <a:lnTo>
                    <a:pt x="1086" y="2016"/>
                  </a:lnTo>
                  <a:lnTo>
                    <a:pt x="1163" y="1991"/>
                  </a:lnTo>
                  <a:lnTo>
                    <a:pt x="1241" y="1939"/>
                  </a:lnTo>
                  <a:lnTo>
                    <a:pt x="1293" y="1887"/>
                  </a:lnTo>
                  <a:lnTo>
                    <a:pt x="2482" y="724"/>
                  </a:lnTo>
                  <a:lnTo>
                    <a:pt x="2533" y="646"/>
                  </a:lnTo>
                  <a:lnTo>
                    <a:pt x="2585" y="569"/>
                  </a:lnTo>
                  <a:lnTo>
                    <a:pt x="2585" y="491"/>
                  </a:lnTo>
                  <a:lnTo>
                    <a:pt x="2611" y="414"/>
                  </a:lnTo>
                  <a:lnTo>
                    <a:pt x="2585" y="336"/>
                  </a:lnTo>
                  <a:lnTo>
                    <a:pt x="2585" y="259"/>
                  </a:lnTo>
                  <a:lnTo>
                    <a:pt x="2533" y="181"/>
                  </a:lnTo>
                  <a:lnTo>
                    <a:pt x="2482" y="129"/>
                  </a:lnTo>
                  <a:lnTo>
                    <a:pt x="2404" y="78"/>
                  </a:lnTo>
                  <a:lnTo>
                    <a:pt x="2352"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59"/>
          <p:cNvGrpSpPr/>
          <p:nvPr/>
        </p:nvGrpSpPr>
        <p:grpSpPr>
          <a:xfrm>
            <a:off x="7280295" y="3449143"/>
            <a:ext cx="246874" cy="383454"/>
            <a:chOff x="6334275" y="3311800"/>
            <a:chExt cx="230100" cy="357400"/>
          </a:xfrm>
        </p:grpSpPr>
        <p:sp>
          <p:nvSpPr>
            <p:cNvPr id="995" name="Google Shape;995;p59"/>
            <p:cNvSpPr/>
            <p:nvPr/>
          </p:nvSpPr>
          <p:spPr>
            <a:xfrm>
              <a:off x="6334275" y="3311800"/>
              <a:ext cx="230100" cy="357400"/>
            </a:xfrm>
            <a:custGeom>
              <a:avLst/>
              <a:gdLst/>
              <a:ahLst/>
              <a:cxnLst/>
              <a:rect l="l" t="t" r="r" b="b"/>
              <a:pathLst>
                <a:path w="9204" h="14296" extrusionOk="0">
                  <a:moveTo>
                    <a:pt x="7962" y="827"/>
                  </a:moveTo>
                  <a:lnTo>
                    <a:pt x="8040" y="853"/>
                  </a:lnTo>
                  <a:lnTo>
                    <a:pt x="8118" y="853"/>
                  </a:lnTo>
                  <a:lnTo>
                    <a:pt x="8195" y="905"/>
                  </a:lnTo>
                  <a:lnTo>
                    <a:pt x="8247" y="957"/>
                  </a:lnTo>
                  <a:lnTo>
                    <a:pt x="8299" y="1008"/>
                  </a:lnTo>
                  <a:lnTo>
                    <a:pt x="8350" y="1086"/>
                  </a:lnTo>
                  <a:lnTo>
                    <a:pt x="8376" y="1163"/>
                  </a:lnTo>
                  <a:lnTo>
                    <a:pt x="8376" y="1241"/>
                  </a:lnTo>
                  <a:lnTo>
                    <a:pt x="8376" y="11788"/>
                  </a:lnTo>
                  <a:lnTo>
                    <a:pt x="828" y="11788"/>
                  </a:lnTo>
                  <a:lnTo>
                    <a:pt x="828" y="1241"/>
                  </a:lnTo>
                  <a:lnTo>
                    <a:pt x="854" y="1163"/>
                  </a:lnTo>
                  <a:lnTo>
                    <a:pt x="879" y="1086"/>
                  </a:lnTo>
                  <a:lnTo>
                    <a:pt x="905" y="1008"/>
                  </a:lnTo>
                  <a:lnTo>
                    <a:pt x="957" y="957"/>
                  </a:lnTo>
                  <a:lnTo>
                    <a:pt x="1009" y="905"/>
                  </a:lnTo>
                  <a:lnTo>
                    <a:pt x="1086" y="853"/>
                  </a:lnTo>
                  <a:lnTo>
                    <a:pt x="1164" y="853"/>
                  </a:lnTo>
                  <a:lnTo>
                    <a:pt x="1241" y="827"/>
                  </a:lnTo>
                  <a:close/>
                  <a:moveTo>
                    <a:pt x="8376" y="12615"/>
                  </a:moveTo>
                  <a:lnTo>
                    <a:pt x="8376" y="13029"/>
                  </a:lnTo>
                  <a:lnTo>
                    <a:pt x="8376" y="13106"/>
                  </a:lnTo>
                  <a:lnTo>
                    <a:pt x="8350" y="13184"/>
                  </a:lnTo>
                  <a:lnTo>
                    <a:pt x="8299" y="13261"/>
                  </a:lnTo>
                  <a:lnTo>
                    <a:pt x="8247" y="13339"/>
                  </a:lnTo>
                  <a:lnTo>
                    <a:pt x="8195" y="13391"/>
                  </a:lnTo>
                  <a:lnTo>
                    <a:pt x="8118" y="13416"/>
                  </a:lnTo>
                  <a:lnTo>
                    <a:pt x="8040" y="13442"/>
                  </a:lnTo>
                  <a:lnTo>
                    <a:pt x="1164" y="13442"/>
                  </a:lnTo>
                  <a:lnTo>
                    <a:pt x="1086" y="13416"/>
                  </a:lnTo>
                  <a:lnTo>
                    <a:pt x="1009" y="13391"/>
                  </a:lnTo>
                  <a:lnTo>
                    <a:pt x="957" y="13339"/>
                  </a:lnTo>
                  <a:lnTo>
                    <a:pt x="905" y="13261"/>
                  </a:lnTo>
                  <a:lnTo>
                    <a:pt x="879" y="13184"/>
                  </a:lnTo>
                  <a:lnTo>
                    <a:pt x="854" y="13106"/>
                  </a:lnTo>
                  <a:lnTo>
                    <a:pt x="828" y="13029"/>
                  </a:lnTo>
                  <a:lnTo>
                    <a:pt x="828" y="12615"/>
                  </a:lnTo>
                  <a:close/>
                  <a:moveTo>
                    <a:pt x="1241" y="0"/>
                  </a:moveTo>
                  <a:lnTo>
                    <a:pt x="1009" y="26"/>
                  </a:lnTo>
                  <a:lnTo>
                    <a:pt x="776" y="104"/>
                  </a:lnTo>
                  <a:lnTo>
                    <a:pt x="543" y="207"/>
                  </a:lnTo>
                  <a:lnTo>
                    <a:pt x="362" y="362"/>
                  </a:lnTo>
                  <a:lnTo>
                    <a:pt x="207" y="543"/>
                  </a:lnTo>
                  <a:lnTo>
                    <a:pt x="104" y="750"/>
                  </a:lnTo>
                  <a:lnTo>
                    <a:pt x="26" y="1008"/>
                  </a:lnTo>
                  <a:lnTo>
                    <a:pt x="1" y="1241"/>
                  </a:lnTo>
                  <a:lnTo>
                    <a:pt x="1" y="13029"/>
                  </a:lnTo>
                  <a:lnTo>
                    <a:pt x="26" y="13287"/>
                  </a:lnTo>
                  <a:lnTo>
                    <a:pt x="104" y="13520"/>
                  </a:lnTo>
                  <a:lnTo>
                    <a:pt x="207" y="13727"/>
                  </a:lnTo>
                  <a:lnTo>
                    <a:pt x="362" y="13933"/>
                  </a:lnTo>
                  <a:lnTo>
                    <a:pt x="543" y="14063"/>
                  </a:lnTo>
                  <a:lnTo>
                    <a:pt x="776" y="14192"/>
                  </a:lnTo>
                  <a:lnTo>
                    <a:pt x="1009" y="14269"/>
                  </a:lnTo>
                  <a:lnTo>
                    <a:pt x="1241" y="14295"/>
                  </a:lnTo>
                  <a:lnTo>
                    <a:pt x="7962" y="14295"/>
                  </a:lnTo>
                  <a:lnTo>
                    <a:pt x="8195" y="14269"/>
                  </a:lnTo>
                  <a:lnTo>
                    <a:pt x="8454" y="14192"/>
                  </a:lnTo>
                  <a:lnTo>
                    <a:pt x="8660" y="14063"/>
                  </a:lnTo>
                  <a:lnTo>
                    <a:pt x="8841" y="13933"/>
                  </a:lnTo>
                  <a:lnTo>
                    <a:pt x="8996" y="13727"/>
                  </a:lnTo>
                  <a:lnTo>
                    <a:pt x="9100" y="13520"/>
                  </a:lnTo>
                  <a:lnTo>
                    <a:pt x="9177" y="13287"/>
                  </a:lnTo>
                  <a:lnTo>
                    <a:pt x="9203" y="13029"/>
                  </a:lnTo>
                  <a:lnTo>
                    <a:pt x="9203" y="1241"/>
                  </a:lnTo>
                  <a:lnTo>
                    <a:pt x="9177" y="1008"/>
                  </a:lnTo>
                  <a:lnTo>
                    <a:pt x="9100" y="750"/>
                  </a:lnTo>
                  <a:lnTo>
                    <a:pt x="8996" y="543"/>
                  </a:lnTo>
                  <a:lnTo>
                    <a:pt x="8841" y="362"/>
                  </a:lnTo>
                  <a:lnTo>
                    <a:pt x="8660" y="207"/>
                  </a:lnTo>
                  <a:lnTo>
                    <a:pt x="8454" y="104"/>
                  </a:lnTo>
                  <a:lnTo>
                    <a:pt x="8195" y="26"/>
                  </a:lnTo>
                  <a:lnTo>
                    <a:pt x="79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9"/>
            <p:cNvSpPr/>
            <p:nvPr/>
          </p:nvSpPr>
          <p:spPr>
            <a:xfrm>
              <a:off x="6417650" y="3353800"/>
              <a:ext cx="63350" cy="20700"/>
            </a:xfrm>
            <a:custGeom>
              <a:avLst/>
              <a:gdLst/>
              <a:ahLst/>
              <a:cxnLst/>
              <a:rect l="l" t="t" r="r" b="b"/>
              <a:pathLst>
                <a:path w="2534" h="828" extrusionOk="0">
                  <a:moveTo>
                    <a:pt x="336" y="0"/>
                  </a:moveTo>
                  <a:lnTo>
                    <a:pt x="259" y="26"/>
                  </a:lnTo>
                  <a:lnTo>
                    <a:pt x="207" y="52"/>
                  </a:lnTo>
                  <a:lnTo>
                    <a:pt x="130" y="104"/>
                  </a:lnTo>
                  <a:lnTo>
                    <a:pt x="78" y="181"/>
                  </a:lnTo>
                  <a:lnTo>
                    <a:pt x="52" y="233"/>
                  </a:lnTo>
                  <a:lnTo>
                    <a:pt x="26" y="337"/>
                  </a:lnTo>
                  <a:lnTo>
                    <a:pt x="0" y="414"/>
                  </a:lnTo>
                  <a:lnTo>
                    <a:pt x="26" y="492"/>
                  </a:lnTo>
                  <a:lnTo>
                    <a:pt x="52" y="569"/>
                  </a:lnTo>
                  <a:lnTo>
                    <a:pt x="78" y="647"/>
                  </a:lnTo>
                  <a:lnTo>
                    <a:pt x="130" y="698"/>
                  </a:lnTo>
                  <a:lnTo>
                    <a:pt x="207" y="750"/>
                  </a:lnTo>
                  <a:lnTo>
                    <a:pt x="259" y="802"/>
                  </a:lnTo>
                  <a:lnTo>
                    <a:pt x="336" y="828"/>
                  </a:lnTo>
                  <a:lnTo>
                    <a:pt x="2198" y="828"/>
                  </a:lnTo>
                  <a:lnTo>
                    <a:pt x="2275" y="802"/>
                  </a:lnTo>
                  <a:lnTo>
                    <a:pt x="2353" y="750"/>
                  </a:lnTo>
                  <a:lnTo>
                    <a:pt x="2404" y="698"/>
                  </a:lnTo>
                  <a:lnTo>
                    <a:pt x="2456" y="647"/>
                  </a:lnTo>
                  <a:lnTo>
                    <a:pt x="2482" y="569"/>
                  </a:lnTo>
                  <a:lnTo>
                    <a:pt x="2508" y="492"/>
                  </a:lnTo>
                  <a:lnTo>
                    <a:pt x="2534" y="414"/>
                  </a:lnTo>
                  <a:lnTo>
                    <a:pt x="2508" y="337"/>
                  </a:lnTo>
                  <a:lnTo>
                    <a:pt x="2482" y="233"/>
                  </a:lnTo>
                  <a:lnTo>
                    <a:pt x="2456" y="181"/>
                  </a:lnTo>
                  <a:lnTo>
                    <a:pt x="2404" y="104"/>
                  </a:lnTo>
                  <a:lnTo>
                    <a:pt x="2353" y="52"/>
                  </a:lnTo>
                  <a:lnTo>
                    <a:pt x="2275" y="26"/>
                  </a:lnTo>
                  <a:lnTo>
                    <a:pt x="21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9"/>
            <p:cNvSpPr/>
            <p:nvPr/>
          </p:nvSpPr>
          <p:spPr>
            <a:xfrm>
              <a:off x="6376275" y="3403550"/>
              <a:ext cx="146075" cy="174525"/>
            </a:xfrm>
            <a:custGeom>
              <a:avLst/>
              <a:gdLst/>
              <a:ahLst/>
              <a:cxnLst/>
              <a:rect l="l" t="t" r="r" b="b"/>
              <a:pathLst>
                <a:path w="5843" h="6981" extrusionOk="0">
                  <a:moveTo>
                    <a:pt x="2922" y="854"/>
                  </a:moveTo>
                  <a:lnTo>
                    <a:pt x="3439" y="880"/>
                  </a:lnTo>
                  <a:lnTo>
                    <a:pt x="3956" y="957"/>
                  </a:lnTo>
                  <a:lnTo>
                    <a:pt x="4499" y="1087"/>
                  </a:lnTo>
                  <a:lnTo>
                    <a:pt x="5016" y="1268"/>
                  </a:lnTo>
                  <a:lnTo>
                    <a:pt x="5016" y="2715"/>
                  </a:lnTo>
                  <a:lnTo>
                    <a:pt x="5016" y="2974"/>
                  </a:lnTo>
                  <a:lnTo>
                    <a:pt x="4990" y="3232"/>
                  </a:lnTo>
                  <a:lnTo>
                    <a:pt x="4938" y="3491"/>
                  </a:lnTo>
                  <a:lnTo>
                    <a:pt x="4861" y="3749"/>
                  </a:lnTo>
                  <a:lnTo>
                    <a:pt x="4783" y="4008"/>
                  </a:lnTo>
                  <a:lnTo>
                    <a:pt x="4680" y="4240"/>
                  </a:lnTo>
                  <a:lnTo>
                    <a:pt x="4576" y="4473"/>
                  </a:lnTo>
                  <a:lnTo>
                    <a:pt x="4447" y="4706"/>
                  </a:lnTo>
                  <a:lnTo>
                    <a:pt x="4318" y="4912"/>
                  </a:lnTo>
                  <a:lnTo>
                    <a:pt x="4137" y="5119"/>
                  </a:lnTo>
                  <a:lnTo>
                    <a:pt x="3982" y="5326"/>
                  </a:lnTo>
                  <a:lnTo>
                    <a:pt x="3801" y="5507"/>
                  </a:lnTo>
                  <a:lnTo>
                    <a:pt x="3594" y="5688"/>
                  </a:lnTo>
                  <a:lnTo>
                    <a:pt x="3387" y="5843"/>
                  </a:lnTo>
                  <a:lnTo>
                    <a:pt x="3155" y="5972"/>
                  </a:lnTo>
                  <a:lnTo>
                    <a:pt x="2922" y="6102"/>
                  </a:lnTo>
                  <a:lnTo>
                    <a:pt x="2689" y="5972"/>
                  </a:lnTo>
                  <a:lnTo>
                    <a:pt x="2457" y="5843"/>
                  </a:lnTo>
                  <a:lnTo>
                    <a:pt x="2250" y="5688"/>
                  </a:lnTo>
                  <a:lnTo>
                    <a:pt x="2069" y="5507"/>
                  </a:lnTo>
                  <a:lnTo>
                    <a:pt x="1862" y="5326"/>
                  </a:lnTo>
                  <a:lnTo>
                    <a:pt x="1707" y="5119"/>
                  </a:lnTo>
                  <a:lnTo>
                    <a:pt x="1552" y="4912"/>
                  </a:lnTo>
                  <a:lnTo>
                    <a:pt x="1397" y="4706"/>
                  </a:lnTo>
                  <a:lnTo>
                    <a:pt x="1267" y="4473"/>
                  </a:lnTo>
                  <a:lnTo>
                    <a:pt x="1164" y="4240"/>
                  </a:lnTo>
                  <a:lnTo>
                    <a:pt x="1061" y="4008"/>
                  </a:lnTo>
                  <a:lnTo>
                    <a:pt x="983" y="3749"/>
                  </a:lnTo>
                  <a:lnTo>
                    <a:pt x="906" y="3491"/>
                  </a:lnTo>
                  <a:lnTo>
                    <a:pt x="880" y="3232"/>
                  </a:lnTo>
                  <a:lnTo>
                    <a:pt x="828" y="2974"/>
                  </a:lnTo>
                  <a:lnTo>
                    <a:pt x="828" y="2715"/>
                  </a:lnTo>
                  <a:lnTo>
                    <a:pt x="828" y="1268"/>
                  </a:lnTo>
                  <a:lnTo>
                    <a:pt x="1345" y="1087"/>
                  </a:lnTo>
                  <a:lnTo>
                    <a:pt x="1888" y="957"/>
                  </a:lnTo>
                  <a:lnTo>
                    <a:pt x="2405" y="880"/>
                  </a:lnTo>
                  <a:lnTo>
                    <a:pt x="2922" y="854"/>
                  </a:lnTo>
                  <a:close/>
                  <a:moveTo>
                    <a:pt x="2922" y="1"/>
                  </a:moveTo>
                  <a:lnTo>
                    <a:pt x="2586" y="27"/>
                  </a:lnTo>
                  <a:lnTo>
                    <a:pt x="2250" y="53"/>
                  </a:lnTo>
                  <a:lnTo>
                    <a:pt x="1914" y="104"/>
                  </a:lnTo>
                  <a:lnTo>
                    <a:pt x="1578" y="156"/>
                  </a:lnTo>
                  <a:lnTo>
                    <a:pt x="1242" y="234"/>
                  </a:lnTo>
                  <a:lnTo>
                    <a:pt x="906" y="337"/>
                  </a:lnTo>
                  <a:lnTo>
                    <a:pt x="570" y="466"/>
                  </a:lnTo>
                  <a:lnTo>
                    <a:pt x="233" y="595"/>
                  </a:lnTo>
                  <a:lnTo>
                    <a:pt x="130" y="673"/>
                  </a:lnTo>
                  <a:lnTo>
                    <a:pt x="53" y="751"/>
                  </a:lnTo>
                  <a:lnTo>
                    <a:pt x="1" y="880"/>
                  </a:lnTo>
                  <a:lnTo>
                    <a:pt x="1" y="983"/>
                  </a:lnTo>
                  <a:lnTo>
                    <a:pt x="1" y="2715"/>
                  </a:lnTo>
                  <a:lnTo>
                    <a:pt x="1" y="3051"/>
                  </a:lnTo>
                  <a:lnTo>
                    <a:pt x="53" y="3387"/>
                  </a:lnTo>
                  <a:lnTo>
                    <a:pt x="104" y="3723"/>
                  </a:lnTo>
                  <a:lnTo>
                    <a:pt x="182" y="4034"/>
                  </a:lnTo>
                  <a:lnTo>
                    <a:pt x="285" y="4344"/>
                  </a:lnTo>
                  <a:lnTo>
                    <a:pt x="414" y="4654"/>
                  </a:lnTo>
                  <a:lnTo>
                    <a:pt x="570" y="4964"/>
                  </a:lnTo>
                  <a:lnTo>
                    <a:pt x="750" y="5249"/>
                  </a:lnTo>
                  <a:lnTo>
                    <a:pt x="931" y="5507"/>
                  </a:lnTo>
                  <a:lnTo>
                    <a:pt x="1138" y="5766"/>
                  </a:lnTo>
                  <a:lnTo>
                    <a:pt x="1371" y="5998"/>
                  </a:lnTo>
                  <a:lnTo>
                    <a:pt x="1604" y="6231"/>
                  </a:lnTo>
                  <a:lnTo>
                    <a:pt x="1888" y="6438"/>
                  </a:lnTo>
                  <a:lnTo>
                    <a:pt x="2146" y="6644"/>
                  </a:lnTo>
                  <a:lnTo>
                    <a:pt x="2457" y="6800"/>
                  </a:lnTo>
                  <a:lnTo>
                    <a:pt x="2741" y="6955"/>
                  </a:lnTo>
                  <a:lnTo>
                    <a:pt x="2844" y="6980"/>
                  </a:lnTo>
                  <a:lnTo>
                    <a:pt x="2999" y="6980"/>
                  </a:lnTo>
                  <a:lnTo>
                    <a:pt x="3103" y="6955"/>
                  </a:lnTo>
                  <a:lnTo>
                    <a:pt x="3413" y="6800"/>
                  </a:lnTo>
                  <a:lnTo>
                    <a:pt x="3697" y="6644"/>
                  </a:lnTo>
                  <a:lnTo>
                    <a:pt x="3982" y="6438"/>
                  </a:lnTo>
                  <a:lnTo>
                    <a:pt x="4240" y="6231"/>
                  </a:lnTo>
                  <a:lnTo>
                    <a:pt x="4473" y="5998"/>
                  </a:lnTo>
                  <a:lnTo>
                    <a:pt x="4706" y="5766"/>
                  </a:lnTo>
                  <a:lnTo>
                    <a:pt x="4912" y="5507"/>
                  </a:lnTo>
                  <a:lnTo>
                    <a:pt x="5093" y="5249"/>
                  </a:lnTo>
                  <a:lnTo>
                    <a:pt x="5274" y="4964"/>
                  </a:lnTo>
                  <a:lnTo>
                    <a:pt x="5429" y="4654"/>
                  </a:lnTo>
                  <a:lnTo>
                    <a:pt x="5559" y="4344"/>
                  </a:lnTo>
                  <a:lnTo>
                    <a:pt x="5662" y="4034"/>
                  </a:lnTo>
                  <a:lnTo>
                    <a:pt x="5740" y="3723"/>
                  </a:lnTo>
                  <a:lnTo>
                    <a:pt x="5817" y="3387"/>
                  </a:lnTo>
                  <a:lnTo>
                    <a:pt x="5843" y="3051"/>
                  </a:lnTo>
                  <a:lnTo>
                    <a:pt x="5843" y="2715"/>
                  </a:lnTo>
                  <a:lnTo>
                    <a:pt x="5843" y="983"/>
                  </a:lnTo>
                  <a:lnTo>
                    <a:pt x="5843" y="880"/>
                  </a:lnTo>
                  <a:lnTo>
                    <a:pt x="5791" y="751"/>
                  </a:lnTo>
                  <a:lnTo>
                    <a:pt x="5714" y="673"/>
                  </a:lnTo>
                  <a:lnTo>
                    <a:pt x="5610" y="595"/>
                  </a:lnTo>
                  <a:lnTo>
                    <a:pt x="5274" y="466"/>
                  </a:lnTo>
                  <a:lnTo>
                    <a:pt x="4938" y="337"/>
                  </a:lnTo>
                  <a:lnTo>
                    <a:pt x="4602" y="234"/>
                  </a:lnTo>
                  <a:lnTo>
                    <a:pt x="4266" y="156"/>
                  </a:lnTo>
                  <a:lnTo>
                    <a:pt x="3930" y="104"/>
                  </a:lnTo>
                  <a:lnTo>
                    <a:pt x="3594" y="53"/>
                  </a:lnTo>
                  <a:lnTo>
                    <a:pt x="3258" y="27"/>
                  </a:lnTo>
                  <a:lnTo>
                    <a:pt x="2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9"/>
            <p:cNvSpPr/>
            <p:nvPr/>
          </p:nvSpPr>
          <p:spPr>
            <a:xfrm>
              <a:off x="6416350" y="3465600"/>
              <a:ext cx="65950" cy="50425"/>
            </a:xfrm>
            <a:custGeom>
              <a:avLst/>
              <a:gdLst/>
              <a:ahLst/>
              <a:cxnLst/>
              <a:rect l="l" t="t" r="r" b="b"/>
              <a:pathLst>
                <a:path w="2638" h="2017" extrusionOk="0">
                  <a:moveTo>
                    <a:pt x="2198" y="1"/>
                  </a:moveTo>
                  <a:lnTo>
                    <a:pt x="2120" y="26"/>
                  </a:lnTo>
                  <a:lnTo>
                    <a:pt x="2043" y="26"/>
                  </a:lnTo>
                  <a:lnTo>
                    <a:pt x="1991" y="78"/>
                  </a:lnTo>
                  <a:lnTo>
                    <a:pt x="1913" y="130"/>
                  </a:lnTo>
                  <a:lnTo>
                    <a:pt x="1035" y="1009"/>
                  </a:lnTo>
                  <a:lnTo>
                    <a:pt x="724" y="724"/>
                  </a:lnTo>
                  <a:lnTo>
                    <a:pt x="673" y="673"/>
                  </a:lnTo>
                  <a:lnTo>
                    <a:pt x="595" y="621"/>
                  </a:lnTo>
                  <a:lnTo>
                    <a:pt x="518" y="595"/>
                  </a:lnTo>
                  <a:lnTo>
                    <a:pt x="362" y="595"/>
                  </a:lnTo>
                  <a:lnTo>
                    <a:pt x="285" y="621"/>
                  </a:lnTo>
                  <a:lnTo>
                    <a:pt x="207" y="673"/>
                  </a:lnTo>
                  <a:lnTo>
                    <a:pt x="130" y="724"/>
                  </a:lnTo>
                  <a:lnTo>
                    <a:pt x="78" y="776"/>
                  </a:lnTo>
                  <a:lnTo>
                    <a:pt x="52" y="854"/>
                  </a:lnTo>
                  <a:lnTo>
                    <a:pt x="26" y="931"/>
                  </a:lnTo>
                  <a:lnTo>
                    <a:pt x="1" y="1009"/>
                  </a:lnTo>
                  <a:lnTo>
                    <a:pt x="26" y="1086"/>
                  </a:lnTo>
                  <a:lnTo>
                    <a:pt x="52" y="1164"/>
                  </a:lnTo>
                  <a:lnTo>
                    <a:pt x="78" y="1241"/>
                  </a:lnTo>
                  <a:lnTo>
                    <a:pt x="130" y="1319"/>
                  </a:lnTo>
                  <a:lnTo>
                    <a:pt x="724" y="1913"/>
                  </a:lnTo>
                  <a:lnTo>
                    <a:pt x="802" y="1965"/>
                  </a:lnTo>
                  <a:lnTo>
                    <a:pt x="854" y="1991"/>
                  </a:lnTo>
                  <a:lnTo>
                    <a:pt x="931" y="2017"/>
                  </a:lnTo>
                  <a:lnTo>
                    <a:pt x="1112" y="2017"/>
                  </a:lnTo>
                  <a:lnTo>
                    <a:pt x="1190" y="1991"/>
                  </a:lnTo>
                  <a:lnTo>
                    <a:pt x="1267" y="1965"/>
                  </a:lnTo>
                  <a:lnTo>
                    <a:pt x="1319" y="1913"/>
                  </a:lnTo>
                  <a:lnTo>
                    <a:pt x="2508" y="724"/>
                  </a:lnTo>
                  <a:lnTo>
                    <a:pt x="2560" y="647"/>
                  </a:lnTo>
                  <a:lnTo>
                    <a:pt x="2586" y="595"/>
                  </a:lnTo>
                  <a:lnTo>
                    <a:pt x="2611" y="518"/>
                  </a:lnTo>
                  <a:lnTo>
                    <a:pt x="2637" y="414"/>
                  </a:lnTo>
                  <a:lnTo>
                    <a:pt x="2611" y="337"/>
                  </a:lnTo>
                  <a:lnTo>
                    <a:pt x="2586" y="259"/>
                  </a:lnTo>
                  <a:lnTo>
                    <a:pt x="2560" y="207"/>
                  </a:lnTo>
                  <a:lnTo>
                    <a:pt x="2508" y="130"/>
                  </a:lnTo>
                  <a:lnTo>
                    <a:pt x="2430" y="78"/>
                  </a:lnTo>
                  <a:lnTo>
                    <a:pt x="2379" y="26"/>
                  </a:lnTo>
                  <a:lnTo>
                    <a:pt x="2301" y="26"/>
                  </a:lnTo>
                  <a:lnTo>
                    <a:pt x="21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59"/>
          <p:cNvGrpSpPr/>
          <p:nvPr/>
        </p:nvGrpSpPr>
        <p:grpSpPr>
          <a:xfrm>
            <a:off x="8066569" y="3449143"/>
            <a:ext cx="292633" cy="383454"/>
            <a:chOff x="7067125" y="3311800"/>
            <a:chExt cx="272750" cy="357400"/>
          </a:xfrm>
        </p:grpSpPr>
        <p:sp>
          <p:nvSpPr>
            <p:cNvPr id="1000" name="Google Shape;1000;p59"/>
            <p:cNvSpPr/>
            <p:nvPr/>
          </p:nvSpPr>
          <p:spPr>
            <a:xfrm>
              <a:off x="7067125" y="3311800"/>
              <a:ext cx="272750" cy="357400"/>
            </a:xfrm>
            <a:custGeom>
              <a:avLst/>
              <a:gdLst/>
              <a:ahLst/>
              <a:cxnLst/>
              <a:rect l="l" t="t" r="r" b="b"/>
              <a:pathLst>
                <a:path w="10910" h="14296" extrusionOk="0">
                  <a:moveTo>
                    <a:pt x="5455" y="827"/>
                  </a:moveTo>
                  <a:lnTo>
                    <a:pt x="5843" y="853"/>
                  </a:lnTo>
                  <a:lnTo>
                    <a:pt x="6231" y="905"/>
                  </a:lnTo>
                  <a:lnTo>
                    <a:pt x="6619" y="982"/>
                  </a:lnTo>
                  <a:lnTo>
                    <a:pt x="6980" y="1086"/>
                  </a:lnTo>
                  <a:lnTo>
                    <a:pt x="7317" y="1241"/>
                  </a:lnTo>
                  <a:lnTo>
                    <a:pt x="7653" y="1396"/>
                  </a:lnTo>
                  <a:lnTo>
                    <a:pt x="7989" y="1577"/>
                  </a:lnTo>
                  <a:lnTo>
                    <a:pt x="8273" y="1810"/>
                  </a:lnTo>
                  <a:lnTo>
                    <a:pt x="8557" y="2042"/>
                  </a:lnTo>
                  <a:lnTo>
                    <a:pt x="8816" y="2301"/>
                  </a:lnTo>
                  <a:lnTo>
                    <a:pt x="9074" y="2585"/>
                  </a:lnTo>
                  <a:lnTo>
                    <a:pt x="9281" y="2895"/>
                  </a:lnTo>
                  <a:lnTo>
                    <a:pt x="9488" y="3206"/>
                  </a:lnTo>
                  <a:lnTo>
                    <a:pt x="9643" y="3542"/>
                  </a:lnTo>
                  <a:lnTo>
                    <a:pt x="9798" y="3878"/>
                  </a:lnTo>
                  <a:lnTo>
                    <a:pt x="9902" y="4240"/>
                  </a:lnTo>
                  <a:lnTo>
                    <a:pt x="9591" y="3981"/>
                  </a:lnTo>
                  <a:lnTo>
                    <a:pt x="9255" y="3723"/>
                  </a:lnTo>
                  <a:lnTo>
                    <a:pt x="8790" y="3361"/>
                  </a:lnTo>
                  <a:lnTo>
                    <a:pt x="8299" y="3076"/>
                  </a:lnTo>
                  <a:lnTo>
                    <a:pt x="7834" y="2818"/>
                  </a:lnTo>
                  <a:lnTo>
                    <a:pt x="7342" y="2611"/>
                  </a:lnTo>
                  <a:lnTo>
                    <a:pt x="6851" y="2430"/>
                  </a:lnTo>
                  <a:lnTo>
                    <a:pt x="6386" y="2327"/>
                  </a:lnTo>
                  <a:lnTo>
                    <a:pt x="5921" y="2249"/>
                  </a:lnTo>
                  <a:lnTo>
                    <a:pt x="5455" y="2223"/>
                  </a:lnTo>
                  <a:lnTo>
                    <a:pt x="4990" y="2249"/>
                  </a:lnTo>
                  <a:lnTo>
                    <a:pt x="4525" y="2327"/>
                  </a:lnTo>
                  <a:lnTo>
                    <a:pt x="4034" y="2430"/>
                  </a:lnTo>
                  <a:lnTo>
                    <a:pt x="3568" y="2611"/>
                  </a:lnTo>
                  <a:lnTo>
                    <a:pt x="3077" y="2818"/>
                  </a:lnTo>
                  <a:lnTo>
                    <a:pt x="2612" y="3076"/>
                  </a:lnTo>
                  <a:lnTo>
                    <a:pt x="2121" y="3361"/>
                  </a:lnTo>
                  <a:lnTo>
                    <a:pt x="1655" y="3723"/>
                  </a:lnTo>
                  <a:lnTo>
                    <a:pt x="1293" y="3981"/>
                  </a:lnTo>
                  <a:lnTo>
                    <a:pt x="1009" y="4240"/>
                  </a:lnTo>
                  <a:lnTo>
                    <a:pt x="1009" y="4240"/>
                  </a:lnTo>
                  <a:lnTo>
                    <a:pt x="1112" y="3878"/>
                  </a:lnTo>
                  <a:lnTo>
                    <a:pt x="1268" y="3542"/>
                  </a:lnTo>
                  <a:lnTo>
                    <a:pt x="1423" y="3206"/>
                  </a:lnTo>
                  <a:lnTo>
                    <a:pt x="1629" y="2895"/>
                  </a:lnTo>
                  <a:lnTo>
                    <a:pt x="1836" y="2585"/>
                  </a:lnTo>
                  <a:lnTo>
                    <a:pt x="2069" y="2301"/>
                  </a:lnTo>
                  <a:lnTo>
                    <a:pt x="2353" y="2042"/>
                  </a:lnTo>
                  <a:lnTo>
                    <a:pt x="2638" y="1810"/>
                  </a:lnTo>
                  <a:lnTo>
                    <a:pt x="2922" y="1577"/>
                  </a:lnTo>
                  <a:lnTo>
                    <a:pt x="3258" y="1396"/>
                  </a:lnTo>
                  <a:lnTo>
                    <a:pt x="3594" y="1241"/>
                  </a:lnTo>
                  <a:lnTo>
                    <a:pt x="3930" y="1086"/>
                  </a:lnTo>
                  <a:lnTo>
                    <a:pt x="4292" y="982"/>
                  </a:lnTo>
                  <a:lnTo>
                    <a:pt x="4680" y="905"/>
                  </a:lnTo>
                  <a:lnTo>
                    <a:pt x="5068" y="853"/>
                  </a:lnTo>
                  <a:lnTo>
                    <a:pt x="5455" y="827"/>
                  </a:lnTo>
                  <a:close/>
                  <a:moveTo>
                    <a:pt x="2534" y="4110"/>
                  </a:moveTo>
                  <a:lnTo>
                    <a:pt x="2405" y="4421"/>
                  </a:lnTo>
                  <a:lnTo>
                    <a:pt x="2327" y="4757"/>
                  </a:lnTo>
                  <a:lnTo>
                    <a:pt x="2250" y="5093"/>
                  </a:lnTo>
                  <a:lnTo>
                    <a:pt x="2250" y="5429"/>
                  </a:lnTo>
                  <a:lnTo>
                    <a:pt x="2250" y="5791"/>
                  </a:lnTo>
                  <a:lnTo>
                    <a:pt x="2327" y="6127"/>
                  </a:lnTo>
                  <a:lnTo>
                    <a:pt x="2405" y="6463"/>
                  </a:lnTo>
                  <a:lnTo>
                    <a:pt x="2534" y="6773"/>
                  </a:lnTo>
                  <a:lnTo>
                    <a:pt x="2043" y="6411"/>
                  </a:lnTo>
                  <a:lnTo>
                    <a:pt x="1604" y="6049"/>
                  </a:lnTo>
                  <a:lnTo>
                    <a:pt x="1242" y="5713"/>
                  </a:lnTo>
                  <a:lnTo>
                    <a:pt x="983" y="5429"/>
                  </a:lnTo>
                  <a:lnTo>
                    <a:pt x="1242" y="5170"/>
                  </a:lnTo>
                  <a:lnTo>
                    <a:pt x="1604" y="4834"/>
                  </a:lnTo>
                  <a:lnTo>
                    <a:pt x="2043" y="4472"/>
                  </a:lnTo>
                  <a:lnTo>
                    <a:pt x="2534" y="4110"/>
                  </a:lnTo>
                  <a:close/>
                  <a:moveTo>
                    <a:pt x="8376" y="4110"/>
                  </a:moveTo>
                  <a:lnTo>
                    <a:pt x="8868" y="4472"/>
                  </a:lnTo>
                  <a:lnTo>
                    <a:pt x="9307" y="4834"/>
                  </a:lnTo>
                  <a:lnTo>
                    <a:pt x="9643" y="5170"/>
                  </a:lnTo>
                  <a:lnTo>
                    <a:pt x="9927" y="5429"/>
                  </a:lnTo>
                  <a:lnTo>
                    <a:pt x="9643" y="5713"/>
                  </a:lnTo>
                  <a:lnTo>
                    <a:pt x="9307" y="6049"/>
                  </a:lnTo>
                  <a:lnTo>
                    <a:pt x="8868" y="6411"/>
                  </a:lnTo>
                  <a:lnTo>
                    <a:pt x="8376" y="6773"/>
                  </a:lnTo>
                  <a:lnTo>
                    <a:pt x="8506" y="6463"/>
                  </a:lnTo>
                  <a:lnTo>
                    <a:pt x="8583" y="6127"/>
                  </a:lnTo>
                  <a:lnTo>
                    <a:pt x="8635" y="5791"/>
                  </a:lnTo>
                  <a:lnTo>
                    <a:pt x="8661" y="5429"/>
                  </a:lnTo>
                  <a:lnTo>
                    <a:pt x="8635" y="5093"/>
                  </a:lnTo>
                  <a:lnTo>
                    <a:pt x="8583" y="4757"/>
                  </a:lnTo>
                  <a:lnTo>
                    <a:pt x="8506" y="4421"/>
                  </a:lnTo>
                  <a:lnTo>
                    <a:pt x="8376" y="4110"/>
                  </a:lnTo>
                  <a:close/>
                  <a:moveTo>
                    <a:pt x="5688" y="3076"/>
                  </a:moveTo>
                  <a:lnTo>
                    <a:pt x="5921" y="3102"/>
                  </a:lnTo>
                  <a:lnTo>
                    <a:pt x="6153" y="3180"/>
                  </a:lnTo>
                  <a:lnTo>
                    <a:pt x="6386" y="3257"/>
                  </a:lnTo>
                  <a:lnTo>
                    <a:pt x="6593" y="3361"/>
                  </a:lnTo>
                  <a:lnTo>
                    <a:pt x="6774" y="3464"/>
                  </a:lnTo>
                  <a:lnTo>
                    <a:pt x="6955" y="3619"/>
                  </a:lnTo>
                  <a:lnTo>
                    <a:pt x="7136" y="3774"/>
                  </a:lnTo>
                  <a:lnTo>
                    <a:pt x="7291" y="3929"/>
                  </a:lnTo>
                  <a:lnTo>
                    <a:pt x="7420" y="4110"/>
                  </a:lnTo>
                  <a:lnTo>
                    <a:pt x="7549" y="4317"/>
                  </a:lnTo>
                  <a:lnTo>
                    <a:pt x="7627" y="4524"/>
                  </a:lnTo>
                  <a:lnTo>
                    <a:pt x="7730" y="4731"/>
                  </a:lnTo>
                  <a:lnTo>
                    <a:pt x="7782" y="4963"/>
                  </a:lnTo>
                  <a:lnTo>
                    <a:pt x="7808" y="5196"/>
                  </a:lnTo>
                  <a:lnTo>
                    <a:pt x="7834" y="5429"/>
                  </a:lnTo>
                  <a:lnTo>
                    <a:pt x="7808" y="5687"/>
                  </a:lnTo>
                  <a:lnTo>
                    <a:pt x="7782" y="5920"/>
                  </a:lnTo>
                  <a:lnTo>
                    <a:pt x="7730" y="6153"/>
                  </a:lnTo>
                  <a:lnTo>
                    <a:pt x="7627" y="6359"/>
                  </a:lnTo>
                  <a:lnTo>
                    <a:pt x="7549" y="6566"/>
                  </a:lnTo>
                  <a:lnTo>
                    <a:pt x="7420" y="6773"/>
                  </a:lnTo>
                  <a:lnTo>
                    <a:pt x="7291" y="6954"/>
                  </a:lnTo>
                  <a:lnTo>
                    <a:pt x="7136" y="7109"/>
                  </a:lnTo>
                  <a:lnTo>
                    <a:pt x="6955" y="7264"/>
                  </a:lnTo>
                  <a:lnTo>
                    <a:pt x="6774" y="7419"/>
                  </a:lnTo>
                  <a:lnTo>
                    <a:pt x="6593" y="7523"/>
                  </a:lnTo>
                  <a:lnTo>
                    <a:pt x="6386" y="7626"/>
                  </a:lnTo>
                  <a:lnTo>
                    <a:pt x="6153" y="7704"/>
                  </a:lnTo>
                  <a:lnTo>
                    <a:pt x="5921" y="7755"/>
                  </a:lnTo>
                  <a:lnTo>
                    <a:pt x="5688" y="7807"/>
                  </a:lnTo>
                  <a:lnTo>
                    <a:pt x="5223" y="7807"/>
                  </a:lnTo>
                  <a:lnTo>
                    <a:pt x="4964" y="7755"/>
                  </a:lnTo>
                  <a:lnTo>
                    <a:pt x="4757" y="7704"/>
                  </a:lnTo>
                  <a:lnTo>
                    <a:pt x="4525" y="7626"/>
                  </a:lnTo>
                  <a:lnTo>
                    <a:pt x="4318" y="7523"/>
                  </a:lnTo>
                  <a:lnTo>
                    <a:pt x="4137" y="7419"/>
                  </a:lnTo>
                  <a:lnTo>
                    <a:pt x="3956" y="7264"/>
                  </a:lnTo>
                  <a:lnTo>
                    <a:pt x="3775" y="7109"/>
                  </a:lnTo>
                  <a:lnTo>
                    <a:pt x="3620" y="6954"/>
                  </a:lnTo>
                  <a:lnTo>
                    <a:pt x="3491" y="6773"/>
                  </a:lnTo>
                  <a:lnTo>
                    <a:pt x="3361" y="6566"/>
                  </a:lnTo>
                  <a:lnTo>
                    <a:pt x="3258" y="6359"/>
                  </a:lnTo>
                  <a:lnTo>
                    <a:pt x="3180" y="6153"/>
                  </a:lnTo>
                  <a:lnTo>
                    <a:pt x="3129" y="5920"/>
                  </a:lnTo>
                  <a:lnTo>
                    <a:pt x="3103" y="5687"/>
                  </a:lnTo>
                  <a:lnTo>
                    <a:pt x="3077" y="5429"/>
                  </a:lnTo>
                  <a:lnTo>
                    <a:pt x="3103" y="5196"/>
                  </a:lnTo>
                  <a:lnTo>
                    <a:pt x="3129" y="4963"/>
                  </a:lnTo>
                  <a:lnTo>
                    <a:pt x="3180" y="4731"/>
                  </a:lnTo>
                  <a:lnTo>
                    <a:pt x="3258" y="4524"/>
                  </a:lnTo>
                  <a:lnTo>
                    <a:pt x="3361" y="4317"/>
                  </a:lnTo>
                  <a:lnTo>
                    <a:pt x="3491" y="4110"/>
                  </a:lnTo>
                  <a:lnTo>
                    <a:pt x="3620" y="3929"/>
                  </a:lnTo>
                  <a:lnTo>
                    <a:pt x="3775" y="3774"/>
                  </a:lnTo>
                  <a:lnTo>
                    <a:pt x="3956" y="3619"/>
                  </a:lnTo>
                  <a:lnTo>
                    <a:pt x="4137" y="3464"/>
                  </a:lnTo>
                  <a:lnTo>
                    <a:pt x="4318" y="3361"/>
                  </a:lnTo>
                  <a:lnTo>
                    <a:pt x="4525" y="3257"/>
                  </a:lnTo>
                  <a:lnTo>
                    <a:pt x="4757" y="3180"/>
                  </a:lnTo>
                  <a:lnTo>
                    <a:pt x="4964" y="3102"/>
                  </a:lnTo>
                  <a:lnTo>
                    <a:pt x="5223" y="3076"/>
                  </a:lnTo>
                  <a:close/>
                  <a:moveTo>
                    <a:pt x="9902" y="6644"/>
                  </a:moveTo>
                  <a:lnTo>
                    <a:pt x="9798" y="7006"/>
                  </a:lnTo>
                  <a:lnTo>
                    <a:pt x="9643" y="7342"/>
                  </a:lnTo>
                  <a:lnTo>
                    <a:pt x="9488" y="7678"/>
                  </a:lnTo>
                  <a:lnTo>
                    <a:pt x="9281" y="7988"/>
                  </a:lnTo>
                  <a:lnTo>
                    <a:pt x="9074" y="8298"/>
                  </a:lnTo>
                  <a:lnTo>
                    <a:pt x="8816" y="8582"/>
                  </a:lnTo>
                  <a:lnTo>
                    <a:pt x="8557" y="8841"/>
                  </a:lnTo>
                  <a:lnTo>
                    <a:pt x="8273" y="9074"/>
                  </a:lnTo>
                  <a:lnTo>
                    <a:pt x="7989" y="9280"/>
                  </a:lnTo>
                  <a:lnTo>
                    <a:pt x="7653" y="9487"/>
                  </a:lnTo>
                  <a:lnTo>
                    <a:pt x="7317" y="9642"/>
                  </a:lnTo>
                  <a:lnTo>
                    <a:pt x="6980" y="9797"/>
                  </a:lnTo>
                  <a:lnTo>
                    <a:pt x="6619" y="9901"/>
                  </a:lnTo>
                  <a:lnTo>
                    <a:pt x="6231" y="9978"/>
                  </a:lnTo>
                  <a:lnTo>
                    <a:pt x="5843" y="10030"/>
                  </a:lnTo>
                  <a:lnTo>
                    <a:pt x="5455" y="10056"/>
                  </a:lnTo>
                  <a:lnTo>
                    <a:pt x="5068" y="10030"/>
                  </a:lnTo>
                  <a:lnTo>
                    <a:pt x="4680" y="9978"/>
                  </a:lnTo>
                  <a:lnTo>
                    <a:pt x="4292" y="9901"/>
                  </a:lnTo>
                  <a:lnTo>
                    <a:pt x="3930" y="9797"/>
                  </a:lnTo>
                  <a:lnTo>
                    <a:pt x="3594" y="9642"/>
                  </a:lnTo>
                  <a:lnTo>
                    <a:pt x="3258" y="9487"/>
                  </a:lnTo>
                  <a:lnTo>
                    <a:pt x="2922" y="9280"/>
                  </a:lnTo>
                  <a:lnTo>
                    <a:pt x="2638" y="9074"/>
                  </a:lnTo>
                  <a:lnTo>
                    <a:pt x="2353" y="8841"/>
                  </a:lnTo>
                  <a:lnTo>
                    <a:pt x="2069" y="8582"/>
                  </a:lnTo>
                  <a:lnTo>
                    <a:pt x="1836" y="8298"/>
                  </a:lnTo>
                  <a:lnTo>
                    <a:pt x="1629" y="7988"/>
                  </a:lnTo>
                  <a:lnTo>
                    <a:pt x="1423" y="7678"/>
                  </a:lnTo>
                  <a:lnTo>
                    <a:pt x="1268" y="7342"/>
                  </a:lnTo>
                  <a:lnTo>
                    <a:pt x="1112" y="7006"/>
                  </a:lnTo>
                  <a:lnTo>
                    <a:pt x="1009" y="6644"/>
                  </a:lnTo>
                  <a:lnTo>
                    <a:pt x="1293" y="6902"/>
                  </a:lnTo>
                  <a:lnTo>
                    <a:pt x="1655" y="7161"/>
                  </a:lnTo>
                  <a:lnTo>
                    <a:pt x="2121" y="7497"/>
                  </a:lnTo>
                  <a:lnTo>
                    <a:pt x="2612" y="7807"/>
                  </a:lnTo>
                  <a:lnTo>
                    <a:pt x="3077" y="8065"/>
                  </a:lnTo>
                  <a:lnTo>
                    <a:pt x="3568" y="8272"/>
                  </a:lnTo>
                  <a:lnTo>
                    <a:pt x="4034" y="8427"/>
                  </a:lnTo>
                  <a:lnTo>
                    <a:pt x="4525" y="8557"/>
                  </a:lnTo>
                  <a:lnTo>
                    <a:pt x="4990" y="8634"/>
                  </a:lnTo>
                  <a:lnTo>
                    <a:pt x="5455" y="8660"/>
                  </a:lnTo>
                  <a:lnTo>
                    <a:pt x="5921" y="8634"/>
                  </a:lnTo>
                  <a:lnTo>
                    <a:pt x="6386" y="8557"/>
                  </a:lnTo>
                  <a:lnTo>
                    <a:pt x="6851" y="8427"/>
                  </a:lnTo>
                  <a:lnTo>
                    <a:pt x="7342" y="8272"/>
                  </a:lnTo>
                  <a:lnTo>
                    <a:pt x="7834" y="8065"/>
                  </a:lnTo>
                  <a:lnTo>
                    <a:pt x="8299" y="7807"/>
                  </a:lnTo>
                  <a:lnTo>
                    <a:pt x="8790" y="7497"/>
                  </a:lnTo>
                  <a:lnTo>
                    <a:pt x="9255" y="7161"/>
                  </a:lnTo>
                  <a:lnTo>
                    <a:pt x="9591" y="6902"/>
                  </a:lnTo>
                  <a:lnTo>
                    <a:pt x="9902" y="6644"/>
                  </a:lnTo>
                  <a:close/>
                  <a:moveTo>
                    <a:pt x="5869" y="10857"/>
                  </a:moveTo>
                  <a:lnTo>
                    <a:pt x="5869" y="11710"/>
                  </a:lnTo>
                  <a:lnTo>
                    <a:pt x="5042" y="11710"/>
                  </a:lnTo>
                  <a:lnTo>
                    <a:pt x="5042" y="10857"/>
                  </a:lnTo>
                  <a:lnTo>
                    <a:pt x="5455" y="10883"/>
                  </a:lnTo>
                  <a:lnTo>
                    <a:pt x="5869" y="10857"/>
                  </a:lnTo>
                  <a:close/>
                  <a:moveTo>
                    <a:pt x="5455" y="0"/>
                  </a:moveTo>
                  <a:lnTo>
                    <a:pt x="4887" y="26"/>
                  </a:lnTo>
                  <a:lnTo>
                    <a:pt x="4344" y="104"/>
                  </a:lnTo>
                  <a:lnTo>
                    <a:pt x="3827" y="233"/>
                  </a:lnTo>
                  <a:lnTo>
                    <a:pt x="3336" y="414"/>
                  </a:lnTo>
                  <a:lnTo>
                    <a:pt x="2870" y="646"/>
                  </a:lnTo>
                  <a:lnTo>
                    <a:pt x="2405" y="931"/>
                  </a:lnTo>
                  <a:lnTo>
                    <a:pt x="1991" y="1241"/>
                  </a:lnTo>
                  <a:lnTo>
                    <a:pt x="1604" y="1603"/>
                  </a:lnTo>
                  <a:lnTo>
                    <a:pt x="1242" y="1991"/>
                  </a:lnTo>
                  <a:lnTo>
                    <a:pt x="931" y="2404"/>
                  </a:lnTo>
                  <a:lnTo>
                    <a:pt x="673" y="2844"/>
                  </a:lnTo>
                  <a:lnTo>
                    <a:pt x="440" y="3335"/>
                  </a:lnTo>
                  <a:lnTo>
                    <a:pt x="259" y="3826"/>
                  </a:lnTo>
                  <a:lnTo>
                    <a:pt x="130" y="4343"/>
                  </a:lnTo>
                  <a:lnTo>
                    <a:pt x="27" y="4886"/>
                  </a:lnTo>
                  <a:lnTo>
                    <a:pt x="1" y="5429"/>
                  </a:lnTo>
                  <a:lnTo>
                    <a:pt x="27" y="5920"/>
                  </a:lnTo>
                  <a:lnTo>
                    <a:pt x="78" y="6385"/>
                  </a:lnTo>
                  <a:lnTo>
                    <a:pt x="182" y="6825"/>
                  </a:lnTo>
                  <a:lnTo>
                    <a:pt x="337" y="7264"/>
                  </a:lnTo>
                  <a:lnTo>
                    <a:pt x="492" y="7704"/>
                  </a:lnTo>
                  <a:lnTo>
                    <a:pt x="699" y="8091"/>
                  </a:lnTo>
                  <a:lnTo>
                    <a:pt x="931" y="8479"/>
                  </a:lnTo>
                  <a:lnTo>
                    <a:pt x="1190" y="8841"/>
                  </a:lnTo>
                  <a:lnTo>
                    <a:pt x="1500" y="9177"/>
                  </a:lnTo>
                  <a:lnTo>
                    <a:pt x="1810" y="9487"/>
                  </a:lnTo>
                  <a:lnTo>
                    <a:pt x="2172" y="9772"/>
                  </a:lnTo>
                  <a:lnTo>
                    <a:pt x="2534" y="10030"/>
                  </a:lnTo>
                  <a:lnTo>
                    <a:pt x="2922" y="10263"/>
                  </a:lnTo>
                  <a:lnTo>
                    <a:pt x="3336" y="10444"/>
                  </a:lnTo>
                  <a:lnTo>
                    <a:pt x="3749" y="10625"/>
                  </a:lnTo>
                  <a:lnTo>
                    <a:pt x="4189" y="10728"/>
                  </a:lnTo>
                  <a:lnTo>
                    <a:pt x="4189" y="12150"/>
                  </a:lnTo>
                  <a:lnTo>
                    <a:pt x="4214" y="12227"/>
                  </a:lnTo>
                  <a:lnTo>
                    <a:pt x="4240" y="12305"/>
                  </a:lnTo>
                  <a:lnTo>
                    <a:pt x="4266" y="12382"/>
                  </a:lnTo>
                  <a:lnTo>
                    <a:pt x="4318" y="12434"/>
                  </a:lnTo>
                  <a:lnTo>
                    <a:pt x="4370" y="12486"/>
                  </a:lnTo>
                  <a:lnTo>
                    <a:pt x="4447" y="12538"/>
                  </a:lnTo>
                  <a:lnTo>
                    <a:pt x="4525" y="12538"/>
                  </a:lnTo>
                  <a:lnTo>
                    <a:pt x="4602" y="12563"/>
                  </a:lnTo>
                  <a:lnTo>
                    <a:pt x="5042" y="12563"/>
                  </a:lnTo>
                  <a:lnTo>
                    <a:pt x="5042" y="13442"/>
                  </a:lnTo>
                  <a:lnTo>
                    <a:pt x="2379" y="13442"/>
                  </a:lnTo>
                  <a:lnTo>
                    <a:pt x="2302" y="13468"/>
                  </a:lnTo>
                  <a:lnTo>
                    <a:pt x="2224" y="13494"/>
                  </a:lnTo>
                  <a:lnTo>
                    <a:pt x="2146" y="13520"/>
                  </a:lnTo>
                  <a:lnTo>
                    <a:pt x="2095" y="13572"/>
                  </a:lnTo>
                  <a:lnTo>
                    <a:pt x="2043" y="13649"/>
                  </a:lnTo>
                  <a:lnTo>
                    <a:pt x="1991" y="13701"/>
                  </a:lnTo>
                  <a:lnTo>
                    <a:pt x="1966" y="13778"/>
                  </a:lnTo>
                  <a:lnTo>
                    <a:pt x="1966" y="13882"/>
                  </a:lnTo>
                  <a:lnTo>
                    <a:pt x="1966" y="13959"/>
                  </a:lnTo>
                  <a:lnTo>
                    <a:pt x="1991" y="14037"/>
                  </a:lnTo>
                  <a:lnTo>
                    <a:pt x="2043" y="14114"/>
                  </a:lnTo>
                  <a:lnTo>
                    <a:pt x="2095" y="14166"/>
                  </a:lnTo>
                  <a:lnTo>
                    <a:pt x="2146" y="14218"/>
                  </a:lnTo>
                  <a:lnTo>
                    <a:pt x="2224" y="14269"/>
                  </a:lnTo>
                  <a:lnTo>
                    <a:pt x="2302" y="14269"/>
                  </a:lnTo>
                  <a:lnTo>
                    <a:pt x="2379" y="14295"/>
                  </a:lnTo>
                  <a:lnTo>
                    <a:pt x="8532" y="14295"/>
                  </a:lnTo>
                  <a:lnTo>
                    <a:pt x="8609" y="14269"/>
                  </a:lnTo>
                  <a:lnTo>
                    <a:pt x="8687" y="14269"/>
                  </a:lnTo>
                  <a:lnTo>
                    <a:pt x="8764" y="14218"/>
                  </a:lnTo>
                  <a:lnTo>
                    <a:pt x="8816" y="14166"/>
                  </a:lnTo>
                  <a:lnTo>
                    <a:pt x="8868" y="14114"/>
                  </a:lnTo>
                  <a:lnTo>
                    <a:pt x="8919" y="14037"/>
                  </a:lnTo>
                  <a:lnTo>
                    <a:pt x="8945" y="13959"/>
                  </a:lnTo>
                  <a:lnTo>
                    <a:pt x="8945" y="13882"/>
                  </a:lnTo>
                  <a:lnTo>
                    <a:pt x="8945" y="13778"/>
                  </a:lnTo>
                  <a:lnTo>
                    <a:pt x="8919" y="13701"/>
                  </a:lnTo>
                  <a:lnTo>
                    <a:pt x="8868" y="13649"/>
                  </a:lnTo>
                  <a:lnTo>
                    <a:pt x="8816" y="13572"/>
                  </a:lnTo>
                  <a:lnTo>
                    <a:pt x="8764" y="13520"/>
                  </a:lnTo>
                  <a:lnTo>
                    <a:pt x="8687" y="13494"/>
                  </a:lnTo>
                  <a:lnTo>
                    <a:pt x="8609" y="13468"/>
                  </a:lnTo>
                  <a:lnTo>
                    <a:pt x="8532" y="13442"/>
                  </a:lnTo>
                  <a:lnTo>
                    <a:pt x="5869" y="13442"/>
                  </a:lnTo>
                  <a:lnTo>
                    <a:pt x="5869" y="12563"/>
                  </a:lnTo>
                  <a:lnTo>
                    <a:pt x="6283" y="12563"/>
                  </a:lnTo>
                  <a:lnTo>
                    <a:pt x="6386" y="12538"/>
                  </a:lnTo>
                  <a:lnTo>
                    <a:pt x="6463" y="12538"/>
                  </a:lnTo>
                  <a:lnTo>
                    <a:pt x="6515" y="12486"/>
                  </a:lnTo>
                  <a:lnTo>
                    <a:pt x="6593" y="12434"/>
                  </a:lnTo>
                  <a:lnTo>
                    <a:pt x="6644" y="12382"/>
                  </a:lnTo>
                  <a:lnTo>
                    <a:pt x="6670" y="12305"/>
                  </a:lnTo>
                  <a:lnTo>
                    <a:pt x="6696" y="12227"/>
                  </a:lnTo>
                  <a:lnTo>
                    <a:pt x="6696" y="12150"/>
                  </a:lnTo>
                  <a:lnTo>
                    <a:pt x="6696" y="10728"/>
                  </a:lnTo>
                  <a:lnTo>
                    <a:pt x="7161" y="10625"/>
                  </a:lnTo>
                  <a:lnTo>
                    <a:pt x="7575" y="10444"/>
                  </a:lnTo>
                  <a:lnTo>
                    <a:pt x="7989" y="10263"/>
                  </a:lnTo>
                  <a:lnTo>
                    <a:pt x="8376" y="10030"/>
                  </a:lnTo>
                  <a:lnTo>
                    <a:pt x="8738" y="9772"/>
                  </a:lnTo>
                  <a:lnTo>
                    <a:pt x="9100" y="9487"/>
                  </a:lnTo>
                  <a:lnTo>
                    <a:pt x="9410" y="9177"/>
                  </a:lnTo>
                  <a:lnTo>
                    <a:pt x="9695" y="8841"/>
                  </a:lnTo>
                  <a:lnTo>
                    <a:pt x="9979" y="8479"/>
                  </a:lnTo>
                  <a:lnTo>
                    <a:pt x="10212" y="8091"/>
                  </a:lnTo>
                  <a:lnTo>
                    <a:pt x="10419" y="7704"/>
                  </a:lnTo>
                  <a:lnTo>
                    <a:pt x="10574" y="7264"/>
                  </a:lnTo>
                  <a:lnTo>
                    <a:pt x="10729" y="6825"/>
                  </a:lnTo>
                  <a:lnTo>
                    <a:pt x="10806" y="6385"/>
                  </a:lnTo>
                  <a:lnTo>
                    <a:pt x="10884" y="5920"/>
                  </a:lnTo>
                  <a:lnTo>
                    <a:pt x="10910" y="5429"/>
                  </a:lnTo>
                  <a:lnTo>
                    <a:pt x="10858" y="4886"/>
                  </a:lnTo>
                  <a:lnTo>
                    <a:pt x="10780" y="4343"/>
                  </a:lnTo>
                  <a:lnTo>
                    <a:pt x="10651" y="3826"/>
                  </a:lnTo>
                  <a:lnTo>
                    <a:pt x="10470" y="3335"/>
                  </a:lnTo>
                  <a:lnTo>
                    <a:pt x="10238" y="2844"/>
                  </a:lnTo>
                  <a:lnTo>
                    <a:pt x="9953" y="2404"/>
                  </a:lnTo>
                  <a:lnTo>
                    <a:pt x="9643" y="1991"/>
                  </a:lnTo>
                  <a:lnTo>
                    <a:pt x="9307" y="1603"/>
                  </a:lnTo>
                  <a:lnTo>
                    <a:pt x="8919" y="1241"/>
                  </a:lnTo>
                  <a:lnTo>
                    <a:pt x="8506" y="931"/>
                  </a:lnTo>
                  <a:lnTo>
                    <a:pt x="8040" y="646"/>
                  </a:lnTo>
                  <a:lnTo>
                    <a:pt x="7575" y="414"/>
                  </a:lnTo>
                  <a:lnTo>
                    <a:pt x="7058" y="233"/>
                  </a:lnTo>
                  <a:lnTo>
                    <a:pt x="6541" y="104"/>
                  </a:lnTo>
                  <a:lnTo>
                    <a:pt x="5998" y="26"/>
                  </a:lnTo>
                  <a:lnTo>
                    <a:pt x="54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9"/>
            <p:cNvSpPr/>
            <p:nvPr/>
          </p:nvSpPr>
          <p:spPr>
            <a:xfrm>
              <a:off x="7164725" y="3409375"/>
              <a:ext cx="76925" cy="76925"/>
            </a:xfrm>
            <a:custGeom>
              <a:avLst/>
              <a:gdLst/>
              <a:ahLst/>
              <a:cxnLst/>
              <a:rect l="l" t="t" r="r" b="b"/>
              <a:pathLst>
                <a:path w="3077" h="3077" extrusionOk="0">
                  <a:moveTo>
                    <a:pt x="1551" y="828"/>
                  </a:moveTo>
                  <a:lnTo>
                    <a:pt x="1681" y="854"/>
                  </a:lnTo>
                  <a:lnTo>
                    <a:pt x="1810" y="905"/>
                  </a:lnTo>
                  <a:lnTo>
                    <a:pt x="1939" y="957"/>
                  </a:lnTo>
                  <a:lnTo>
                    <a:pt x="2042" y="1035"/>
                  </a:lnTo>
                  <a:lnTo>
                    <a:pt x="2120" y="1138"/>
                  </a:lnTo>
                  <a:lnTo>
                    <a:pt x="2198" y="1267"/>
                  </a:lnTo>
                  <a:lnTo>
                    <a:pt x="2223" y="1396"/>
                  </a:lnTo>
                  <a:lnTo>
                    <a:pt x="2249" y="1526"/>
                  </a:lnTo>
                  <a:lnTo>
                    <a:pt x="2223" y="1681"/>
                  </a:lnTo>
                  <a:lnTo>
                    <a:pt x="2198" y="1810"/>
                  </a:lnTo>
                  <a:lnTo>
                    <a:pt x="2120" y="1913"/>
                  </a:lnTo>
                  <a:lnTo>
                    <a:pt x="2042" y="2017"/>
                  </a:lnTo>
                  <a:lnTo>
                    <a:pt x="1939" y="2120"/>
                  </a:lnTo>
                  <a:lnTo>
                    <a:pt x="1810" y="2172"/>
                  </a:lnTo>
                  <a:lnTo>
                    <a:pt x="1681" y="2224"/>
                  </a:lnTo>
                  <a:lnTo>
                    <a:pt x="1396" y="2224"/>
                  </a:lnTo>
                  <a:lnTo>
                    <a:pt x="1267" y="2172"/>
                  </a:lnTo>
                  <a:lnTo>
                    <a:pt x="1164" y="2120"/>
                  </a:lnTo>
                  <a:lnTo>
                    <a:pt x="1060" y="2017"/>
                  </a:lnTo>
                  <a:lnTo>
                    <a:pt x="983" y="1913"/>
                  </a:lnTo>
                  <a:lnTo>
                    <a:pt x="905" y="1810"/>
                  </a:lnTo>
                  <a:lnTo>
                    <a:pt x="853" y="1681"/>
                  </a:lnTo>
                  <a:lnTo>
                    <a:pt x="853" y="1526"/>
                  </a:lnTo>
                  <a:lnTo>
                    <a:pt x="853" y="1396"/>
                  </a:lnTo>
                  <a:lnTo>
                    <a:pt x="905" y="1267"/>
                  </a:lnTo>
                  <a:lnTo>
                    <a:pt x="983" y="1138"/>
                  </a:lnTo>
                  <a:lnTo>
                    <a:pt x="1060" y="1035"/>
                  </a:lnTo>
                  <a:lnTo>
                    <a:pt x="1164" y="957"/>
                  </a:lnTo>
                  <a:lnTo>
                    <a:pt x="1267" y="905"/>
                  </a:lnTo>
                  <a:lnTo>
                    <a:pt x="1396" y="854"/>
                  </a:lnTo>
                  <a:lnTo>
                    <a:pt x="1551" y="828"/>
                  </a:lnTo>
                  <a:close/>
                  <a:moveTo>
                    <a:pt x="1396" y="1"/>
                  </a:moveTo>
                  <a:lnTo>
                    <a:pt x="1241" y="26"/>
                  </a:lnTo>
                  <a:lnTo>
                    <a:pt x="957" y="130"/>
                  </a:lnTo>
                  <a:lnTo>
                    <a:pt x="698" y="259"/>
                  </a:lnTo>
                  <a:lnTo>
                    <a:pt x="466" y="440"/>
                  </a:lnTo>
                  <a:lnTo>
                    <a:pt x="285" y="673"/>
                  </a:lnTo>
                  <a:lnTo>
                    <a:pt x="130" y="931"/>
                  </a:lnTo>
                  <a:lnTo>
                    <a:pt x="52" y="1216"/>
                  </a:lnTo>
                  <a:lnTo>
                    <a:pt x="26" y="1371"/>
                  </a:lnTo>
                  <a:lnTo>
                    <a:pt x="0" y="1526"/>
                  </a:lnTo>
                  <a:lnTo>
                    <a:pt x="26" y="1681"/>
                  </a:lnTo>
                  <a:lnTo>
                    <a:pt x="52" y="1836"/>
                  </a:lnTo>
                  <a:lnTo>
                    <a:pt x="130" y="2146"/>
                  </a:lnTo>
                  <a:lnTo>
                    <a:pt x="285" y="2405"/>
                  </a:lnTo>
                  <a:lnTo>
                    <a:pt x="466" y="2611"/>
                  </a:lnTo>
                  <a:lnTo>
                    <a:pt x="698" y="2818"/>
                  </a:lnTo>
                  <a:lnTo>
                    <a:pt x="957" y="2947"/>
                  </a:lnTo>
                  <a:lnTo>
                    <a:pt x="1241" y="3051"/>
                  </a:lnTo>
                  <a:lnTo>
                    <a:pt x="1396" y="3077"/>
                  </a:lnTo>
                  <a:lnTo>
                    <a:pt x="1706" y="3077"/>
                  </a:lnTo>
                  <a:lnTo>
                    <a:pt x="1862" y="3051"/>
                  </a:lnTo>
                  <a:lnTo>
                    <a:pt x="2146" y="2947"/>
                  </a:lnTo>
                  <a:lnTo>
                    <a:pt x="2404" y="2818"/>
                  </a:lnTo>
                  <a:lnTo>
                    <a:pt x="2637" y="2611"/>
                  </a:lnTo>
                  <a:lnTo>
                    <a:pt x="2818" y="2405"/>
                  </a:lnTo>
                  <a:lnTo>
                    <a:pt x="2973" y="2146"/>
                  </a:lnTo>
                  <a:lnTo>
                    <a:pt x="3051" y="1836"/>
                  </a:lnTo>
                  <a:lnTo>
                    <a:pt x="3076" y="1681"/>
                  </a:lnTo>
                  <a:lnTo>
                    <a:pt x="3076" y="1526"/>
                  </a:lnTo>
                  <a:lnTo>
                    <a:pt x="3076" y="1371"/>
                  </a:lnTo>
                  <a:lnTo>
                    <a:pt x="3051" y="1216"/>
                  </a:lnTo>
                  <a:lnTo>
                    <a:pt x="2973" y="931"/>
                  </a:lnTo>
                  <a:lnTo>
                    <a:pt x="2818" y="673"/>
                  </a:lnTo>
                  <a:lnTo>
                    <a:pt x="2637" y="440"/>
                  </a:lnTo>
                  <a:lnTo>
                    <a:pt x="2404" y="259"/>
                  </a:lnTo>
                  <a:lnTo>
                    <a:pt x="2146" y="130"/>
                  </a:lnTo>
                  <a:lnTo>
                    <a:pt x="1862" y="26"/>
                  </a:lnTo>
                  <a:lnTo>
                    <a:pt x="1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59"/>
          <p:cNvGrpSpPr/>
          <p:nvPr/>
        </p:nvGrpSpPr>
        <p:grpSpPr>
          <a:xfrm>
            <a:off x="740406" y="4223616"/>
            <a:ext cx="382087" cy="383454"/>
            <a:chOff x="238750" y="4033650"/>
            <a:chExt cx="356125" cy="357400"/>
          </a:xfrm>
        </p:grpSpPr>
        <p:sp>
          <p:nvSpPr>
            <p:cNvPr id="1003" name="Google Shape;1003;p59"/>
            <p:cNvSpPr/>
            <p:nvPr/>
          </p:nvSpPr>
          <p:spPr>
            <a:xfrm>
              <a:off x="238750" y="4244975"/>
              <a:ext cx="356125" cy="146075"/>
            </a:xfrm>
            <a:custGeom>
              <a:avLst/>
              <a:gdLst/>
              <a:ahLst/>
              <a:cxnLst/>
              <a:rect l="l" t="t" r="r" b="b"/>
              <a:pathLst>
                <a:path w="14245" h="5843" extrusionOk="0">
                  <a:moveTo>
                    <a:pt x="13314" y="828"/>
                  </a:moveTo>
                  <a:lnTo>
                    <a:pt x="13365" y="880"/>
                  </a:lnTo>
                  <a:lnTo>
                    <a:pt x="13391" y="906"/>
                  </a:lnTo>
                  <a:lnTo>
                    <a:pt x="13391" y="957"/>
                  </a:lnTo>
                  <a:lnTo>
                    <a:pt x="13391" y="4887"/>
                  </a:lnTo>
                  <a:lnTo>
                    <a:pt x="13391" y="4938"/>
                  </a:lnTo>
                  <a:lnTo>
                    <a:pt x="13365" y="4964"/>
                  </a:lnTo>
                  <a:lnTo>
                    <a:pt x="13314" y="5016"/>
                  </a:lnTo>
                  <a:lnTo>
                    <a:pt x="931" y="5016"/>
                  </a:lnTo>
                  <a:lnTo>
                    <a:pt x="880" y="4964"/>
                  </a:lnTo>
                  <a:lnTo>
                    <a:pt x="854" y="4938"/>
                  </a:lnTo>
                  <a:lnTo>
                    <a:pt x="828" y="4887"/>
                  </a:lnTo>
                  <a:lnTo>
                    <a:pt x="828" y="957"/>
                  </a:lnTo>
                  <a:lnTo>
                    <a:pt x="854" y="906"/>
                  </a:lnTo>
                  <a:lnTo>
                    <a:pt x="880" y="880"/>
                  </a:lnTo>
                  <a:lnTo>
                    <a:pt x="931" y="828"/>
                  </a:lnTo>
                  <a:close/>
                  <a:moveTo>
                    <a:pt x="776" y="1"/>
                  </a:moveTo>
                  <a:lnTo>
                    <a:pt x="595" y="78"/>
                  </a:lnTo>
                  <a:lnTo>
                    <a:pt x="440" y="156"/>
                  </a:lnTo>
                  <a:lnTo>
                    <a:pt x="285" y="285"/>
                  </a:lnTo>
                  <a:lnTo>
                    <a:pt x="156" y="414"/>
                  </a:lnTo>
                  <a:lnTo>
                    <a:pt x="78" y="595"/>
                  </a:lnTo>
                  <a:lnTo>
                    <a:pt x="27" y="776"/>
                  </a:lnTo>
                  <a:lnTo>
                    <a:pt x="1" y="957"/>
                  </a:lnTo>
                  <a:lnTo>
                    <a:pt x="1" y="4887"/>
                  </a:lnTo>
                  <a:lnTo>
                    <a:pt x="27" y="5068"/>
                  </a:lnTo>
                  <a:lnTo>
                    <a:pt x="78" y="5248"/>
                  </a:lnTo>
                  <a:lnTo>
                    <a:pt x="156" y="5429"/>
                  </a:lnTo>
                  <a:lnTo>
                    <a:pt x="285" y="5559"/>
                  </a:lnTo>
                  <a:lnTo>
                    <a:pt x="440" y="5688"/>
                  </a:lnTo>
                  <a:lnTo>
                    <a:pt x="595" y="5765"/>
                  </a:lnTo>
                  <a:lnTo>
                    <a:pt x="776" y="5843"/>
                  </a:lnTo>
                  <a:lnTo>
                    <a:pt x="13469" y="5843"/>
                  </a:lnTo>
                  <a:lnTo>
                    <a:pt x="13650" y="5765"/>
                  </a:lnTo>
                  <a:lnTo>
                    <a:pt x="13805" y="5688"/>
                  </a:lnTo>
                  <a:lnTo>
                    <a:pt x="13960" y="5559"/>
                  </a:lnTo>
                  <a:lnTo>
                    <a:pt x="14063" y="5429"/>
                  </a:lnTo>
                  <a:lnTo>
                    <a:pt x="14167" y="5248"/>
                  </a:lnTo>
                  <a:lnTo>
                    <a:pt x="14219" y="5068"/>
                  </a:lnTo>
                  <a:lnTo>
                    <a:pt x="14244" y="4887"/>
                  </a:lnTo>
                  <a:lnTo>
                    <a:pt x="14244" y="957"/>
                  </a:lnTo>
                  <a:lnTo>
                    <a:pt x="14219" y="776"/>
                  </a:lnTo>
                  <a:lnTo>
                    <a:pt x="14167" y="595"/>
                  </a:lnTo>
                  <a:lnTo>
                    <a:pt x="14063" y="414"/>
                  </a:lnTo>
                  <a:lnTo>
                    <a:pt x="13960" y="285"/>
                  </a:lnTo>
                  <a:lnTo>
                    <a:pt x="13805" y="156"/>
                  </a:lnTo>
                  <a:lnTo>
                    <a:pt x="13650" y="78"/>
                  </a:lnTo>
                  <a:lnTo>
                    <a:pt x="13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9"/>
            <p:cNvSpPr/>
            <p:nvPr/>
          </p:nvSpPr>
          <p:spPr>
            <a:xfrm>
              <a:off x="501150" y="4292800"/>
              <a:ext cx="50425" cy="50450"/>
            </a:xfrm>
            <a:custGeom>
              <a:avLst/>
              <a:gdLst/>
              <a:ahLst/>
              <a:cxnLst/>
              <a:rect l="l" t="t" r="r" b="b"/>
              <a:pathLst>
                <a:path w="2017" h="2018" extrusionOk="0">
                  <a:moveTo>
                    <a:pt x="336" y="1"/>
                  </a:moveTo>
                  <a:lnTo>
                    <a:pt x="259" y="27"/>
                  </a:lnTo>
                  <a:lnTo>
                    <a:pt x="181" y="78"/>
                  </a:lnTo>
                  <a:lnTo>
                    <a:pt x="104" y="130"/>
                  </a:lnTo>
                  <a:lnTo>
                    <a:pt x="52" y="182"/>
                  </a:lnTo>
                  <a:lnTo>
                    <a:pt x="26" y="259"/>
                  </a:lnTo>
                  <a:lnTo>
                    <a:pt x="0" y="337"/>
                  </a:lnTo>
                  <a:lnTo>
                    <a:pt x="0" y="414"/>
                  </a:lnTo>
                  <a:lnTo>
                    <a:pt x="0" y="492"/>
                  </a:lnTo>
                  <a:lnTo>
                    <a:pt x="26" y="569"/>
                  </a:lnTo>
                  <a:lnTo>
                    <a:pt x="52" y="647"/>
                  </a:lnTo>
                  <a:lnTo>
                    <a:pt x="104" y="699"/>
                  </a:lnTo>
                  <a:lnTo>
                    <a:pt x="414" y="1009"/>
                  </a:lnTo>
                  <a:lnTo>
                    <a:pt x="104" y="1293"/>
                  </a:lnTo>
                  <a:lnTo>
                    <a:pt x="52" y="1371"/>
                  </a:lnTo>
                  <a:lnTo>
                    <a:pt x="26" y="1448"/>
                  </a:lnTo>
                  <a:lnTo>
                    <a:pt x="0" y="1526"/>
                  </a:lnTo>
                  <a:lnTo>
                    <a:pt x="0" y="1603"/>
                  </a:lnTo>
                  <a:lnTo>
                    <a:pt x="0" y="1681"/>
                  </a:lnTo>
                  <a:lnTo>
                    <a:pt x="26" y="1759"/>
                  </a:lnTo>
                  <a:lnTo>
                    <a:pt x="52" y="1836"/>
                  </a:lnTo>
                  <a:lnTo>
                    <a:pt x="104" y="1888"/>
                  </a:lnTo>
                  <a:lnTo>
                    <a:pt x="181" y="1940"/>
                  </a:lnTo>
                  <a:lnTo>
                    <a:pt x="259" y="1991"/>
                  </a:lnTo>
                  <a:lnTo>
                    <a:pt x="336" y="2017"/>
                  </a:lnTo>
                  <a:lnTo>
                    <a:pt x="491" y="2017"/>
                  </a:lnTo>
                  <a:lnTo>
                    <a:pt x="569" y="1991"/>
                  </a:lnTo>
                  <a:lnTo>
                    <a:pt x="646" y="1940"/>
                  </a:lnTo>
                  <a:lnTo>
                    <a:pt x="698" y="1888"/>
                  </a:lnTo>
                  <a:lnTo>
                    <a:pt x="1008" y="1603"/>
                  </a:lnTo>
                  <a:lnTo>
                    <a:pt x="1293" y="1888"/>
                  </a:lnTo>
                  <a:lnTo>
                    <a:pt x="1370" y="1940"/>
                  </a:lnTo>
                  <a:lnTo>
                    <a:pt x="1422" y="1991"/>
                  </a:lnTo>
                  <a:lnTo>
                    <a:pt x="1499" y="2017"/>
                  </a:lnTo>
                  <a:lnTo>
                    <a:pt x="1680" y="2017"/>
                  </a:lnTo>
                  <a:lnTo>
                    <a:pt x="1758" y="1991"/>
                  </a:lnTo>
                  <a:lnTo>
                    <a:pt x="1810" y="1940"/>
                  </a:lnTo>
                  <a:lnTo>
                    <a:pt x="1887" y="1888"/>
                  </a:lnTo>
                  <a:lnTo>
                    <a:pt x="1939" y="1836"/>
                  </a:lnTo>
                  <a:lnTo>
                    <a:pt x="1991" y="1759"/>
                  </a:lnTo>
                  <a:lnTo>
                    <a:pt x="1991" y="1681"/>
                  </a:lnTo>
                  <a:lnTo>
                    <a:pt x="2016" y="1603"/>
                  </a:lnTo>
                  <a:lnTo>
                    <a:pt x="1991" y="1526"/>
                  </a:lnTo>
                  <a:lnTo>
                    <a:pt x="1991" y="1448"/>
                  </a:lnTo>
                  <a:lnTo>
                    <a:pt x="1939" y="1371"/>
                  </a:lnTo>
                  <a:lnTo>
                    <a:pt x="1887" y="1293"/>
                  </a:lnTo>
                  <a:lnTo>
                    <a:pt x="1603" y="1009"/>
                  </a:lnTo>
                  <a:lnTo>
                    <a:pt x="1887" y="699"/>
                  </a:lnTo>
                  <a:lnTo>
                    <a:pt x="1939" y="647"/>
                  </a:lnTo>
                  <a:lnTo>
                    <a:pt x="1991" y="569"/>
                  </a:lnTo>
                  <a:lnTo>
                    <a:pt x="1991" y="492"/>
                  </a:lnTo>
                  <a:lnTo>
                    <a:pt x="2016" y="414"/>
                  </a:lnTo>
                  <a:lnTo>
                    <a:pt x="1991" y="337"/>
                  </a:lnTo>
                  <a:lnTo>
                    <a:pt x="1991" y="259"/>
                  </a:lnTo>
                  <a:lnTo>
                    <a:pt x="1939" y="182"/>
                  </a:lnTo>
                  <a:lnTo>
                    <a:pt x="1887" y="130"/>
                  </a:lnTo>
                  <a:lnTo>
                    <a:pt x="1810" y="78"/>
                  </a:lnTo>
                  <a:lnTo>
                    <a:pt x="1758" y="27"/>
                  </a:lnTo>
                  <a:lnTo>
                    <a:pt x="1680" y="1"/>
                  </a:lnTo>
                  <a:lnTo>
                    <a:pt x="1499" y="1"/>
                  </a:lnTo>
                  <a:lnTo>
                    <a:pt x="1422" y="27"/>
                  </a:lnTo>
                  <a:lnTo>
                    <a:pt x="1370" y="78"/>
                  </a:lnTo>
                  <a:lnTo>
                    <a:pt x="1293" y="130"/>
                  </a:lnTo>
                  <a:lnTo>
                    <a:pt x="1008" y="414"/>
                  </a:lnTo>
                  <a:lnTo>
                    <a:pt x="698" y="130"/>
                  </a:lnTo>
                  <a:lnTo>
                    <a:pt x="646" y="78"/>
                  </a:lnTo>
                  <a:lnTo>
                    <a:pt x="569" y="27"/>
                  </a:lnTo>
                  <a:lnTo>
                    <a:pt x="4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9"/>
            <p:cNvSpPr/>
            <p:nvPr/>
          </p:nvSpPr>
          <p:spPr>
            <a:xfrm>
              <a:off x="428125" y="4292800"/>
              <a:ext cx="50425" cy="50450"/>
            </a:xfrm>
            <a:custGeom>
              <a:avLst/>
              <a:gdLst/>
              <a:ahLst/>
              <a:cxnLst/>
              <a:rect l="l" t="t" r="r" b="b"/>
              <a:pathLst>
                <a:path w="2017" h="2018" extrusionOk="0">
                  <a:moveTo>
                    <a:pt x="336" y="1"/>
                  </a:moveTo>
                  <a:lnTo>
                    <a:pt x="259" y="27"/>
                  </a:lnTo>
                  <a:lnTo>
                    <a:pt x="181" y="78"/>
                  </a:lnTo>
                  <a:lnTo>
                    <a:pt x="103" y="130"/>
                  </a:lnTo>
                  <a:lnTo>
                    <a:pt x="52" y="182"/>
                  </a:lnTo>
                  <a:lnTo>
                    <a:pt x="26" y="259"/>
                  </a:lnTo>
                  <a:lnTo>
                    <a:pt x="0" y="337"/>
                  </a:lnTo>
                  <a:lnTo>
                    <a:pt x="0" y="414"/>
                  </a:lnTo>
                  <a:lnTo>
                    <a:pt x="0" y="492"/>
                  </a:lnTo>
                  <a:lnTo>
                    <a:pt x="26" y="569"/>
                  </a:lnTo>
                  <a:lnTo>
                    <a:pt x="52" y="647"/>
                  </a:lnTo>
                  <a:lnTo>
                    <a:pt x="103" y="699"/>
                  </a:lnTo>
                  <a:lnTo>
                    <a:pt x="414" y="1009"/>
                  </a:lnTo>
                  <a:lnTo>
                    <a:pt x="103" y="1293"/>
                  </a:lnTo>
                  <a:lnTo>
                    <a:pt x="52" y="1371"/>
                  </a:lnTo>
                  <a:lnTo>
                    <a:pt x="26" y="1448"/>
                  </a:lnTo>
                  <a:lnTo>
                    <a:pt x="0" y="1526"/>
                  </a:lnTo>
                  <a:lnTo>
                    <a:pt x="0" y="1603"/>
                  </a:lnTo>
                  <a:lnTo>
                    <a:pt x="0" y="1681"/>
                  </a:lnTo>
                  <a:lnTo>
                    <a:pt x="26" y="1759"/>
                  </a:lnTo>
                  <a:lnTo>
                    <a:pt x="52" y="1836"/>
                  </a:lnTo>
                  <a:lnTo>
                    <a:pt x="103" y="1888"/>
                  </a:lnTo>
                  <a:lnTo>
                    <a:pt x="181" y="1940"/>
                  </a:lnTo>
                  <a:lnTo>
                    <a:pt x="259" y="1991"/>
                  </a:lnTo>
                  <a:lnTo>
                    <a:pt x="336" y="2017"/>
                  </a:lnTo>
                  <a:lnTo>
                    <a:pt x="491" y="2017"/>
                  </a:lnTo>
                  <a:lnTo>
                    <a:pt x="569" y="1991"/>
                  </a:lnTo>
                  <a:lnTo>
                    <a:pt x="646" y="1940"/>
                  </a:lnTo>
                  <a:lnTo>
                    <a:pt x="698" y="1888"/>
                  </a:lnTo>
                  <a:lnTo>
                    <a:pt x="1008" y="1603"/>
                  </a:lnTo>
                  <a:lnTo>
                    <a:pt x="1293" y="1888"/>
                  </a:lnTo>
                  <a:lnTo>
                    <a:pt x="1370" y="1940"/>
                  </a:lnTo>
                  <a:lnTo>
                    <a:pt x="1448" y="1991"/>
                  </a:lnTo>
                  <a:lnTo>
                    <a:pt x="1525" y="2017"/>
                  </a:lnTo>
                  <a:lnTo>
                    <a:pt x="1680" y="2017"/>
                  </a:lnTo>
                  <a:lnTo>
                    <a:pt x="1758" y="1991"/>
                  </a:lnTo>
                  <a:lnTo>
                    <a:pt x="1835" y="1940"/>
                  </a:lnTo>
                  <a:lnTo>
                    <a:pt x="1887" y="1888"/>
                  </a:lnTo>
                  <a:lnTo>
                    <a:pt x="1939" y="1836"/>
                  </a:lnTo>
                  <a:lnTo>
                    <a:pt x="1990" y="1759"/>
                  </a:lnTo>
                  <a:lnTo>
                    <a:pt x="2016" y="1681"/>
                  </a:lnTo>
                  <a:lnTo>
                    <a:pt x="2016" y="1603"/>
                  </a:lnTo>
                  <a:lnTo>
                    <a:pt x="2016" y="1526"/>
                  </a:lnTo>
                  <a:lnTo>
                    <a:pt x="1990" y="1448"/>
                  </a:lnTo>
                  <a:lnTo>
                    <a:pt x="1939" y="1371"/>
                  </a:lnTo>
                  <a:lnTo>
                    <a:pt x="1887" y="1293"/>
                  </a:lnTo>
                  <a:lnTo>
                    <a:pt x="1603" y="1009"/>
                  </a:lnTo>
                  <a:lnTo>
                    <a:pt x="1887" y="699"/>
                  </a:lnTo>
                  <a:lnTo>
                    <a:pt x="1939" y="647"/>
                  </a:lnTo>
                  <a:lnTo>
                    <a:pt x="1990" y="569"/>
                  </a:lnTo>
                  <a:lnTo>
                    <a:pt x="2016" y="492"/>
                  </a:lnTo>
                  <a:lnTo>
                    <a:pt x="2016" y="414"/>
                  </a:lnTo>
                  <a:lnTo>
                    <a:pt x="2016" y="337"/>
                  </a:lnTo>
                  <a:lnTo>
                    <a:pt x="1990" y="259"/>
                  </a:lnTo>
                  <a:lnTo>
                    <a:pt x="1939" y="182"/>
                  </a:lnTo>
                  <a:lnTo>
                    <a:pt x="1887" y="130"/>
                  </a:lnTo>
                  <a:lnTo>
                    <a:pt x="1835" y="78"/>
                  </a:lnTo>
                  <a:lnTo>
                    <a:pt x="1758" y="27"/>
                  </a:lnTo>
                  <a:lnTo>
                    <a:pt x="1680" y="1"/>
                  </a:lnTo>
                  <a:lnTo>
                    <a:pt x="1525" y="1"/>
                  </a:lnTo>
                  <a:lnTo>
                    <a:pt x="1448" y="27"/>
                  </a:lnTo>
                  <a:lnTo>
                    <a:pt x="1370" y="78"/>
                  </a:lnTo>
                  <a:lnTo>
                    <a:pt x="1293" y="130"/>
                  </a:lnTo>
                  <a:lnTo>
                    <a:pt x="1008" y="414"/>
                  </a:lnTo>
                  <a:lnTo>
                    <a:pt x="698" y="130"/>
                  </a:lnTo>
                  <a:lnTo>
                    <a:pt x="646" y="78"/>
                  </a:lnTo>
                  <a:lnTo>
                    <a:pt x="569" y="27"/>
                  </a:lnTo>
                  <a:lnTo>
                    <a:pt x="4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9"/>
            <p:cNvSpPr/>
            <p:nvPr/>
          </p:nvSpPr>
          <p:spPr>
            <a:xfrm>
              <a:off x="355075" y="4292800"/>
              <a:ext cx="50450" cy="50450"/>
            </a:xfrm>
            <a:custGeom>
              <a:avLst/>
              <a:gdLst/>
              <a:ahLst/>
              <a:cxnLst/>
              <a:rect l="l" t="t" r="r" b="b"/>
              <a:pathLst>
                <a:path w="2018" h="2018" extrusionOk="0">
                  <a:moveTo>
                    <a:pt x="337" y="1"/>
                  </a:moveTo>
                  <a:lnTo>
                    <a:pt x="259" y="27"/>
                  </a:lnTo>
                  <a:lnTo>
                    <a:pt x="182" y="78"/>
                  </a:lnTo>
                  <a:lnTo>
                    <a:pt x="130" y="130"/>
                  </a:lnTo>
                  <a:lnTo>
                    <a:pt x="53" y="182"/>
                  </a:lnTo>
                  <a:lnTo>
                    <a:pt x="27" y="259"/>
                  </a:lnTo>
                  <a:lnTo>
                    <a:pt x="1" y="337"/>
                  </a:lnTo>
                  <a:lnTo>
                    <a:pt x="1" y="414"/>
                  </a:lnTo>
                  <a:lnTo>
                    <a:pt x="1" y="492"/>
                  </a:lnTo>
                  <a:lnTo>
                    <a:pt x="27" y="569"/>
                  </a:lnTo>
                  <a:lnTo>
                    <a:pt x="53" y="647"/>
                  </a:lnTo>
                  <a:lnTo>
                    <a:pt x="130" y="699"/>
                  </a:lnTo>
                  <a:lnTo>
                    <a:pt x="415" y="1009"/>
                  </a:lnTo>
                  <a:lnTo>
                    <a:pt x="130" y="1293"/>
                  </a:lnTo>
                  <a:lnTo>
                    <a:pt x="53" y="1371"/>
                  </a:lnTo>
                  <a:lnTo>
                    <a:pt x="27" y="1448"/>
                  </a:lnTo>
                  <a:lnTo>
                    <a:pt x="1" y="1526"/>
                  </a:lnTo>
                  <a:lnTo>
                    <a:pt x="1" y="1603"/>
                  </a:lnTo>
                  <a:lnTo>
                    <a:pt x="1" y="1681"/>
                  </a:lnTo>
                  <a:lnTo>
                    <a:pt x="27" y="1759"/>
                  </a:lnTo>
                  <a:lnTo>
                    <a:pt x="53" y="1836"/>
                  </a:lnTo>
                  <a:lnTo>
                    <a:pt x="130" y="1888"/>
                  </a:lnTo>
                  <a:lnTo>
                    <a:pt x="182" y="1940"/>
                  </a:lnTo>
                  <a:lnTo>
                    <a:pt x="259" y="1991"/>
                  </a:lnTo>
                  <a:lnTo>
                    <a:pt x="337" y="2017"/>
                  </a:lnTo>
                  <a:lnTo>
                    <a:pt x="492" y="2017"/>
                  </a:lnTo>
                  <a:lnTo>
                    <a:pt x="570" y="1991"/>
                  </a:lnTo>
                  <a:lnTo>
                    <a:pt x="647" y="1940"/>
                  </a:lnTo>
                  <a:lnTo>
                    <a:pt x="699" y="1888"/>
                  </a:lnTo>
                  <a:lnTo>
                    <a:pt x="1009" y="1603"/>
                  </a:lnTo>
                  <a:lnTo>
                    <a:pt x="1293" y="1888"/>
                  </a:lnTo>
                  <a:lnTo>
                    <a:pt x="1371" y="1940"/>
                  </a:lnTo>
                  <a:lnTo>
                    <a:pt x="1449" y="1991"/>
                  </a:lnTo>
                  <a:lnTo>
                    <a:pt x="1526" y="2017"/>
                  </a:lnTo>
                  <a:lnTo>
                    <a:pt x="1681" y="2017"/>
                  </a:lnTo>
                  <a:lnTo>
                    <a:pt x="1759" y="1991"/>
                  </a:lnTo>
                  <a:lnTo>
                    <a:pt x="1836" y="1940"/>
                  </a:lnTo>
                  <a:lnTo>
                    <a:pt x="1888" y="1888"/>
                  </a:lnTo>
                  <a:lnTo>
                    <a:pt x="1940" y="1836"/>
                  </a:lnTo>
                  <a:lnTo>
                    <a:pt x="1991" y="1759"/>
                  </a:lnTo>
                  <a:lnTo>
                    <a:pt x="2017" y="1681"/>
                  </a:lnTo>
                  <a:lnTo>
                    <a:pt x="2017" y="1603"/>
                  </a:lnTo>
                  <a:lnTo>
                    <a:pt x="2017" y="1526"/>
                  </a:lnTo>
                  <a:lnTo>
                    <a:pt x="1991" y="1448"/>
                  </a:lnTo>
                  <a:lnTo>
                    <a:pt x="1940" y="1371"/>
                  </a:lnTo>
                  <a:lnTo>
                    <a:pt x="1888" y="1293"/>
                  </a:lnTo>
                  <a:lnTo>
                    <a:pt x="1604" y="1009"/>
                  </a:lnTo>
                  <a:lnTo>
                    <a:pt x="1888" y="699"/>
                  </a:lnTo>
                  <a:lnTo>
                    <a:pt x="1940" y="647"/>
                  </a:lnTo>
                  <a:lnTo>
                    <a:pt x="1991" y="569"/>
                  </a:lnTo>
                  <a:lnTo>
                    <a:pt x="2017" y="492"/>
                  </a:lnTo>
                  <a:lnTo>
                    <a:pt x="2017" y="414"/>
                  </a:lnTo>
                  <a:lnTo>
                    <a:pt x="2017" y="337"/>
                  </a:lnTo>
                  <a:lnTo>
                    <a:pt x="1991" y="259"/>
                  </a:lnTo>
                  <a:lnTo>
                    <a:pt x="1940" y="182"/>
                  </a:lnTo>
                  <a:lnTo>
                    <a:pt x="1888" y="130"/>
                  </a:lnTo>
                  <a:lnTo>
                    <a:pt x="1836" y="78"/>
                  </a:lnTo>
                  <a:lnTo>
                    <a:pt x="1759" y="27"/>
                  </a:lnTo>
                  <a:lnTo>
                    <a:pt x="1681" y="1"/>
                  </a:lnTo>
                  <a:lnTo>
                    <a:pt x="1526" y="1"/>
                  </a:lnTo>
                  <a:lnTo>
                    <a:pt x="1449" y="27"/>
                  </a:lnTo>
                  <a:lnTo>
                    <a:pt x="1371" y="78"/>
                  </a:lnTo>
                  <a:lnTo>
                    <a:pt x="1293" y="130"/>
                  </a:lnTo>
                  <a:lnTo>
                    <a:pt x="1009" y="414"/>
                  </a:lnTo>
                  <a:lnTo>
                    <a:pt x="699" y="130"/>
                  </a:lnTo>
                  <a:lnTo>
                    <a:pt x="647" y="78"/>
                  </a:lnTo>
                  <a:lnTo>
                    <a:pt x="570"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9"/>
            <p:cNvSpPr/>
            <p:nvPr/>
          </p:nvSpPr>
          <p:spPr>
            <a:xfrm>
              <a:off x="350550" y="4033650"/>
              <a:ext cx="132525" cy="188750"/>
            </a:xfrm>
            <a:custGeom>
              <a:avLst/>
              <a:gdLst/>
              <a:ahLst/>
              <a:cxnLst/>
              <a:rect l="l" t="t" r="r" b="b"/>
              <a:pathLst>
                <a:path w="5301" h="7550" extrusionOk="0">
                  <a:moveTo>
                    <a:pt x="2638" y="854"/>
                  </a:moveTo>
                  <a:lnTo>
                    <a:pt x="2896" y="880"/>
                  </a:lnTo>
                  <a:lnTo>
                    <a:pt x="3129" y="957"/>
                  </a:lnTo>
                  <a:lnTo>
                    <a:pt x="3362" y="1061"/>
                  </a:lnTo>
                  <a:lnTo>
                    <a:pt x="3542" y="1216"/>
                  </a:lnTo>
                  <a:lnTo>
                    <a:pt x="3698" y="1397"/>
                  </a:lnTo>
                  <a:lnTo>
                    <a:pt x="3801" y="1604"/>
                  </a:lnTo>
                  <a:lnTo>
                    <a:pt x="3879" y="1862"/>
                  </a:lnTo>
                  <a:lnTo>
                    <a:pt x="3904" y="2095"/>
                  </a:lnTo>
                  <a:lnTo>
                    <a:pt x="3904" y="2793"/>
                  </a:lnTo>
                  <a:lnTo>
                    <a:pt x="1397" y="2793"/>
                  </a:lnTo>
                  <a:lnTo>
                    <a:pt x="1397" y="2095"/>
                  </a:lnTo>
                  <a:lnTo>
                    <a:pt x="1423" y="1862"/>
                  </a:lnTo>
                  <a:lnTo>
                    <a:pt x="1500" y="1604"/>
                  </a:lnTo>
                  <a:lnTo>
                    <a:pt x="1604" y="1397"/>
                  </a:lnTo>
                  <a:lnTo>
                    <a:pt x="1759" y="1216"/>
                  </a:lnTo>
                  <a:lnTo>
                    <a:pt x="1940" y="1061"/>
                  </a:lnTo>
                  <a:lnTo>
                    <a:pt x="2147" y="957"/>
                  </a:lnTo>
                  <a:lnTo>
                    <a:pt x="2405" y="880"/>
                  </a:lnTo>
                  <a:lnTo>
                    <a:pt x="2638" y="854"/>
                  </a:lnTo>
                  <a:close/>
                  <a:moveTo>
                    <a:pt x="4370" y="3646"/>
                  </a:moveTo>
                  <a:lnTo>
                    <a:pt x="4421" y="3672"/>
                  </a:lnTo>
                  <a:lnTo>
                    <a:pt x="4447" y="3723"/>
                  </a:lnTo>
                  <a:lnTo>
                    <a:pt x="4473" y="3775"/>
                  </a:lnTo>
                  <a:lnTo>
                    <a:pt x="4473" y="6567"/>
                  </a:lnTo>
                  <a:lnTo>
                    <a:pt x="4447" y="6619"/>
                  </a:lnTo>
                  <a:lnTo>
                    <a:pt x="4421" y="6670"/>
                  </a:lnTo>
                  <a:lnTo>
                    <a:pt x="4370" y="6696"/>
                  </a:lnTo>
                  <a:lnTo>
                    <a:pt x="4318" y="6722"/>
                  </a:lnTo>
                  <a:lnTo>
                    <a:pt x="983" y="6722"/>
                  </a:lnTo>
                  <a:lnTo>
                    <a:pt x="906" y="6696"/>
                  </a:lnTo>
                  <a:lnTo>
                    <a:pt x="880" y="6670"/>
                  </a:lnTo>
                  <a:lnTo>
                    <a:pt x="854" y="6619"/>
                  </a:lnTo>
                  <a:lnTo>
                    <a:pt x="828" y="6567"/>
                  </a:lnTo>
                  <a:lnTo>
                    <a:pt x="828" y="3775"/>
                  </a:lnTo>
                  <a:lnTo>
                    <a:pt x="854" y="3723"/>
                  </a:lnTo>
                  <a:lnTo>
                    <a:pt x="880" y="3672"/>
                  </a:lnTo>
                  <a:lnTo>
                    <a:pt x="906" y="3646"/>
                  </a:lnTo>
                  <a:close/>
                  <a:moveTo>
                    <a:pt x="2638" y="1"/>
                  </a:moveTo>
                  <a:lnTo>
                    <a:pt x="2431" y="27"/>
                  </a:lnTo>
                  <a:lnTo>
                    <a:pt x="2224" y="53"/>
                  </a:lnTo>
                  <a:lnTo>
                    <a:pt x="2017" y="104"/>
                  </a:lnTo>
                  <a:lnTo>
                    <a:pt x="1836" y="182"/>
                  </a:lnTo>
                  <a:lnTo>
                    <a:pt x="1655" y="259"/>
                  </a:lnTo>
                  <a:lnTo>
                    <a:pt x="1474" y="363"/>
                  </a:lnTo>
                  <a:lnTo>
                    <a:pt x="1319" y="492"/>
                  </a:lnTo>
                  <a:lnTo>
                    <a:pt x="1164" y="621"/>
                  </a:lnTo>
                  <a:lnTo>
                    <a:pt x="1035" y="776"/>
                  </a:lnTo>
                  <a:lnTo>
                    <a:pt x="906" y="931"/>
                  </a:lnTo>
                  <a:lnTo>
                    <a:pt x="802" y="1112"/>
                  </a:lnTo>
                  <a:lnTo>
                    <a:pt x="725" y="1293"/>
                  </a:lnTo>
                  <a:lnTo>
                    <a:pt x="647" y="1474"/>
                  </a:lnTo>
                  <a:lnTo>
                    <a:pt x="596" y="1681"/>
                  </a:lnTo>
                  <a:lnTo>
                    <a:pt x="570" y="1888"/>
                  </a:lnTo>
                  <a:lnTo>
                    <a:pt x="544" y="2095"/>
                  </a:lnTo>
                  <a:lnTo>
                    <a:pt x="544" y="2896"/>
                  </a:lnTo>
                  <a:lnTo>
                    <a:pt x="440" y="2974"/>
                  </a:lnTo>
                  <a:lnTo>
                    <a:pt x="337" y="3051"/>
                  </a:lnTo>
                  <a:lnTo>
                    <a:pt x="234" y="3155"/>
                  </a:lnTo>
                  <a:lnTo>
                    <a:pt x="156" y="3258"/>
                  </a:lnTo>
                  <a:lnTo>
                    <a:pt x="79" y="3361"/>
                  </a:lnTo>
                  <a:lnTo>
                    <a:pt x="27" y="3491"/>
                  </a:lnTo>
                  <a:lnTo>
                    <a:pt x="1" y="3646"/>
                  </a:lnTo>
                  <a:lnTo>
                    <a:pt x="1" y="3775"/>
                  </a:lnTo>
                  <a:lnTo>
                    <a:pt x="1" y="6567"/>
                  </a:lnTo>
                  <a:lnTo>
                    <a:pt x="27" y="6774"/>
                  </a:lnTo>
                  <a:lnTo>
                    <a:pt x="79" y="6955"/>
                  </a:lnTo>
                  <a:lnTo>
                    <a:pt x="156" y="7110"/>
                  </a:lnTo>
                  <a:lnTo>
                    <a:pt x="285" y="7265"/>
                  </a:lnTo>
                  <a:lnTo>
                    <a:pt x="415" y="7394"/>
                  </a:lnTo>
                  <a:lnTo>
                    <a:pt x="596" y="7472"/>
                  </a:lnTo>
                  <a:lnTo>
                    <a:pt x="776" y="7523"/>
                  </a:lnTo>
                  <a:lnTo>
                    <a:pt x="983" y="7549"/>
                  </a:lnTo>
                  <a:lnTo>
                    <a:pt x="4318" y="7549"/>
                  </a:lnTo>
                  <a:lnTo>
                    <a:pt x="4525" y="7523"/>
                  </a:lnTo>
                  <a:lnTo>
                    <a:pt x="4706" y="7472"/>
                  </a:lnTo>
                  <a:lnTo>
                    <a:pt x="4861" y="7394"/>
                  </a:lnTo>
                  <a:lnTo>
                    <a:pt x="5016" y="7265"/>
                  </a:lnTo>
                  <a:lnTo>
                    <a:pt x="5119" y="7110"/>
                  </a:lnTo>
                  <a:lnTo>
                    <a:pt x="5223" y="6955"/>
                  </a:lnTo>
                  <a:lnTo>
                    <a:pt x="5274" y="6774"/>
                  </a:lnTo>
                  <a:lnTo>
                    <a:pt x="5300" y="6567"/>
                  </a:lnTo>
                  <a:lnTo>
                    <a:pt x="5300" y="3775"/>
                  </a:lnTo>
                  <a:lnTo>
                    <a:pt x="5300" y="3646"/>
                  </a:lnTo>
                  <a:lnTo>
                    <a:pt x="5249" y="3491"/>
                  </a:lnTo>
                  <a:lnTo>
                    <a:pt x="5197" y="3361"/>
                  </a:lnTo>
                  <a:lnTo>
                    <a:pt x="5145" y="3258"/>
                  </a:lnTo>
                  <a:lnTo>
                    <a:pt x="5068" y="3155"/>
                  </a:lnTo>
                  <a:lnTo>
                    <a:pt x="4964" y="3051"/>
                  </a:lnTo>
                  <a:lnTo>
                    <a:pt x="4861" y="2974"/>
                  </a:lnTo>
                  <a:lnTo>
                    <a:pt x="4732" y="2896"/>
                  </a:lnTo>
                  <a:lnTo>
                    <a:pt x="4732" y="2095"/>
                  </a:lnTo>
                  <a:lnTo>
                    <a:pt x="4732" y="1888"/>
                  </a:lnTo>
                  <a:lnTo>
                    <a:pt x="4706" y="1681"/>
                  </a:lnTo>
                  <a:lnTo>
                    <a:pt x="4654" y="1474"/>
                  </a:lnTo>
                  <a:lnTo>
                    <a:pt x="4576" y="1293"/>
                  </a:lnTo>
                  <a:lnTo>
                    <a:pt x="4499" y="1112"/>
                  </a:lnTo>
                  <a:lnTo>
                    <a:pt x="4396" y="931"/>
                  </a:lnTo>
                  <a:lnTo>
                    <a:pt x="4266" y="776"/>
                  </a:lnTo>
                  <a:lnTo>
                    <a:pt x="4137" y="621"/>
                  </a:lnTo>
                  <a:lnTo>
                    <a:pt x="3982" y="492"/>
                  </a:lnTo>
                  <a:lnTo>
                    <a:pt x="3827" y="363"/>
                  </a:lnTo>
                  <a:lnTo>
                    <a:pt x="3646" y="259"/>
                  </a:lnTo>
                  <a:lnTo>
                    <a:pt x="3465" y="182"/>
                  </a:lnTo>
                  <a:lnTo>
                    <a:pt x="3258" y="104"/>
                  </a:lnTo>
                  <a:lnTo>
                    <a:pt x="3077" y="53"/>
                  </a:lnTo>
                  <a:lnTo>
                    <a:pt x="2870" y="27"/>
                  </a:lnTo>
                  <a:lnTo>
                    <a:pt x="263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9"/>
            <p:cNvSpPr/>
            <p:nvPr/>
          </p:nvSpPr>
          <p:spPr>
            <a:xfrm>
              <a:off x="384175" y="4137700"/>
              <a:ext cx="65300" cy="50450"/>
            </a:xfrm>
            <a:custGeom>
              <a:avLst/>
              <a:gdLst/>
              <a:ahLst/>
              <a:cxnLst/>
              <a:rect l="l" t="t" r="r" b="b"/>
              <a:pathLst>
                <a:path w="2612" h="2018" extrusionOk="0">
                  <a:moveTo>
                    <a:pt x="2120" y="1"/>
                  </a:moveTo>
                  <a:lnTo>
                    <a:pt x="2042" y="27"/>
                  </a:lnTo>
                  <a:lnTo>
                    <a:pt x="1965" y="78"/>
                  </a:lnTo>
                  <a:lnTo>
                    <a:pt x="1887" y="130"/>
                  </a:lnTo>
                  <a:lnTo>
                    <a:pt x="1008" y="1009"/>
                  </a:lnTo>
                  <a:lnTo>
                    <a:pt x="698" y="725"/>
                  </a:lnTo>
                  <a:lnTo>
                    <a:pt x="646" y="673"/>
                  </a:lnTo>
                  <a:lnTo>
                    <a:pt x="569" y="621"/>
                  </a:lnTo>
                  <a:lnTo>
                    <a:pt x="491" y="595"/>
                  </a:lnTo>
                  <a:lnTo>
                    <a:pt x="336" y="595"/>
                  </a:lnTo>
                  <a:lnTo>
                    <a:pt x="259" y="621"/>
                  </a:lnTo>
                  <a:lnTo>
                    <a:pt x="181" y="673"/>
                  </a:lnTo>
                  <a:lnTo>
                    <a:pt x="129" y="725"/>
                  </a:lnTo>
                  <a:lnTo>
                    <a:pt x="52" y="776"/>
                  </a:lnTo>
                  <a:lnTo>
                    <a:pt x="26" y="854"/>
                  </a:lnTo>
                  <a:lnTo>
                    <a:pt x="0" y="931"/>
                  </a:lnTo>
                  <a:lnTo>
                    <a:pt x="0" y="1009"/>
                  </a:lnTo>
                  <a:lnTo>
                    <a:pt x="0" y="1086"/>
                  </a:lnTo>
                  <a:lnTo>
                    <a:pt x="26" y="1164"/>
                  </a:lnTo>
                  <a:lnTo>
                    <a:pt x="52" y="1242"/>
                  </a:lnTo>
                  <a:lnTo>
                    <a:pt x="129" y="1319"/>
                  </a:lnTo>
                  <a:lnTo>
                    <a:pt x="698" y="1914"/>
                  </a:lnTo>
                  <a:lnTo>
                    <a:pt x="776" y="1965"/>
                  </a:lnTo>
                  <a:lnTo>
                    <a:pt x="853" y="1991"/>
                  </a:lnTo>
                  <a:lnTo>
                    <a:pt x="931" y="2017"/>
                  </a:lnTo>
                  <a:lnTo>
                    <a:pt x="1086" y="2017"/>
                  </a:lnTo>
                  <a:lnTo>
                    <a:pt x="1163" y="1991"/>
                  </a:lnTo>
                  <a:lnTo>
                    <a:pt x="1241" y="1965"/>
                  </a:lnTo>
                  <a:lnTo>
                    <a:pt x="1293" y="1914"/>
                  </a:lnTo>
                  <a:lnTo>
                    <a:pt x="2482" y="725"/>
                  </a:lnTo>
                  <a:lnTo>
                    <a:pt x="2534" y="647"/>
                  </a:lnTo>
                  <a:lnTo>
                    <a:pt x="2585" y="569"/>
                  </a:lnTo>
                  <a:lnTo>
                    <a:pt x="2611" y="492"/>
                  </a:lnTo>
                  <a:lnTo>
                    <a:pt x="2611" y="414"/>
                  </a:lnTo>
                  <a:lnTo>
                    <a:pt x="2611" y="337"/>
                  </a:lnTo>
                  <a:lnTo>
                    <a:pt x="2585" y="259"/>
                  </a:lnTo>
                  <a:lnTo>
                    <a:pt x="2534" y="182"/>
                  </a:lnTo>
                  <a:lnTo>
                    <a:pt x="2482" y="130"/>
                  </a:lnTo>
                  <a:lnTo>
                    <a:pt x="2430" y="78"/>
                  </a:lnTo>
                  <a:lnTo>
                    <a:pt x="2353" y="27"/>
                  </a:lnTo>
                  <a:lnTo>
                    <a:pt x="22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9"/>
            <p:cNvSpPr/>
            <p:nvPr/>
          </p:nvSpPr>
          <p:spPr>
            <a:xfrm>
              <a:off x="282050" y="4292800"/>
              <a:ext cx="50450" cy="50450"/>
            </a:xfrm>
            <a:custGeom>
              <a:avLst/>
              <a:gdLst/>
              <a:ahLst/>
              <a:cxnLst/>
              <a:rect l="l" t="t" r="r" b="b"/>
              <a:pathLst>
                <a:path w="2018" h="2018" extrusionOk="0">
                  <a:moveTo>
                    <a:pt x="337" y="1"/>
                  </a:moveTo>
                  <a:lnTo>
                    <a:pt x="259" y="27"/>
                  </a:lnTo>
                  <a:lnTo>
                    <a:pt x="182" y="78"/>
                  </a:lnTo>
                  <a:lnTo>
                    <a:pt x="130" y="130"/>
                  </a:lnTo>
                  <a:lnTo>
                    <a:pt x="78" y="182"/>
                  </a:lnTo>
                  <a:lnTo>
                    <a:pt x="27" y="259"/>
                  </a:lnTo>
                  <a:lnTo>
                    <a:pt x="1" y="337"/>
                  </a:lnTo>
                  <a:lnTo>
                    <a:pt x="1" y="414"/>
                  </a:lnTo>
                  <a:lnTo>
                    <a:pt x="1" y="492"/>
                  </a:lnTo>
                  <a:lnTo>
                    <a:pt x="27" y="569"/>
                  </a:lnTo>
                  <a:lnTo>
                    <a:pt x="78" y="647"/>
                  </a:lnTo>
                  <a:lnTo>
                    <a:pt x="130" y="699"/>
                  </a:lnTo>
                  <a:lnTo>
                    <a:pt x="414" y="1009"/>
                  </a:lnTo>
                  <a:lnTo>
                    <a:pt x="130" y="1293"/>
                  </a:lnTo>
                  <a:lnTo>
                    <a:pt x="78" y="1371"/>
                  </a:lnTo>
                  <a:lnTo>
                    <a:pt x="27" y="1448"/>
                  </a:lnTo>
                  <a:lnTo>
                    <a:pt x="1" y="1526"/>
                  </a:lnTo>
                  <a:lnTo>
                    <a:pt x="1" y="1603"/>
                  </a:lnTo>
                  <a:lnTo>
                    <a:pt x="1" y="1681"/>
                  </a:lnTo>
                  <a:lnTo>
                    <a:pt x="27" y="1759"/>
                  </a:lnTo>
                  <a:lnTo>
                    <a:pt x="78" y="1836"/>
                  </a:lnTo>
                  <a:lnTo>
                    <a:pt x="130" y="1888"/>
                  </a:lnTo>
                  <a:lnTo>
                    <a:pt x="182" y="1940"/>
                  </a:lnTo>
                  <a:lnTo>
                    <a:pt x="259" y="1991"/>
                  </a:lnTo>
                  <a:lnTo>
                    <a:pt x="337" y="2017"/>
                  </a:lnTo>
                  <a:lnTo>
                    <a:pt x="492" y="2017"/>
                  </a:lnTo>
                  <a:lnTo>
                    <a:pt x="570" y="1991"/>
                  </a:lnTo>
                  <a:lnTo>
                    <a:pt x="647" y="1940"/>
                  </a:lnTo>
                  <a:lnTo>
                    <a:pt x="725" y="1888"/>
                  </a:lnTo>
                  <a:lnTo>
                    <a:pt x="1009" y="1603"/>
                  </a:lnTo>
                  <a:lnTo>
                    <a:pt x="1319" y="1888"/>
                  </a:lnTo>
                  <a:lnTo>
                    <a:pt x="1371" y="1940"/>
                  </a:lnTo>
                  <a:lnTo>
                    <a:pt x="1448" y="1991"/>
                  </a:lnTo>
                  <a:lnTo>
                    <a:pt x="1526" y="2017"/>
                  </a:lnTo>
                  <a:lnTo>
                    <a:pt x="1681" y="2017"/>
                  </a:lnTo>
                  <a:lnTo>
                    <a:pt x="1759" y="1991"/>
                  </a:lnTo>
                  <a:lnTo>
                    <a:pt x="1836" y="1940"/>
                  </a:lnTo>
                  <a:lnTo>
                    <a:pt x="1888" y="1888"/>
                  </a:lnTo>
                  <a:lnTo>
                    <a:pt x="1965" y="1836"/>
                  </a:lnTo>
                  <a:lnTo>
                    <a:pt x="1991" y="1759"/>
                  </a:lnTo>
                  <a:lnTo>
                    <a:pt x="2017" y="1681"/>
                  </a:lnTo>
                  <a:lnTo>
                    <a:pt x="2017" y="1603"/>
                  </a:lnTo>
                  <a:lnTo>
                    <a:pt x="2017" y="1526"/>
                  </a:lnTo>
                  <a:lnTo>
                    <a:pt x="1991" y="1448"/>
                  </a:lnTo>
                  <a:lnTo>
                    <a:pt x="1965" y="1371"/>
                  </a:lnTo>
                  <a:lnTo>
                    <a:pt x="1888" y="1293"/>
                  </a:lnTo>
                  <a:lnTo>
                    <a:pt x="1604" y="1009"/>
                  </a:lnTo>
                  <a:lnTo>
                    <a:pt x="1888" y="699"/>
                  </a:lnTo>
                  <a:lnTo>
                    <a:pt x="1965" y="647"/>
                  </a:lnTo>
                  <a:lnTo>
                    <a:pt x="1991" y="569"/>
                  </a:lnTo>
                  <a:lnTo>
                    <a:pt x="2017" y="492"/>
                  </a:lnTo>
                  <a:lnTo>
                    <a:pt x="2017" y="414"/>
                  </a:lnTo>
                  <a:lnTo>
                    <a:pt x="2017" y="337"/>
                  </a:lnTo>
                  <a:lnTo>
                    <a:pt x="1991" y="259"/>
                  </a:lnTo>
                  <a:lnTo>
                    <a:pt x="1965" y="182"/>
                  </a:lnTo>
                  <a:lnTo>
                    <a:pt x="1888" y="130"/>
                  </a:lnTo>
                  <a:lnTo>
                    <a:pt x="1836" y="78"/>
                  </a:lnTo>
                  <a:lnTo>
                    <a:pt x="1759" y="27"/>
                  </a:lnTo>
                  <a:lnTo>
                    <a:pt x="1681" y="1"/>
                  </a:lnTo>
                  <a:lnTo>
                    <a:pt x="1526" y="1"/>
                  </a:lnTo>
                  <a:lnTo>
                    <a:pt x="1448" y="27"/>
                  </a:lnTo>
                  <a:lnTo>
                    <a:pt x="1371" y="78"/>
                  </a:lnTo>
                  <a:lnTo>
                    <a:pt x="1319" y="130"/>
                  </a:lnTo>
                  <a:lnTo>
                    <a:pt x="1009" y="414"/>
                  </a:lnTo>
                  <a:lnTo>
                    <a:pt x="725" y="130"/>
                  </a:lnTo>
                  <a:lnTo>
                    <a:pt x="647" y="78"/>
                  </a:lnTo>
                  <a:lnTo>
                    <a:pt x="570" y="27"/>
                  </a:lnTo>
                  <a:lnTo>
                    <a:pt x="49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 name="Google Shape;1010;p59"/>
          <p:cNvSpPr/>
          <p:nvPr/>
        </p:nvSpPr>
        <p:spPr>
          <a:xfrm>
            <a:off x="1548876" y="4223559"/>
            <a:ext cx="383454" cy="383454"/>
          </a:xfrm>
          <a:custGeom>
            <a:avLst/>
            <a:gdLst/>
            <a:ahLst/>
            <a:cxnLst/>
            <a:rect l="l" t="t" r="r" b="b"/>
            <a:pathLst>
              <a:path w="14296" h="14296" extrusionOk="0">
                <a:moveTo>
                  <a:pt x="7135" y="2017"/>
                </a:moveTo>
                <a:lnTo>
                  <a:pt x="7368" y="2043"/>
                </a:lnTo>
                <a:lnTo>
                  <a:pt x="7575" y="2069"/>
                </a:lnTo>
                <a:lnTo>
                  <a:pt x="7781" y="2095"/>
                </a:lnTo>
                <a:lnTo>
                  <a:pt x="7962" y="2172"/>
                </a:lnTo>
                <a:lnTo>
                  <a:pt x="8169" y="2250"/>
                </a:lnTo>
                <a:lnTo>
                  <a:pt x="8350" y="2353"/>
                </a:lnTo>
                <a:lnTo>
                  <a:pt x="8505" y="2457"/>
                </a:lnTo>
                <a:lnTo>
                  <a:pt x="8660" y="2586"/>
                </a:lnTo>
                <a:lnTo>
                  <a:pt x="8815" y="2715"/>
                </a:lnTo>
                <a:lnTo>
                  <a:pt x="8945" y="2870"/>
                </a:lnTo>
                <a:lnTo>
                  <a:pt x="9074" y="3025"/>
                </a:lnTo>
                <a:lnTo>
                  <a:pt x="9203" y="3206"/>
                </a:lnTo>
                <a:lnTo>
                  <a:pt x="9281" y="3387"/>
                </a:lnTo>
                <a:lnTo>
                  <a:pt x="9358" y="3568"/>
                </a:lnTo>
                <a:lnTo>
                  <a:pt x="9436" y="3775"/>
                </a:lnTo>
                <a:lnTo>
                  <a:pt x="9487" y="3982"/>
                </a:lnTo>
                <a:lnTo>
                  <a:pt x="4809" y="3982"/>
                </a:lnTo>
                <a:lnTo>
                  <a:pt x="4860" y="3775"/>
                </a:lnTo>
                <a:lnTo>
                  <a:pt x="4912" y="3568"/>
                </a:lnTo>
                <a:lnTo>
                  <a:pt x="4990" y="3387"/>
                </a:lnTo>
                <a:lnTo>
                  <a:pt x="5093" y="3206"/>
                </a:lnTo>
                <a:lnTo>
                  <a:pt x="5196" y="3025"/>
                </a:lnTo>
                <a:lnTo>
                  <a:pt x="5326" y="2870"/>
                </a:lnTo>
                <a:lnTo>
                  <a:pt x="5455" y="2715"/>
                </a:lnTo>
                <a:lnTo>
                  <a:pt x="5610" y="2586"/>
                </a:lnTo>
                <a:lnTo>
                  <a:pt x="5765" y="2457"/>
                </a:lnTo>
                <a:lnTo>
                  <a:pt x="5946" y="2353"/>
                </a:lnTo>
                <a:lnTo>
                  <a:pt x="6127" y="2250"/>
                </a:lnTo>
                <a:lnTo>
                  <a:pt x="6308" y="2172"/>
                </a:lnTo>
                <a:lnTo>
                  <a:pt x="6515" y="2095"/>
                </a:lnTo>
                <a:lnTo>
                  <a:pt x="6721" y="2069"/>
                </a:lnTo>
                <a:lnTo>
                  <a:pt x="6928" y="2043"/>
                </a:lnTo>
                <a:lnTo>
                  <a:pt x="7135" y="2017"/>
                </a:lnTo>
                <a:close/>
                <a:moveTo>
                  <a:pt x="7213" y="8170"/>
                </a:moveTo>
                <a:lnTo>
                  <a:pt x="7290" y="8195"/>
                </a:lnTo>
                <a:lnTo>
                  <a:pt x="7368" y="8247"/>
                </a:lnTo>
                <a:lnTo>
                  <a:pt x="7445" y="8273"/>
                </a:lnTo>
                <a:lnTo>
                  <a:pt x="7497" y="8350"/>
                </a:lnTo>
                <a:lnTo>
                  <a:pt x="7523" y="8428"/>
                </a:lnTo>
                <a:lnTo>
                  <a:pt x="7549" y="8506"/>
                </a:lnTo>
                <a:lnTo>
                  <a:pt x="7549" y="8583"/>
                </a:lnTo>
                <a:lnTo>
                  <a:pt x="7549" y="8661"/>
                </a:lnTo>
                <a:lnTo>
                  <a:pt x="7523" y="8738"/>
                </a:lnTo>
                <a:lnTo>
                  <a:pt x="7497" y="8816"/>
                </a:lnTo>
                <a:lnTo>
                  <a:pt x="7445" y="8867"/>
                </a:lnTo>
                <a:lnTo>
                  <a:pt x="7368" y="8919"/>
                </a:lnTo>
                <a:lnTo>
                  <a:pt x="7290" y="8971"/>
                </a:lnTo>
                <a:lnTo>
                  <a:pt x="7213" y="8997"/>
                </a:lnTo>
                <a:lnTo>
                  <a:pt x="7058" y="8997"/>
                </a:lnTo>
                <a:lnTo>
                  <a:pt x="6980" y="8971"/>
                </a:lnTo>
                <a:lnTo>
                  <a:pt x="6902" y="8919"/>
                </a:lnTo>
                <a:lnTo>
                  <a:pt x="6851" y="8867"/>
                </a:lnTo>
                <a:lnTo>
                  <a:pt x="6799" y="8816"/>
                </a:lnTo>
                <a:lnTo>
                  <a:pt x="6747" y="8738"/>
                </a:lnTo>
                <a:lnTo>
                  <a:pt x="6721" y="8661"/>
                </a:lnTo>
                <a:lnTo>
                  <a:pt x="6721" y="8583"/>
                </a:lnTo>
                <a:lnTo>
                  <a:pt x="6721" y="8506"/>
                </a:lnTo>
                <a:lnTo>
                  <a:pt x="6747" y="8428"/>
                </a:lnTo>
                <a:lnTo>
                  <a:pt x="6799" y="8350"/>
                </a:lnTo>
                <a:lnTo>
                  <a:pt x="6851" y="8273"/>
                </a:lnTo>
                <a:lnTo>
                  <a:pt x="6902" y="8247"/>
                </a:lnTo>
                <a:lnTo>
                  <a:pt x="6980" y="8195"/>
                </a:lnTo>
                <a:lnTo>
                  <a:pt x="7058" y="8170"/>
                </a:lnTo>
                <a:close/>
                <a:moveTo>
                  <a:pt x="9927" y="4809"/>
                </a:moveTo>
                <a:lnTo>
                  <a:pt x="10082" y="4835"/>
                </a:lnTo>
                <a:lnTo>
                  <a:pt x="10211" y="4861"/>
                </a:lnTo>
                <a:lnTo>
                  <a:pt x="10315" y="4938"/>
                </a:lnTo>
                <a:lnTo>
                  <a:pt x="10418" y="5016"/>
                </a:lnTo>
                <a:lnTo>
                  <a:pt x="10521" y="5119"/>
                </a:lnTo>
                <a:lnTo>
                  <a:pt x="10573" y="5248"/>
                </a:lnTo>
                <a:lnTo>
                  <a:pt x="10625" y="5378"/>
                </a:lnTo>
                <a:lnTo>
                  <a:pt x="10625" y="5507"/>
                </a:lnTo>
                <a:lnTo>
                  <a:pt x="10625" y="9979"/>
                </a:lnTo>
                <a:lnTo>
                  <a:pt x="10625" y="10341"/>
                </a:lnTo>
                <a:lnTo>
                  <a:pt x="10547" y="10677"/>
                </a:lnTo>
                <a:lnTo>
                  <a:pt x="10470" y="11013"/>
                </a:lnTo>
                <a:lnTo>
                  <a:pt x="10366" y="11323"/>
                </a:lnTo>
                <a:lnTo>
                  <a:pt x="10211" y="11633"/>
                </a:lnTo>
                <a:lnTo>
                  <a:pt x="10030" y="11918"/>
                </a:lnTo>
                <a:lnTo>
                  <a:pt x="9824" y="12202"/>
                </a:lnTo>
                <a:lnTo>
                  <a:pt x="9617" y="12435"/>
                </a:lnTo>
                <a:lnTo>
                  <a:pt x="9358" y="12667"/>
                </a:lnTo>
                <a:lnTo>
                  <a:pt x="9100" y="12874"/>
                </a:lnTo>
                <a:lnTo>
                  <a:pt x="8790" y="13055"/>
                </a:lnTo>
                <a:lnTo>
                  <a:pt x="8505" y="13184"/>
                </a:lnTo>
                <a:lnTo>
                  <a:pt x="8169" y="13314"/>
                </a:lnTo>
                <a:lnTo>
                  <a:pt x="7833" y="13391"/>
                </a:lnTo>
                <a:lnTo>
                  <a:pt x="7497" y="13443"/>
                </a:lnTo>
                <a:lnTo>
                  <a:pt x="7135" y="13469"/>
                </a:lnTo>
                <a:lnTo>
                  <a:pt x="6773" y="13443"/>
                </a:lnTo>
                <a:lnTo>
                  <a:pt x="6437" y="13391"/>
                </a:lnTo>
                <a:lnTo>
                  <a:pt x="6101" y="13314"/>
                </a:lnTo>
                <a:lnTo>
                  <a:pt x="5791" y="13184"/>
                </a:lnTo>
                <a:lnTo>
                  <a:pt x="5481" y="13055"/>
                </a:lnTo>
                <a:lnTo>
                  <a:pt x="5196" y="12874"/>
                </a:lnTo>
                <a:lnTo>
                  <a:pt x="4912" y="12667"/>
                </a:lnTo>
                <a:lnTo>
                  <a:pt x="4679" y="12435"/>
                </a:lnTo>
                <a:lnTo>
                  <a:pt x="4447" y="12202"/>
                </a:lnTo>
                <a:lnTo>
                  <a:pt x="4240" y="11918"/>
                </a:lnTo>
                <a:lnTo>
                  <a:pt x="4085" y="11633"/>
                </a:lnTo>
                <a:lnTo>
                  <a:pt x="3930" y="11323"/>
                </a:lnTo>
                <a:lnTo>
                  <a:pt x="3800" y="11013"/>
                </a:lnTo>
                <a:lnTo>
                  <a:pt x="3723" y="10677"/>
                </a:lnTo>
                <a:lnTo>
                  <a:pt x="3671" y="10341"/>
                </a:lnTo>
                <a:lnTo>
                  <a:pt x="3645" y="9979"/>
                </a:lnTo>
                <a:lnTo>
                  <a:pt x="3645" y="5507"/>
                </a:lnTo>
                <a:lnTo>
                  <a:pt x="3671" y="5378"/>
                </a:lnTo>
                <a:lnTo>
                  <a:pt x="3697" y="5248"/>
                </a:lnTo>
                <a:lnTo>
                  <a:pt x="3775" y="5119"/>
                </a:lnTo>
                <a:lnTo>
                  <a:pt x="3852" y="5016"/>
                </a:lnTo>
                <a:lnTo>
                  <a:pt x="3955" y="4938"/>
                </a:lnTo>
                <a:lnTo>
                  <a:pt x="4085" y="4861"/>
                </a:lnTo>
                <a:lnTo>
                  <a:pt x="4214" y="4835"/>
                </a:lnTo>
                <a:lnTo>
                  <a:pt x="4343" y="4809"/>
                </a:lnTo>
                <a:lnTo>
                  <a:pt x="6721" y="4809"/>
                </a:lnTo>
                <a:lnTo>
                  <a:pt x="6721" y="7394"/>
                </a:lnTo>
                <a:lnTo>
                  <a:pt x="6541" y="7472"/>
                </a:lnTo>
                <a:lnTo>
                  <a:pt x="6385" y="7575"/>
                </a:lnTo>
                <a:lnTo>
                  <a:pt x="6230" y="7704"/>
                </a:lnTo>
                <a:lnTo>
                  <a:pt x="6127" y="7859"/>
                </a:lnTo>
                <a:lnTo>
                  <a:pt x="6024" y="8014"/>
                </a:lnTo>
                <a:lnTo>
                  <a:pt x="5946" y="8195"/>
                </a:lnTo>
                <a:lnTo>
                  <a:pt x="5894" y="8376"/>
                </a:lnTo>
                <a:lnTo>
                  <a:pt x="5894" y="8583"/>
                </a:lnTo>
                <a:lnTo>
                  <a:pt x="5920" y="8842"/>
                </a:lnTo>
                <a:lnTo>
                  <a:pt x="5972" y="9074"/>
                </a:lnTo>
                <a:lnTo>
                  <a:pt x="6101" y="9281"/>
                </a:lnTo>
                <a:lnTo>
                  <a:pt x="6256" y="9462"/>
                </a:lnTo>
                <a:lnTo>
                  <a:pt x="6437" y="9617"/>
                </a:lnTo>
                <a:lnTo>
                  <a:pt x="6644" y="9746"/>
                </a:lnTo>
                <a:lnTo>
                  <a:pt x="6877" y="9824"/>
                </a:lnTo>
                <a:lnTo>
                  <a:pt x="7135" y="9850"/>
                </a:lnTo>
                <a:lnTo>
                  <a:pt x="7394" y="9824"/>
                </a:lnTo>
                <a:lnTo>
                  <a:pt x="7626" y="9746"/>
                </a:lnTo>
                <a:lnTo>
                  <a:pt x="7833" y="9617"/>
                </a:lnTo>
                <a:lnTo>
                  <a:pt x="8040" y="9462"/>
                </a:lnTo>
                <a:lnTo>
                  <a:pt x="8169" y="9281"/>
                </a:lnTo>
                <a:lnTo>
                  <a:pt x="8298" y="9074"/>
                </a:lnTo>
                <a:lnTo>
                  <a:pt x="8376" y="8842"/>
                </a:lnTo>
                <a:lnTo>
                  <a:pt x="8402" y="8583"/>
                </a:lnTo>
                <a:lnTo>
                  <a:pt x="8376" y="8376"/>
                </a:lnTo>
                <a:lnTo>
                  <a:pt x="8324" y="8195"/>
                </a:lnTo>
                <a:lnTo>
                  <a:pt x="8273" y="8014"/>
                </a:lnTo>
                <a:lnTo>
                  <a:pt x="8169" y="7859"/>
                </a:lnTo>
                <a:lnTo>
                  <a:pt x="8040" y="7704"/>
                </a:lnTo>
                <a:lnTo>
                  <a:pt x="7885" y="7575"/>
                </a:lnTo>
                <a:lnTo>
                  <a:pt x="7730" y="7472"/>
                </a:lnTo>
                <a:lnTo>
                  <a:pt x="7549" y="7394"/>
                </a:lnTo>
                <a:lnTo>
                  <a:pt x="7549" y="4809"/>
                </a:lnTo>
                <a:close/>
                <a:moveTo>
                  <a:pt x="5145" y="1"/>
                </a:moveTo>
                <a:lnTo>
                  <a:pt x="5067" y="27"/>
                </a:lnTo>
                <a:lnTo>
                  <a:pt x="4990" y="53"/>
                </a:lnTo>
                <a:lnTo>
                  <a:pt x="4912" y="104"/>
                </a:lnTo>
                <a:lnTo>
                  <a:pt x="4860" y="182"/>
                </a:lnTo>
                <a:lnTo>
                  <a:pt x="4809" y="234"/>
                </a:lnTo>
                <a:lnTo>
                  <a:pt x="4783" y="311"/>
                </a:lnTo>
                <a:lnTo>
                  <a:pt x="4757" y="389"/>
                </a:lnTo>
                <a:lnTo>
                  <a:pt x="4757" y="466"/>
                </a:lnTo>
                <a:lnTo>
                  <a:pt x="4783" y="570"/>
                </a:lnTo>
                <a:lnTo>
                  <a:pt x="5196" y="1836"/>
                </a:lnTo>
                <a:lnTo>
                  <a:pt x="4964" y="2043"/>
                </a:lnTo>
                <a:lnTo>
                  <a:pt x="4731" y="2276"/>
                </a:lnTo>
                <a:lnTo>
                  <a:pt x="4524" y="2534"/>
                </a:lnTo>
                <a:lnTo>
                  <a:pt x="4369" y="2793"/>
                </a:lnTo>
                <a:lnTo>
                  <a:pt x="4214" y="3077"/>
                </a:lnTo>
                <a:lnTo>
                  <a:pt x="4085" y="3387"/>
                </a:lnTo>
                <a:lnTo>
                  <a:pt x="4007" y="3697"/>
                </a:lnTo>
                <a:lnTo>
                  <a:pt x="3955" y="4033"/>
                </a:lnTo>
                <a:lnTo>
                  <a:pt x="3749" y="4085"/>
                </a:lnTo>
                <a:lnTo>
                  <a:pt x="3594" y="4189"/>
                </a:lnTo>
                <a:lnTo>
                  <a:pt x="3413" y="4292"/>
                </a:lnTo>
                <a:lnTo>
                  <a:pt x="3283" y="4421"/>
                </a:lnTo>
                <a:lnTo>
                  <a:pt x="3128" y="4576"/>
                </a:lnTo>
                <a:lnTo>
                  <a:pt x="3025" y="4731"/>
                </a:lnTo>
                <a:lnTo>
                  <a:pt x="2947" y="4912"/>
                </a:lnTo>
                <a:lnTo>
                  <a:pt x="2870" y="5093"/>
                </a:lnTo>
                <a:lnTo>
                  <a:pt x="1810" y="5093"/>
                </a:lnTo>
                <a:lnTo>
                  <a:pt x="1370" y="3956"/>
                </a:lnTo>
                <a:lnTo>
                  <a:pt x="1319" y="3878"/>
                </a:lnTo>
                <a:lnTo>
                  <a:pt x="1267" y="3827"/>
                </a:lnTo>
                <a:lnTo>
                  <a:pt x="1215" y="3775"/>
                </a:lnTo>
                <a:lnTo>
                  <a:pt x="1138" y="3723"/>
                </a:lnTo>
                <a:lnTo>
                  <a:pt x="1060" y="3697"/>
                </a:lnTo>
                <a:lnTo>
                  <a:pt x="905" y="3697"/>
                </a:lnTo>
                <a:lnTo>
                  <a:pt x="802" y="3723"/>
                </a:lnTo>
                <a:lnTo>
                  <a:pt x="750" y="3775"/>
                </a:lnTo>
                <a:lnTo>
                  <a:pt x="672" y="3827"/>
                </a:lnTo>
                <a:lnTo>
                  <a:pt x="621" y="3878"/>
                </a:lnTo>
                <a:lnTo>
                  <a:pt x="595" y="3956"/>
                </a:lnTo>
                <a:lnTo>
                  <a:pt x="569" y="4033"/>
                </a:lnTo>
                <a:lnTo>
                  <a:pt x="543" y="4111"/>
                </a:lnTo>
                <a:lnTo>
                  <a:pt x="569" y="4189"/>
                </a:lnTo>
                <a:lnTo>
                  <a:pt x="569" y="4266"/>
                </a:lnTo>
                <a:lnTo>
                  <a:pt x="1138" y="5662"/>
                </a:lnTo>
                <a:lnTo>
                  <a:pt x="1215" y="5765"/>
                </a:lnTo>
                <a:lnTo>
                  <a:pt x="1293" y="5869"/>
                </a:lnTo>
                <a:lnTo>
                  <a:pt x="1396" y="5921"/>
                </a:lnTo>
                <a:lnTo>
                  <a:pt x="2818" y="5921"/>
                </a:lnTo>
                <a:lnTo>
                  <a:pt x="2818" y="7601"/>
                </a:lnTo>
                <a:lnTo>
                  <a:pt x="1241" y="7601"/>
                </a:lnTo>
                <a:lnTo>
                  <a:pt x="776" y="6722"/>
                </a:lnTo>
                <a:lnTo>
                  <a:pt x="750" y="6644"/>
                </a:lnTo>
                <a:lnTo>
                  <a:pt x="672" y="6593"/>
                </a:lnTo>
                <a:lnTo>
                  <a:pt x="621" y="6541"/>
                </a:lnTo>
                <a:lnTo>
                  <a:pt x="543" y="6515"/>
                </a:lnTo>
                <a:lnTo>
                  <a:pt x="466" y="6489"/>
                </a:lnTo>
                <a:lnTo>
                  <a:pt x="311" y="6489"/>
                </a:lnTo>
                <a:lnTo>
                  <a:pt x="233" y="6541"/>
                </a:lnTo>
                <a:lnTo>
                  <a:pt x="155" y="6567"/>
                </a:lnTo>
                <a:lnTo>
                  <a:pt x="104" y="6644"/>
                </a:lnTo>
                <a:lnTo>
                  <a:pt x="52" y="6696"/>
                </a:lnTo>
                <a:lnTo>
                  <a:pt x="26" y="6774"/>
                </a:lnTo>
                <a:lnTo>
                  <a:pt x="0" y="6851"/>
                </a:lnTo>
                <a:lnTo>
                  <a:pt x="0" y="6929"/>
                </a:lnTo>
                <a:lnTo>
                  <a:pt x="0" y="7006"/>
                </a:lnTo>
                <a:lnTo>
                  <a:pt x="26" y="7084"/>
                </a:lnTo>
                <a:lnTo>
                  <a:pt x="595" y="8221"/>
                </a:lnTo>
                <a:lnTo>
                  <a:pt x="672" y="8299"/>
                </a:lnTo>
                <a:lnTo>
                  <a:pt x="750" y="8376"/>
                </a:lnTo>
                <a:lnTo>
                  <a:pt x="853" y="8428"/>
                </a:lnTo>
                <a:lnTo>
                  <a:pt x="983" y="8454"/>
                </a:lnTo>
                <a:lnTo>
                  <a:pt x="2818" y="8454"/>
                </a:lnTo>
                <a:lnTo>
                  <a:pt x="2818" y="9565"/>
                </a:lnTo>
                <a:lnTo>
                  <a:pt x="853" y="9565"/>
                </a:lnTo>
                <a:lnTo>
                  <a:pt x="750" y="9617"/>
                </a:lnTo>
                <a:lnTo>
                  <a:pt x="672" y="9695"/>
                </a:lnTo>
                <a:lnTo>
                  <a:pt x="595" y="9798"/>
                </a:lnTo>
                <a:lnTo>
                  <a:pt x="26" y="10910"/>
                </a:lnTo>
                <a:lnTo>
                  <a:pt x="0" y="10987"/>
                </a:lnTo>
                <a:lnTo>
                  <a:pt x="0" y="11065"/>
                </a:lnTo>
                <a:lnTo>
                  <a:pt x="0" y="11142"/>
                </a:lnTo>
                <a:lnTo>
                  <a:pt x="26" y="11220"/>
                </a:lnTo>
                <a:lnTo>
                  <a:pt x="52" y="11297"/>
                </a:lnTo>
                <a:lnTo>
                  <a:pt x="104" y="11375"/>
                </a:lnTo>
                <a:lnTo>
                  <a:pt x="155" y="11427"/>
                </a:lnTo>
                <a:lnTo>
                  <a:pt x="233" y="11478"/>
                </a:lnTo>
                <a:lnTo>
                  <a:pt x="311" y="11504"/>
                </a:lnTo>
                <a:lnTo>
                  <a:pt x="543" y="11504"/>
                </a:lnTo>
                <a:lnTo>
                  <a:pt x="621" y="11452"/>
                </a:lnTo>
                <a:lnTo>
                  <a:pt x="672" y="11401"/>
                </a:lnTo>
                <a:lnTo>
                  <a:pt x="750" y="11349"/>
                </a:lnTo>
                <a:lnTo>
                  <a:pt x="776" y="11272"/>
                </a:lnTo>
                <a:lnTo>
                  <a:pt x="1241" y="10393"/>
                </a:lnTo>
                <a:lnTo>
                  <a:pt x="2844" y="10393"/>
                </a:lnTo>
                <a:lnTo>
                  <a:pt x="2896" y="10832"/>
                </a:lnTo>
                <a:lnTo>
                  <a:pt x="2999" y="11272"/>
                </a:lnTo>
                <a:lnTo>
                  <a:pt x="3154" y="11685"/>
                </a:lnTo>
                <a:lnTo>
                  <a:pt x="3361" y="12073"/>
                </a:lnTo>
                <a:lnTo>
                  <a:pt x="1810" y="12073"/>
                </a:lnTo>
                <a:lnTo>
                  <a:pt x="1681" y="12099"/>
                </a:lnTo>
                <a:lnTo>
                  <a:pt x="1577" y="12150"/>
                </a:lnTo>
                <a:lnTo>
                  <a:pt x="1474" y="12228"/>
                </a:lnTo>
                <a:lnTo>
                  <a:pt x="1422" y="12331"/>
                </a:lnTo>
                <a:lnTo>
                  <a:pt x="853" y="13727"/>
                </a:lnTo>
                <a:lnTo>
                  <a:pt x="828" y="13805"/>
                </a:lnTo>
                <a:lnTo>
                  <a:pt x="828" y="13882"/>
                </a:lnTo>
                <a:lnTo>
                  <a:pt x="828" y="13986"/>
                </a:lnTo>
                <a:lnTo>
                  <a:pt x="853" y="14063"/>
                </a:lnTo>
                <a:lnTo>
                  <a:pt x="905" y="14115"/>
                </a:lnTo>
                <a:lnTo>
                  <a:pt x="957" y="14193"/>
                </a:lnTo>
                <a:lnTo>
                  <a:pt x="1009" y="14244"/>
                </a:lnTo>
                <a:lnTo>
                  <a:pt x="1086" y="14270"/>
                </a:lnTo>
                <a:lnTo>
                  <a:pt x="1164" y="14296"/>
                </a:lnTo>
                <a:lnTo>
                  <a:pt x="1345" y="14296"/>
                </a:lnTo>
                <a:lnTo>
                  <a:pt x="1422" y="14270"/>
                </a:lnTo>
                <a:lnTo>
                  <a:pt x="1474" y="14244"/>
                </a:lnTo>
                <a:lnTo>
                  <a:pt x="1551" y="14193"/>
                </a:lnTo>
                <a:lnTo>
                  <a:pt x="1603" y="14115"/>
                </a:lnTo>
                <a:lnTo>
                  <a:pt x="1629" y="14038"/>
                </a:lnTo>
                <a:lnTo>
                  <a:pt x="2094" y="12900"/>
                </a:lnTo>
                <a:lnTo>
                  <a:pt x="3955" y="12900"/>
                </a:lnTo>
                <a:lnTo>
                  <a:pt x="4266" y="13210"/>
                </a:lnTo>
                <a:lnTo>
                  <a:pt x="4602" y="13495"/>
                </a:lnTo>
                <a:lnTo>
                  <a:pt x="4990" y="13727"/>
                </a:lnTo>
                <a:lnTo>
                  <a:pt x="5377" y="13934"/>
                </a:lnTo>
                <a:lnTo>
                  <a:pt x="5791" y="14089"/>
                </a:lnTo>
                <a:lnTo>
                  <a:pt x="6230" y="14218"/>
                </a:lnTo>
                <a:lnTo>
                  <a:pt x="6670" y="14270"/>
                </a:lnTo>
                <a:lnTo>
                  <a:pt x="7135" y="14296"/>
                </a:lnTo>
                <a:lnTo>
                  <a:pt x="7600" y="14270"/>
                </a:lnTo>
                <a:lnTo>
                  <a:pt x="8066" y="14218"/>
                </a:lnTo>
                <a:lnTo>
                  <a:pt x="8479" y="14089"/>
                </a:lnTo>
                <a:lnTo>
                  <a:pt x="8893" y="13934"/>
                </a:lnTo>
                <a:lnTo>
                  <a:pt x="9307" y="13727"/>
                </a:lnTo>
                <a:lnTo>
                  <a:pt x="9668" y="13495"/>
                </a:lnTo>
                <a:lnTo>
                  <a:pt x="10004" y="13210"/>
                </a:lnTo>
                <a:lnTo>
                  <a:pt x="10315" y="12900"/>
                </a:lnTo>
                <a:lnTo>
                  <a:pt x="12202" y="12900"/>
                </a:lnTo>
                <a:lnTo>
                  <a:pt x="12641" y="14038"/>
                </a:lnTo>
                <a:lnTo>
                  <a:pt x="12693" y="14115"/>
                </a:lnTo>
                <a:lnTo>
                  <a:pt x="12745" y="14193"/>
                </a:lnTo>
                <a:lnTo>
                  <a:pt x="12796" y="14244"/>
                </a:lnTo>
                <a:lnTo>
                  <a:pt x="12874" y="14270"/>
                </a:lnTo>
                <a:lnTo>
                  <a:pt x="12951" y="14296"/>
                </a:lnTo>
                <a:lnTo>
                  <a:pt x="13107" y="14296"/>
                </a:lnTo>
                <a:lnTo>
                  <a:pt x="13184" y="14270"/>
                </a:lnTo>
                <a:lnTo>
                  <a:pt x="13262" y="14244"/>
                </a:lnTo>
                <a:lnTo>
                  <a:pt x="13313" y="14193"/>
                </a:lnTo>
                <a:lnTo>
                  <a:pt x="13365" y="14115"/>
                </a:lnTo>
                <a:lnTo>
                  <a:pt x="13417" y="14063"/>
                </a:lnTo>
                <a:lnTo>
                  <a:pt x="13443" y="13986"/>
                </a:lnTo>
                <a:lnTo>
                  <a:pt x="13443" y="13882"/>
                </a:lnTo>
                <a:lnTo>
                  <a:pt x="13443" y="13805"/>
                </a:lnTo>
                <a:lnTo>
                  <a:pt x="13417" y="13727"/>
                </a:lnTo>
                <a:lnTo>
                  <a:pt x="12874" y="12331"/>
                </a:lnTo>
                <a:lnTo>
                  <a:pt x="12796" y="12228"/>
                </a:lnTo>
                <a:lnTo>
                  <a:pt x="12719" y="12150"/>
                </a:lnTo>
                <a:lnTo>
                  <a:pt x="12590" y="12099"/>
                </a:lnTo>
                <a:lnTo>
                  <a:pt x="12460" y="12073"/>
                </a:lnTo>
                <a:lnTo>
                  <a:pt x="10935" y="12073"/>
                </a:lnTo>
                <a:lnTo>
                  <a:pt x="11116" y="11685"/>
                </a:lnTo>
                <a:lnTo>
                  <a:pt x="11271" y="11272"/>
                </a:lnTo>
                <a:lnTo>
                  <a:pt x="11375" y="10832"/>
                </a:lnTo>
                <a:lnTo>
                  <a:pt x="11452" y="10393"/>
                </a:lnTo>
                <a:lnTo>
                  <a:pt x="13055" y="10393"/>
                </a:lnTo>
                <a:lnTo>
                  <a:pt x="13494" y="11272"/>
                </a:lnTo>
                <a:lnTo>
                  <a:pt x="13546" y="11349"/>
                </a:lnTo>
                <a:lnTo>
                  <a:pt x="13598" y="11401"/>
                </a:lnTo>
                <a:lnTo>
                  <a:pt x="13675" y="11452"/>
                </a:lnTo>
                <a:lnTo>
                  <a:pt x="13727" y="11504"/>
                </a:lnTo>
                <a:lnTo>
                  <a:pt x="13985" y="11504"/>
                </a:lnTo>
                <a:lnTo>
                  <a:pt x="14063" y="11478"/>
                </a:lnTo>
                <a:lnTo>
                  <a:pt x="14141" y="11427"/>
                </a:lnTo>
                <a:lnTo>
                  <a:pt x="14192" y="11375"/>
                </a:lnTo>
                <a:lnTo>
                  <a:pt x="14244" y="11297"/>
                </a:lnTo>
                <a:lnTo>
                  <a:pt x="14270" y="11220"/>
                </a:lnTo>
                <a:lnTo>
                  <a:pt x="14296" y="11142"/>
                </a:lnTo>
                <a:lnTo>
                  <a:pt x="14296" y="11065"/>
                </a:lnTo>
                <a:lnTo>
                  <a:pt x="14270" y="10987"/>
                </a:lnTo>
                <a:lnTo>
                  <a:pt x="14244" y="10910"/>
                </a:lnTo>
                <a:lnTo>
                  <a:pt x="13675" y="9798"/>
                </a:lnTo>
                <a:lnTo>
                  <a:pt x="13624" y="9695"/>
                </a:lnTo>
                <a:lnTo>
                  <a:pt x="13520" y="9617"/>
                </a:lnTo>
                <a:lnTo>
                  <a:pt x="13417" y="9565"/>
                </a:lnTo>
                <a:lnTo>
                  <a:pt x="11478" y="9565"/>
                </a:lnTo>
                <a:lnTo>
                  <a:pt x="11478" y="8454"/>
                </a:lnTo>
                <a:lnTo>
                  <a:pt x="13313" y="8454"/>
                </a:lnTo>
                <a:lnTo>
                  <a:pt x="13417" y="8428"/>
                </a:lnTo>
                <a:lnTo>
                  <a:pt x="13520" y="8376"/>
                </a:lnTo>
                <a:lnTo>
                  <a:pt x="13624" y="8299"/>
                </a:lnTo>
                <a:lnTo>
                  <a:pt x="13675" y="8221"/>
                </a:lnTo>
                <a:lnTo>
                  <a:pt x="14244" y="7084"/>
                </a:lnTo>
                <a:lnTo>
                  <a:pt x="14270" y="7006"/>
                </a:lnTo>
                <a:lnTo>
                  <a:pt x="14296" y="6929"/>
                </a:lnTo>
                <a:lnTo>
                  <a:pt x="14296" y="6851"/>
                </a:lnTo>
                <a:lnTo>
                  <a:pt x="14270" y="6774"/>
                </a:lnTo>
                <a:lnTo>
                  <a:pt x="14244" y="6696"/>
                </a:lnTo>
                <a:lnTo>
                  <a:pt x="14192" y="6644"/>
                </a:lnTo>
                <a:lnTo>
                  <a:pt x="14141" y="6567"/>
                </a:lnTo>
                <a:lnTo>
                  <a:pt x="14063" y="6541"/>
                </a:lnTo>
                <a:lnTo>
                  <a:pt x="13985" y="6489"/>
                </a:lnTo>
                <a:lnTo>
                  <a:pt x="13804" y="6489"/>
                </a:lnTo>
                <a:lnTo>
                  <a:pt x="13727" y="6515"/>
                </a:lnTo>
                <a:lnTo>
                  <a:pt x="13675" y="6541"/>
                </a:lnTo>
                <a:lnTo>
                  <a:pt x="13598" y="6593"/>
                </a:lnTo>
                <a:lnTo>
                  <a:pt x="13546" y="6644"/>
                </a:lnTo>
                <a:lnTo>
                  <a:pt x="13494" y="6722"/>
                </a:lnTo>
                <a:lnTo>
                  <a:pt x="13055" y="7601"/>
                </a:lnTo>
                <a:lnTo>
                  <a:pt x="11478" y="7601"/>
                </a:lnTo>
                <a:lnTo>
                  <a:pt x="11478" y="5921"/>
                </a:lnTo>
                <a:lnTo>
                  <a:pt x="12874" y="5921"/>
                </a:lnTo>
                <a:lnTo>
                  <a:pt x="12977" y="5869"/>
                </a:lnTo>
                <a:lnTo>
                  <a:pt x="13081" y="5765"/>
                </a:lnTo>
                <a:lnTo>
                  <a:pt x="13132" y="5662"/>
                </a:lnTo>
                <a:lnTo>
                  <a:pt x="13701" y="4266"/>
                </a:lnTo>
                <a:lnTo>
                  <a:pt x="13727" y="4189"/>
                </a:lnTo>
                <a:lnTo>
                  <a:pt x="13727" y="4111"/>
                </a:lnTo>
                <a:lnTo>
                  <a:pt x="13727" y="4033"/>
                </a:lnTo>
                <a:lnTo>
                  <a:pt x="13701" y="3956"/>
                </a:lnTo>
                <a:lnTo>
                  <a:pt x="13649" y="3878"/>
                </a:lnTo>
                <a:lnTo>
                  <a:pt x="13598" y="3827"/>
                </a:lnTo>
                <a:lnTo>
                  <a:pt x="13546" y="3775"/>
                </a:lnTo>
                <a:lnTo>
                  <a:pt x="13468" y="3723"/>
                </a:lnTo>
                <a:lnTo>
                  <a:pt x="13391" y="3697"/>
                </a:lnTo>
                <a:lnTo>
                  <a:pt x="13210" y="3697"/>
                </a:lnTo>
                <a:lnTo>
                  <a:pt x="13158" y="3723"/>
                </a:lnTo>
                <a:lnTo>
                  <a:pt x="13081" y="3775"/>
                </a:lnTo>
                <a:lnTo>
                  <a:pt x="13003" y="3827"/>
                </a:lnTo>
                <a:lnTo>
                  <a:pt x="12951" y="3878"/>
                </a:lnTo>
                <a:lnTo>
                  <a:pt x="12926" y="3956"/>
                </a:lnTo>
                <a:lnTo>
                  <a:pt x="12460" y="5093"/>
                </a:lnTo>
                <a:lnTo>
                  <a:pt x="11400" y="5093"/>
                </a:lnTo>
                <a:lnTo>
                  <a:pt x="11349" y="4912"/>
                </a:lnTo>
                <a:lnTo>
                  <a:pt x="11245" y="4731"/>
                </a:lnTo>
                <a:lnTo>
                  <a:pt x="11142" y="4576"/>
                </a:lnTo>
                <a:lnTo>
                  <a:pt x="11013" y="4421"/>
                </a:lnTo>
                <a:lnTo>
                  <a:pt x="10858" y="4292"/>
                </a:lnTo>
                <a:lnTo>
                  <a:pt x="10702" y="4189"/>
                </a:lnTo>
                <a:lnTo>
                  <a:pt x="10521" y="4085"/>
                </a:lnTo>
                <a:lnTo>
                  <a:pt x="10341" y="4033"/>
                </a:lnTo>
                <a:lnTo>
                  <a:pt x="10263" y="3697"/>
                </a:lnTo>
                <a:lnTo>
                  <a:pt x="10185" y="3387"/>
                </a:lnTo>
                <a:lnTo>
                  <a:pt x="10082" y="3077"/>
                </a:lnTo>
                <a:lnTo>
                  <a:pt x="9927" y="2793"/>
                </a:lnTo>
                <a:lnTo>
                  <a:pt x="9746" y="2534"/>
                </a:lnTo>
                <a:lnTo>
                  <a:pt x="9539" y="2276"/>
                </a:lnTo>
                <a:lnTo>
                  <a:pt x="9332" y="2043"/>
                </a:lnTo>
                <a:lnTo>
                  <a:pt x="9074" y="1836"/>
                </a:lnTo>
                <a:lnTo>
                  <a:pt x="9487" y="570"/>
                </a:lnTo>
                <a:lnTo>
                  <a:pt x="9513" y="466"/>
                </a:lnTo>
                <a:lnTo>
                  <a:pt x="9513" y="389"/>
                </a:lnTo>
                <a:lnTo>
                  <a:pt x="9487" y="311"/>
                </a:lnTo>
                <a:lnTo>
                  <a:pt x="9462" y="234"/>
                </a:lnTo>
                <a:lnTo>
                  <a:pt x="9436" y="182"/>
                </a:lnTo>
                <a:lnTo>
                  <a:pt x="9358" y="104"/>
                </a:lnTo>
                <a:lnTo>
                  <a:pt x="9307" y="53"/>
                </a:lnTo>
                <a:lnTo>
                  <a:pt x="9229" y="27"/>
                </a:lnTo>
                <a:lnTo>
                  <a:pt x="9151" y="1"/>
                </a:lnTo>
                <a:lnTo>
                  <a:pt x="9048" y="1"/>
                </a:lnTo>
                <a:lnTo>
                  <a:pt x="8970" y="27"/>
                </a:lnTo>
                <a:lnTo>
                  <a:pt x="8893" y="53"/>
                </a:lnTo>
                <a:lnTo>
                  <a:pt x="8841" y="104"/>
                </a:lnTo>
                <a:lnTo>
                  <a:pt x="8790" y="156"/>
                </a:lnTo>
                <a:lnTo>
                  <a:pt x="8738" y="234"/>
                </a:lnTo>
                <a:lnTo>
                  <a:pt x="8686" y="311"/>
                </a:lnTo>
                <a:lnTo>
                  <a:pt x="8350" y="1423"/>
                </a:lnTo>
                <a:lnTo>
                  <a:pt x="8066" y="1319"/>
                </a:lnTo>
                <a:lnTo>
                  <a:pt x="7755" y="1242"/>
                </a:lnTo>
                <a:lnTo>
                  <a:pt x="7445" y="1190"/>
                </a:lnTo>
                <a:lnTo>
                  <a:pt x="6825" y="1190"/>
                </a:lnTo>
                <a:lnTo>
                  <a:pt x="6515" y="1242"/>
                </a:lnTo>
                <a:lnTo>
                  <a:pt x="6230" y="1319"/>
                </a:lnTo>
                <a:lnTo>
                  <a:pt x="5946" y="1423"/>
                </a:lnTo>
                <a:lnTo>
                  <a:pt x="5584" y="311"/>
                </a:lnTo>
                <a:lnTo>
                  <a:pt x="5558" y="234"/>
                </a:lnTo>
                <a:lnTo>
                  <a:pt x="5507" y="156"/>
                </a:lnTo>
                <a:lnTo>
                  <a:pt x="5455" y="104"/>
                </a:lnTo>
                <a:lnTo>
                  <a:pt x="5377" y="53"/>
                </a:lnTo>
                <a:lnTo>
                  <a:pt x="5300" y="27"/>
                </a:lnTo>
                <a:lnTo>
                  <a:pt x="52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 name="Google Shape;1011;p59"/>
          <p:cNvGrpSpPr/>
          <p:nvPr/>
        </p:nvGrpSpPr>
        <p:grpSpPr>
          <a:xfrm>
            <a:off x="2358044" y="4223616"/>
            <a:ext cx="383481" cy="383454"/>
            <a:chOff x="1746475" y="4033650"/>
            <a:chExt cx="357425" cy="357400"/>
          </a:xfrm>
        </p:grpSpPr>
        <p:sp>
          <p:nvSpPr>
            <p:cNvPr id="1012" name="Google Shape;1012;p59"/>
            <p:cNvSpPr/>
            <p:nvPr/>
          </p:nvSpPr>
          <p:spPr>
            <a:xfrm>
              <a:off x="1746475" y="4033650"/>
              <a:ext cx="357425" cy="357400"/>
            </a:xfrm>
            <a:custGeom>
              <a:avLst/>
              <a:gdLst/>
              <a:ahLst/>
              <a:cxnLst/>
              <a:rect l="l" t="t" r="r" b="b"/>
              <a:pathLst>
                <a:path w="14297" h="14296" extrusionOk="0">
                  <a:moveTo>
                    <a:pt x="13443" y="1681"/>
                  </a:moveTo>
                  <a:lnTo>
                    <a:pt x="13443" y="2534"/>
                  </a:lnTo>
                  <a:lnTo>
                    <a:pt x="5714" y="2534"/>
                  </a:lnTo>
                  <a:lnTo>
                    <a:pt x="5326" y="1681"/>
                  </a:lnTo>
                  <a:close/>
                  <a:moveTo>
                    <a:pt x="4033" y="854"/>
                  </a:moveTo>
                  <a:lnTo>
                    <a:pt x="5042" y="3103"/>
                  </a:lnTo>
                  <a:lnTo>
                    <a:pt x="5119" y="3206"/>
                  </a:lnTo>
                  <a:lnTo>
                    <a:pt x="5197" y="3284"/>
                  </a:lnTo>
                  <a:lnTo>
                    <a:pt x="5300" y="3336"/>
                  </a:lnTo>
                  <a:lnTo>
                    <a:pt x="5429" y="3361"/>
                  </a:lnTo>
                  <a:lnTo>
                    <a:pt x="13443" y="3361"/>
                  </a:lnTo>
                  <a:lnTo>
                    <a:pt x="13443" y="9927"/>
                  </a:lnTo>
                  <a:lnTo>
                    <a:pt x="13443" y="10005"/>
                  </a:lnTo>
                  <a:lnTo>
                    <a:pt x="13417" y="10082"/>
                  </a:lnTo>
                  <a:lnTo>
                    <a:pt x="13365" y="10160"/>
                  </a:lnTo>
                  <a:lnTo>
                    <a:pt x="13314" y="10212"/>
                  </a:lnTo>
                  <a:lnTo>
                    <a:pt x="13262" y="10263"/>
                  </a:lnTo>
                  <a:lnTo>
                    <a:pt x="13184" y="10315"/>
                  </a:lnTo>
                  <a:lnTo>
                    <a:pt x="13107" y="10341"/>
                  </a:lnTo>
                  <a:lnTo>
                    <a:pt x="12564" y="10341"/>
                  </a:lnTo>
                  <a:lnTo>
                    <a:pt x="12590" y="10031"/>
                  </a:lnTo>
                  <a:lnTo>
                    <a:pt x="12590" y="8299"/>
                  </a:lnTo>
                  <a:lnTo>
                    <a:pt x="12564" y="8195"/>
                  </a:lnTo>
                  <a:lnTo>
                    <a:pt x="12512" y="8066"/>
                  </a:lnTo>
                  <a:lnTo>
                    <a:pt x="12435" y="7989"/>
                  </a:lnTo>
                  <a:lnTo>
                    <a:pt x="12331" y="7911"/>
                  </a:lnTo>
                  <a:lnTo>
                    <a:pt x="11995" y="7782"/>
                  </a:lnTo>
                  <a:lnTo>
                    <a:pt x="11659" y="7653"/>
                  </a:lnTo>
                  <a:lnTo>
                    <a:pt x="11323" y="7549"/>
                  </a:lnTo>
                  <a:lnTo>
                    <a:pt x="10987" y="7472"/>
                  </a:lnTo>
                  <a:lnTo>
                    <a:pt x="10651" y="7420"/>
                  </a:lnTo>
                  <a:lnTo>
                    <a:pt x="10315" y="7368"/>
                  </a:lnTo>
                  <a:lnTo>
                    <a:pt x="9979" y="7342"/>
                  </a:lnTo>
                  <a:lnTo>
                    <a:pt x="9643" y="7316"/>
                  </a:lnTo>
                  <a:lnTo>
                    <a:pt x="9307" y="7342"/>
                  </a:lnTo>
                  <a:lnTo>
                    <a:pt x="8971" y="7368"/>
                  </a:lnTo>
                  <a:lnTo>
                    <a:pt x="8635" y="7420"/>
                  </a:lnTo>
                  <a:lnTo>
                    <a:pt x="8299" y="7472"/>
                  </a:lnTo>
                  <a:lnTo>
                    <a:pt x="7963" y="7549"/>
                  </a:lnTo>
                  <a:lnTo>
                    <a:pt x="7627" y="7653"/>
                  </a:lnTo>
                  <a:lnTo>
                    <a:pt x="7291" y="7782"/>
                  </a:lnTo>
                  <a:lnTo>
                    <a:pt x="6955" y="7911"/>
                  </a:lnTo>
                  <a:lnTo>
                    <a:pt x="6851" y="7989"/>
                  </a:lnTo>
                  <a:lnTo>
                    <a:pt x="6774" y="8066"/>
                  </a:lnTo>
                  <a:lnTo>
                    <a:pt x="6748" y="8195"/>
                  </a:lnTo>
                  <a:lnTo>
                    <a:pt x="6722" y="8299"/>
                  </a:lnTo>
                  <a:lnTo>
                    <a:pt x="6722" y="10031"/>
                  </a:lnTo>
                  <a:lnTo>
                    <a:pt x="6722" y="10341"/>
                  </a:lnTo>
                  <a:lnTo>
                    <a:pt x="1164" y="10341"/>
                  </a:lnTo>
                  <a:lnTo>
                    <a:pt x="1086" y="10315"/>
                  </a:lnTo>
                  <a:lnTo>
                    <a:pt x="1009" y="10263"/>
                  </a:lnTo>
                  <a:lnTo>
                    <a:pt x="957" y="10212"/>
                  </a:lnTo>
                  <a:lnTo>
                    <a:pt x="906" y="10160"/>
                  </a:lnTo>
                  <a:lnTo>
                    <a:pt x="854" y="10082"/>
                  </a:lnTo>
                  <a:lnTo>
                    <a:pt x="828" y="10005"/>
                  </a:lnTo>
                  <a:lnTo>
                    <a:pt x="828" y="9927"/>
                  </a:lnTo>
                  <a:lnTo>
                    <a:pt x="828" y="854"/>
                  </a:lnTo>
                  <a:close/>
                  <a:moveTo>
                    <a:pt x="9643" y="8170"/>
                  </a:moveTo>
                  <a:lnTo>
                    <a:pt x="10160" y="8195"/>
                  </a:lnTo>
                  <a:lnTo>
                    <a:pt x="10703" y="8273"/>
                  </a:lnTo>
                  <a:lnTo>
                    <a:pt x="11220" y="8402"/>
                  </a:lnTo>
                  <a:lnTo>
                    <a:pt x="11737" y="8583"/>
                  </a:lnTo>
                  <a:lnTo>
                    <a:pt x="11737" y="10031"/>
                  </a:lnTo>
                  <a:lnTo>
                    <a:pt x="11737" y="10289"/>
                  </a:lnTo>
                  <a:lnTo>
                    <a:pt x="11711" y="10548"/>
                  </a:lnTo>
                  <a:lnTo>
                    <a:pt x="11659" y="10806"/>
                  </a:lnTo>
                  <a:lnTo>
                    <a:pt x="11608" y="11065"/>
                  </a:lnTo>
                  <a:lnTo>
                    <a:pt x="11504" y="11323"/>
                  </a:lnTo>
                  <a:lnTo>
                    <a:pt x="11427" y="11556"/>
                  </a:lnTo>
                  <a:lnTo>
                    <a:pt x="11297" y="11789"/>
                  </a:lnTo>
                  <a:lnTo>
                    <a:pt x="11168" y="12021"/>
                  </a:lnTo>
                  <a:lnTo>
                    <a:pt x="11039" y="12228"/>
                  </a:lnTo>
                  <a:lnTo>
                    <a:pt x="10884" y="12435"/>
                  </a:lnTo>
                  <a:lnTo>
                    <a:pt x="10703" y="12642"/>
                  </a:lnTo>
                  <a:lnTo>
                    <a:pt x="10522" y="12823"/>
                  </a:lnTo>
                  <a:lnTo>
                    <a:pt x="10315" y="13003"/>
                  </a:lnTo>
                  <a:lnTo>
                    <a:pt x="10108" y="13159"/>
                  </a:lnTo>
                  <a:lnTo>
                    <a:pt x="9876" y="13288"/>
                  </a:lnTo>
                  <a:lnTo>
                    <a:pt x="9643" y="13417"/>
                  </a:lnTo>
                  <a:lnTo>
                    <a:pt x="9410" y="13288"/>
                  </a:lnTo>
                  <a:lnTo>
                    <a:pt x="9204" y="13159"/>
                  </a:lnTo>
                  <a:lnTo>
                    <a:pt x="8971" y="13003"/>
                  </a:lnTo>
                  <a:lnTo>
                    <a:pt x="8790" y="12823"/>
                  </a:lnTo>
                  <a:lnTo>
                    <a:pt x="8609" y="12642"/>
                  </a:lnTo>
                  <a:lnTo>
                    <a:pt x="8428" y="12435"/>
                  </a:lnTo>
                  <a:lnTo>
                    <a:pt x="8273" y="12228"/>
                  </a:lnTo>
                  <a:lnTo>
                    <a:pt x="8118" y="12021"/>
                  </a:lnTo>
                  <a:lnTo>
                    <a:pt x="7989" y="11789"/>
                  </a:lnTo>
                  <a:lnTo>
                    <a:pt x="7885" y="11556"/>
                  </a:lnTo>
                  <a:lnTo>
                    <a:pt x="7782" y="11323"/>
                  </a:lnTo>
                  <a:lnTo>
                    <a:pt x="7704" y="11065"/>
                  </a:lnTo>
                  <a:lnTo>
                    <a:pt x="7627" y="10806"/>
                  </a:lnTo>
                  <a:lnTo>
                    <a:pt x="7601" y="10548"/>
                  </a:lnTo>
                  <a:lnTo>
                    <a:pt x="7575" y="10289"/>
                  </a:lnTo>
                  <a:lnTo>
                    <a:pt x="7549" y="10031"/>
                  </a:lnTo>
                  <a:lnTo>
                    <a:pt x="7549" y="8583"/>
                  </a:lnTo>
                  <a:lnTo>
                    <a:pt x="8092" y="8402"/>
                  </a:lnTo>
                  <a:lnTo>
                    <a:pt x="8609" y="8273"/>
                  </a:lnTo>
                  <a:lnTo>
                    <a:pt x="9126" y="8195"/>
                  </a:lnTo>
                  <a:lnTo>
                    <a:pt x="9643" y="8170"/>
                  </a:lnTo>
                  <a:close/>
                  <a:moveTo>
                    <a:pt x="414" y="1"/>
                  </a:moveTo>
                  <a:lnTo>
                    <a:pt x="311" y="27"/>
                  </a:lnTo>
                  <a:lnTo>
                    <a:pt x="233" y="53"/>
                  </a:lnTo>
                  <a:lnTo>
                    <a:pt x="182" y="78"/>
                  </a:lnTo>
                  <a:lnTo>
                    <a:pt x="104" y="130"/>
                  </a:lnTo>
                  <a:lnTo>
                    <a:pt x="52" y="208"/>
                  </a:lnTo>
                  <a:lnTo>
                    <a:pt x="27" y="259"/>
                  </a:lnTo>
                  <a:lnTo>
                    <a:pt x="1" y="337"/>
                  </a:lnTo>
                  <a:lnTo>
                    <a:pt x="1" y="440"/>
                  </a:lnTo>
                  <a:lnTo>
                    <a:pt x="1" y="9927"/>
                  </a:lnTo>
                  <a:lnTo>
                    <a:pt x="27" y="10186"/>
                  </a:lnTo>
                  <a:lnTo>
                    <a:pt x="78" y="10418"/>
                  </a:lnTo>
                  <a:lnTo>
                    <a:pt x="208" y="10625"/>
                  </a:lnTo>
                  <a:lnTo>
                    <a:pt x="363" y="10806"/>
                  </a:lnTo>
                  <a:lnTo>
                    <a:pt x="544" y="10961"/>
                  </a:lnTo>
                  <a:lnTo>
                    <a:pt x="750" y="11091"/>
                  </a:lnTo>
                  <a:lnTo>
                    <a:pt x="983" y="11142"/>
                  </a:lnTo>
                  <a:lnTo>
                    <a:pt x="1242" y="11168"/>
                  </a:lnTo>
                  <a:lnTo>
                    <a:pt x="6877" y="11168"/>
                  </a:lnTo>
                  <a:lnTo>
                    <a:pt x="7032" y="11685"/>
                  </a:lnTo>
                  <a:lnTo>
                    <a:pt x="7239" y="12150"/>
                  </a:lnTo>
                  <a:lnTo>
                    <a:pt x="7497" y="12590"/>
                  </a:lnTo>
                  <a:lnTo>
                    <a:pt x="7808" y="13003"/>
                  </a:lnTo>
                  <a:lnTo>
                    <a:pt x="8169" y="13391"/>
                  </a:lnTo>
                  <a:lnTo>
                    <a:pt x="8557" y="13727"/>
                  </a:lnTo>
                  <a:lnTo>
                    <a:pt x="8997" y="14012"/>
                  </a:lnTo>
                  <a:lnTo>
                    <a:pt x="9229" y="14141"/>
                  </a:lnTo>
                  <a:lnTo>
                    <a:pt x="9488" y="14270"/>
                  </a:lnTo>
                  <a:lnTo>
                    <a:pt x="9565" y="14296"/>
                  </a:lnTo>
                  <a:lnTo>
                    <a:pt x="9746" y="14296"/>
                  </a:lnTo>
                  <a:lnTo>
                    <a:pt x="9824" y="14270"/>
                  </a:lnTo>
                  <a:lnTo>
                    <a:pt x="10057" y="14141"/>
                  </a:lnTo>
                  <a:lnTo>
                    <a:pt x="10289" y="14012"/>
                  </a:lnTo>
                  <a:lnTo>
                    <a:pt x="10729" y="13727"/>
                  </a:lnTo>
                  <a:lnTo>
                    <a:pt x="11142" y="13391"/>
                  </a:lnTo>
                  <a:lnTo>
                    <a:pt x="11478" y="13003"/>
                  </a:lnTo>
                  <a:lnTo>
                    <a:pt x="11789" y="12590"/>
                  </a:lnTo>
                  <a:lnTo>
                    <a:pt x="12073" y="12150"/>
                  </a:lnTo>
                  <a:lnTo>
                    <a:pt x="12280" y="11685"/>
                  </a:lnTo>
                  <a:lnTo>
                    <a:pt x="12435" y="11168"/>
                  </a:lnTo>
                  <a:lnTo>
                    <a:pt x="13029" y="11168"/>
                  </a:lnTo>
                  <a:lnTo>
                    <a:pt x="13288" y="11142"/>
                  </a:lnTo>
                  <a:lnTo>
                    <a:pt x="13521" y="11091"/>
                  </a:lnTo>
                  <a:lnTo>
                    <a:pt x="13727" y="10961"/>
                  </a:lnTo>
                  <a:lnTo>
                    <a:pt x="13908" y="10806"/>
                  </a:lnTo>
                  <a:lnTo>
                    <a:pt x="14063" y="10625"/>
                  </a:lnTo>
                  <a:lnTo>
                    <a:pt x="14193" y="10418"/>
                  </a:lnTo>
                  <a:lnTo>
                    <a:pt x="14270" y="10186"/>
                  </a:lnTo>
                  <a:lnTo>
                    <a:pt x="14296" y="9927"/>
                  </a:lnTo>
                  <a:lnTo>
                    <a:pt x="14296" y="1268"/>
                  </a:lnTo>
                  <a:lnTo>
                    <a:pt x="14270" y="1190"/>
                  </a:lnTo>
                  <a:lnTo>
                    <a:pt x="14244" y="1112"/>
                  </a:lnTo>
                  <a:lnTo>
                    <a:pt x="14218" y="1035"/>
                  </a:lnTo>
                  <a:lnTo>
                    <a:pt x="14167" y="983"/>
                  </a:lnTo>
                  <a:lnTo>
                    <a:pt x="14089" y="931"/>
                  </a:lnTo>
                  <a:lnTo>
                    <a:pt x="14038" y="880"/>
                  </a:lnTo>
                  <a:lnTo>
                    <a:pt x="13960" y="854"/>
                  </a:lnTo>
                  <a:lnTo>
                    <a:pt x="4964" y="854"/>
                  </a:lnTo>
                  <a:lnTo>
                    <a:pt x="4706" y="259"/>
                  </a:lnTo>
                  <a:lnTo>
                    <a:pt x="4628" y="156"/>
                  </a:lnTo>
                  <a:lnTo>
                    <a:pt x="4550" y="78"/>
                  </a:lnTo>
                  <a:lnTo>
                    <a:pt x="4447" y="27"/>
                  </a:lnTo>
                  <a:lnTo>
                    <a:pt x="43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9"/>
            <p:cNvSpPr/>
            <p:nvPr/>
          </p:nvSpPr>
          <p:spPr>
            <a:xfrm>
              <a:off x="1955225" y="4278600"/>
              <a:ext cx="65300" cy="50425"/>
            </a:xfrm>
            <a:custGeom>
              <a:avLst/>
              <a:gdLst/>
              <a:ahLst/>
              <a:cxnLst/>
              <a:rect l="l" t="t" r="r" b="b"/>
              <a:pathLst>
                <a:path w="2612" h="2017" extrusionOk="0">
                  <a:moveTo>
                    <a:pt x="2198" y="0"/>
                  </a:moveTo>
                  <a:lnTo>
                    <a:pt x="2120" y="26"/>
                  </a:lnTo>
                  <a:lnTo>
                    <a:pt x="2043" y="26"/>
                  </a:lnTo>
                  <a:lnTo>
                    <a:pt x="1965" y="78"/>
                  </a:lnTo>
                  <a:lnTo>
                    <a:pt x="1888" y="129"/>
                  </a:lnTo>
                  <a:lnTo>
                    <a:pt x="1009" y="1008"/>
                  </a:lnTo>
                  <a:lnTo>
                    <a:pt x="698" y="724"/>
                  </a:lnTo>
                  <a:lnTo>
                    <a:pt x="647" y="672"/>
                  </a:lnTo>
                  <a:lnTo>
                    <a:pt x="569" y="620"/>
                  </a:lnTo>
                  <a:lnTo>
                    <a:pt x="492" y="595"/>
                  </a:lnTo>
                  <a:lnTo>
                    <a:pt x="336" y="595"/>
                  </a:lnTo>
                  <a:lnTo>
                    <a:pt x="259" y="620"/>
                  </a:lnTo>
                  <a:lnTo>
                    <a:pt x="181" y="672"/>
                  </a:lnTo>
                  <a:lnTo>
                    <a:pt x="104" y="724"/>
                  </a:lnTo>
                  <a:lnTo>
                    <a:pt x="52" y="776"/>
                  </a:lnTo>
                  <a:lnTo>
                    <a:pt x="26" y="853"/>
                  </a:lnTo>
                  <a:lnTo>
                    <a:pt x="0" y="931"/>
                  </a:lnTo>
                  <a:lnTo>
                    <a:pt x="0" y="1008"/>
                  </a:lnTo>
                  <a:lnTo>
                    <a:pt x="0" y="1086"/>
                  </a:lnTo>
                  <a:lnTo>
                    <a:pt x="26" y="1163"/>
                  </a:lnTo>
                  <a:lnTo>
                    <a:pt x="52" y="1241"/>
                  </a:lnTo>
                  <a:lnTo>
                    <a:pt x="104" y="1318"/>
                  </a:lnTo>
                  <a:lnTo>
                    <a:pt x="698" y="1913"/>
                  </a:lnTo>
                  <a:lnTo>
                    <a:pt x="776" y="1965"/>
                  </a:lnTo>
                  <a:lnTo>
                    <a:pt x="854" y="1991"/>
                  </a:lnTo>
                  <a:lnTo>
                    <a:pt x="931" y="2016"/>
                  </a:lnTo>
                  <a:lnTo>
                    <a:pt x="1086" y="2016"/>
                  </a:lnTo>
                  <a:lnTo>
                    <a:pt x="1164" y="1991"/>
                  </a:lnTo>
                  <a:lnTo>
                    <a:pt x="1241" y="1965"/>
                  </a:lnTo>
                  <a:lnTo>
                    <a:pt x="1293" y="1913"/>
                  </a:lnTo>
                  <a:lnTo>
                    <a:pt x="2482" y="724"/>
                  </a:lnTo>
                  <a:lnTo>
                    <a:pt x="2534" y="646"/>
                  </a:lnTo>
                  <a:lnTo>
                    <a:pt x="2585" y="595"/>
                  </a:lnTo>
                  <a:lnTo>
                    <a:pt x="2611" y="517"/>
                  </a:lnTo>
                  <a:lnTo>
                    <a:pt x="2611" y="414"/>
                  </a:lnTo>
                  <a:lnTo>
                    <a:pt x="2611" y="336"/>
                  </a:lnTo>
                  <a:lnTo>
                    <a:pt x="2585" y="259"/>
                  </a:lnTo>
                  <a:lnTo>
                    <a:pt x="2534" y="207"/>
                  </a:lnTo>
                  <a:lnTo>
                    <a:pt x="2482" y="129"/>
                  </a:lnTo>
                  <a:lnTo>
                    <a:pt x="2430" y="78"/>
                  </a:lnTo>
                  <a:lnTo>
                    <a:pt x="2353" y="26"/>
                  </a:lnTo>
                  <a:lnTo>
                    <a:pt x="2275" y="26"/>
                  </a:lnTo>
                  <a:lnTo>
                    <a:pt x="21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9"/>
            <p:cNvSpPr/>
            <p:nvPr/>
          </p:nvSpPr>
          <p:spPr>
            <a:xfrm>
              <a:off x="1788500" y="4250150"/>
              <a:ext cx="91125" cy="21350"/>
            </a:xfrm>
            <a:custGeom>
              <a:avLst/>
              <a:gdLst/>
              <a:ahLst/>
              <a:cxnLst/>
              <a:rect l="l" t="t" r="r" b="b"/>
              <a:pathLst>
                <a:path w="3645" h="854" extrusionOk="0">
                  <a:moveTo>
                    <a:pt x="440" y="1"/>
                  </a:moveTo>
                  <a:lnTo>
                    <a:pt x="336" y="27"/>
                  </a:lnTo>
                  <a:lnTo>
                    <a:pt x="259" y="27"/>
                  </a:lnTo>
                  <a:lnTo>
                    <a:pt x="207" y="78"/>
                  </a:lnTo>
                  <a:lnTo>
                    <a:pt x="129" y="130"/>
                  </a:lnTo>
                  <a:lnTo>
                    <a:pt x="78" y="182"/>
                  </a:lnTo>
                  <a:lnTo>
                    <a:pt x="52" y="259"/>
                  </a:lnTo>
                  <a:lnTo>
                    <a:pt x="26" y="337"/>
                  </a:lnTo>
                  <a:lnTo>
                    <a:pt x="0" y="414"/>
                  </a:lnTo>
                  <a:lnTo>
                    <a:pt x="26" y="518"/>
                  </a:lnTo>
                  <a:lnTo>
                    <a:pt x="52" y="595"/>
                  </a:lnTo>
                  <a:lnTo>
                    <a:pt x="78" y="647"/>
                  </a:lnTo>
                  <a:lnTo>
                    <a:pt x="129" y="724"/>
                  </a:lnTo>
                  <a:lnTo>
                    <a:pt x="207" y="776"/>
                  </a:lnTo>
                  <a:lnTo>
                    <a:pt x="259" y="802"/>
                  </a:lnTo>
                  <a:lnTo>
                    <a:pt x="336" y="828"/>
                  </a:lnTo>
                  <a:lnTo>
                    <a:pt x="440" y="854"/>
                  </a:lnTo>
                  <a:lnTo>
                    <a:pt x="3231" y="854"/>
                  </a:lnTo>
                  <a:lnTo>
                    <a:pt x="3309" y="828"/>
                  </a:lnTo>
                  <a:lnTo>
                    <a:pt x="3386" y="802"/>
                  </a:lnTo>
                  <a:lnTo>
                    <a:pt x="3464" y="776"/>
                  </a:lnTo>
                  <a:lnTo>
                    <a:pt x="3516" y="724"/>
                  </a:lnTo>
                  <a:lnTo>
                    <a:pt x="3567" y="647"/>
                  </a:lnTo>
                  <a:lnTo>
                    <a:pt x="3619" y="595"/>
                  </a:lnTo>
                  <a:lnTo>
                    <a:pt x="3619" y="518"/>
                  </a:lnTo>
                  <a:lnTo>
                    <a:pt x="3645" y="414"/>
                  </a:lnTo>
                  <a:lnTo>
                    <a:pt x="3619" y="337"/>
                  </a:lnTo>
                  <a:lnTo>
                    <a:pt x="3619" y="259"/>
                  </a:lnTo>
                  <a:lnTo>
                    <a:pt x="3567" y="182"/>
                  </a:lnTo>
                  <a:lnTo>
                    <a:pt x="3516" y="130"/>
                  </a:lnTo>
                  <a:lnTo>
                    <a:pt x="3464" y="78"/>
                  </a:lnTo>
                  <a:lnTo>
                    <a:pt x="3386" y="27"/>
                  </a:lnTo>
                  <a:lnTo>
                    <a:pt x="3309" y="27"/>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9"/>
            <p:cNvSpPr/>
            <p:nvPr/>
          </p:nvSpPr>
          <p:spPr>
            <a:xfrm>
              <a:off x="1788500" y="4208150"/>
              <a:ext cx="91125" cy="21350"/>
            </a:xfrm>
            <a:custGeom>
              <a:avLst/>
              <a:gdLst/>
              <a:ahLst/>
              <a:cxnLst/>
              <a:rect l="l" t="t" r="r" b="b"/>
              <a:pathLst>
                <a:path w="3645" h="854" extrusionOk="0">
                  <a:moveTo>
                    <a:pt x="440" y="0"/>
                  </a:moveTo>
                  <a:lnTo>
                    <a:pt x="336" y="26"/>
                  </a:lnTo>
                  <a:lnTo>
                    <a:pt x="259" y="52"/>
                  </a:lnTo>
                  <a:lnTo>
                    <a:pt x="207" y="78"/>
                  </a:lnTo>
                  <a:lnTo>
                    <a:pt x="129" y="130"/>
                  </a:lnTo>
                  <a:lnTo>
                    <a:pt x="78" y="207"/>
                  </a:lnTo>
                  <a:lnTo>
                    <a:pt x="52" y="259"/>
                  </a:lnTo>
                  <a:lnTo>
                    <a:pt x="26" y="336"/>
                  </a:lnTo>
                  <a:lnTo>
                    <a:pt x="0" y="440"/>
                  </a:lnTo>
                  <a:lnTo>
                    <a:pt x="26" y="517"/>
                  </a:lnTo>
                  <a:lnTo>
                    <a:pt x="52" y="595"/>
                  </a:lnTo>
                  <a:lnTo>
                    <a:pt x="78" y="673"/>
                  </a:lnTo>
                  <a:lnTo>
                    <a:pt x="129" y="724"/>
                  </a:lnTo>
                  <a:lnTo>
                    <a:pt x="207" y="776"/>
                  </a:lnTo>
                  <a:lnTo>
                    <a:pt x="259" y="828"/>
                  </a:lnTo>
                  <a:lnTo>
                    <a:pt x="336" y="828"/>
                  </a:lnTo>
                  <a:lnTo>
                    <a:pt x="440" y="853"/>
                  </a:lnTo>
                  <a:lnTo>
                    <a:pt x="3231" y="853"/>
                  </a:lnTo>
                  <a:lnTo>
                    <a:pt x="3309" y="828"/>
                  </a:lnTo>
                  <a:lnTo>
                    <a:pt x="3386" y="828"/>
                  </a:lnTo>
                  <a:lnTo>
                    <a:pt x="3464" y="776"/>
                  </a:lnTo>
                  <a:lnTo>
                    <a:pt x="3516" y="724"/>
                  </a:lnTo>
                  <a:lnTo>
                    <a:pt x="3567" y="673"/>
                  </a:lnTo>
                  <a:lnTo>
                    <a:pt x="3619" y="595"/>
                  </a:lnTo>
                  <a:lnTo>
                    <a:pt x="3619" y="517"/>
                  </a:lnTo>
                  <a:lnTo>
                    <a:pt x="3645" y="440"/>
                  </a:lnTo>
                  <a:lnTo>
                    <a:pt x="3619" y="336"/>
                  </a:lnTo>
                  <a:lnTo>
                    <a:pt x="3619" y="259"/>
                  </a:lnTo>
                  <a:lnTo>
                    <a:pt x="3567" y="207"/>
                  </a:lnTo>
                  <a:lnTo>
                    <a:pt x="3516" y="130"/>
                  </a:lnTo>
                  <a:lnTo>
                    <a:pt x="3464" y="78"/>
                  </a:lnTo>
                  <a:lnTo>
                    <a:pt x="3386" y="52"/>
                  </a:lnTo>
                  <a:lnTo>
                    <a:pt x="3309" y="26"/>
                  </a:lnTo>
                  <a:lnTo>
                    <a:pt x="32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59"/>
          <p:cNvGrpSpPr/>
          <p:nvPr/>
        </p:nvGrpSpPr>
        <p:grpSpPr>
          <a:xfrm>
            <a:off x="3204669" y="4223616"/>
            <a:ext cx="307171" cy="383454"/>
            <a:chOff x="2535575" y="4033650"/>
            <a:chExt cx="286300" cy="357400"/>
          </a:xfrm>
        </p:grpSpPr>
        <p:sp>
          <p:nvSpPr>
            <p:cNvPr id="1017" name="Google Shape;1017;p59"/>
            <p:cNvSpPr/>
            <p:nvPr/>
          </p:nvSpPr>
          <p:spPr>
            <a:xfrm>
              <a:off x="2535575" y="4033650"/>
              <a:ext cx="286300" cy="357400"/>
            </a:xfrm>
            <a:custGeom>
              <a:avLst/>
              <a:gdLst/>
              <a:ahLst/>
              <a:cxnLst/>
              <a:rect l="l" t="t" r="r" b="b"/>
              <a:pathLst>
                <a:path w="11452" h="14296" extrusionOk="0">
                  <a:moveTo>
                    <a:pt x="5739" y="854"/>
                  </a:moveTo>
                  <a:lnTo>
                    <a:pt x="6359" y="880"/>
                  </a:lnTo>
                  <a:lnTo>
                    <a:pt x="6954" y="906"/>
                  </a:lnTo>
                  <a:lnTo>
                    <a:pt x="7574" y="983"/>
                  </a:lnTo>
                  <a:lnTo>
                    <a:pt x="8195" y="1087"/>
                  </a:lnTo>
                  <a:lnTo>
                    <a:pt x="8789" y="1242"/>
                  </a:lnTo>
                  <a:lnTo>
                    <a:pt x="9410" y="1397"/>
                  </a:lnTo>
                  <a:lnTo>
                    <a:pt x="10004" y="1604"/>
                  </a:lnTo>
                  <a:lnTo>
                    <a:pt x="10625" y="1836"/>
                  </a:lnTo>
                  <a:lnTo>
                    <a:pt x="10625" y="6282"/>
                  </a:lnTo>
                  <a:lnTo>
                    <a:pt x="10599" y="6877"/>
                  </a:lnTo>
                  <a:lnTo>
                    <a:pt x="10521" y="7446"/>
                  </a:lnTo>
                  <a:lnTo>
                    <a:pt x="10418" y="8014"/>
                  </a:lnTo>
                  <a:lnTo>
                    <a:pt x="10263" y="8557"/>
                  </a:lnTo>
                  <a:lnTo>
                    <a:pt x="10082" y="9100"/>
                  </a:lnTo>
                  <a:lnTo>
                    <a:pt x="9849" y="9617"/>
                  </a:lnTo>
                  <a:lnTo>
                    <a:pt x="9591" y="10134"/>
                  </a:lnTo>
                  <a:lnTo>
                    <a:pt x="9280" y="10599"/>
                  </a:lnTo>
                  <a:lnTo>
                    <a:pt x="8944" y="11065"/>
                  </a:lnTo>
                  <a:lnTo>
                    <a:pt x="8557" y="11504"/>
                  </a:lnTo>
                  <a:lnTo>
                    <a:pt x="8169" y="11918"/>
                  </a:lnTo>
                  <a:lnTo>
                    <a:pt x="7729" y="12280"/>
                  </a:lnTo>
                  <a:lnTo>
                    <a:pt x="7264" y="12616"/>
                  </a:lnTo>
                  <a:lnTo>
                    <a:pt x="6799" y="12926"/>
                  </a:lnTo>
                  <a:lnTo>
                    <a:pt x="6282" y="13210"/>
                  </a:lnTo>
                  <a:lnTo>
                    <a:pt x="5739" y="13443"/>
                  </a:lnTo>
                  <a:lnTo>
                    <a:pt x="5196" y="13210"/>
                  </a:lnTo>
                  <a:lnTo>
                    <a:pt x="4679" y="12926"/>
                  </a:lnTo>
                  <a:lnTo>
                    <a:pt x="4188" y="12616"/>
                  </a:lnTo>
                  <a:lnTo>
                    <a:pt x="3748" y="12280"/>
                  </a:lnTo>
                  <a:lnTo>
                    <a:pt x="3309" y="11918"/>
                  </a:lnTo>
                  <a:lnTo>
                    <a:pt x="2895" y="11504"/>
                  </a:lnTo>
                  <a:lnTo>
                    <a:pt x="2533" y="11065"/>
                  </a:lnTo>
                  <a:lnTo>
                    <a:pt x="2197" y="10599"/>
                  </a:lnTo>
                  <a:lnTo>
                    <a:pt x="1887" y="10134"/>
                  </a:lnTo>
                  <a:lnTo>
                    <a:pt x="1629" y="9617"/>
                  </a:lnTo>
                  <a:lnTo>
                    <a:pt x="1396" y="9100"/>
                  </a:lnTo>
                  <a:lnTo>
                    <a:pt x="1189" y="8557"/>
                  </a:lnTo>
                  <a:lnTo>
                    <a:pt x="1060" y="8014"/>
                  </a:lnTo>
                  <a:lnTo>
                    <a:pt x="931" y="7446"/>
                  </a:lnTo>
                  <a:lnTo>
                    <a:pt x="879" y="6877"/>
                  </a:lnTo>
                  <a:lnTo>
                    <a:pt x="853" y="6282"/>
                  </a:lnTo>
                  <a:lnTo>
                    <a:pt x="853" y="1836"/>
                  </a:lnTo>
                  <a:lnTo>
                    <a:pt x="1448" y="1604"/>
                  </a:lnTo>
                  <a:lnTo>
                    <a:pt x="2068" y="1397"/>
                  </a:lnTo>
                  <a:lnTo>
                    <a:pt x="2689" y="1242"/>
                  </a:lnTo>
                  <a:lnTo>
                    <a:pt x="3283" y="1087"/>
                  </a:lnTo>
                  <a:lnTo>
                    <a:pt x="3903" y="983"/>
                  </a:lnTo>
                  <a:lnTo>
                    <a:pt x="4524" y="906"/>
                  </a:lnTo>
                  <a:lnTo>
                    <a:pt x="5118" y="880"/>
                  </a:lnTo>
                  <a:lnTo>
                    <a:pt x="5739" y="854"/>
                  </a:lnTo>
                  <a:close/>
                  <a:moveTo>
                    <a:pt x="5739" y="1"/>
                  </a:moveTo>
                  <a:lnTo>
                    <a:pt x="5041" y="27"/>
                  </a:lnTo>
                  <a:lnTo>
                    <a:pt x="4369" y="78"/>
                  </a:lnTo>
                  <a:lnTo>
                    <a:pt x="3697" y="182"/>
                  </a:lnTo>
                  <a:lnTo>
                    <a:pt x="2999" y="311"/>
                  </a:lnTo>
                  <a:lnTo>
                    <a:pt x="2327" y="466"/>
                  </a:lnTo>
                  <a:lnTo>
                    <a:pt x="1629" y="647"/>
                  </a:lnTo>
                  <a:lnTo>
                    <a:pt x="957" y="880"/>
                  </a:lnTo>
                  <a:lnTo>
                    <a:pt x="259" y="1164"/>
                  </a:lnTo>
                  <a:lnTo>
                    <a:pt x="155" y="1216"/>
                  </a:lnTo>
                  <a:lnTo>
                    <a:pt x="78" y="1319"/>
                  </a:lnTo>
                  <a:lnTo>
                    <a:pt x="26" y="1423"/>
                  </a:lnTo>
                  <a:lnTo>
                    <a:pt x="0" y="1552"/>
                  </a:lnTo>
                  <a:lnTo>
                    <a:pt x="0" y="6282"/>
                  </a:lnTo>
                  <a:lnTo>
                    <a:pt x="26" y="6929"/>
                  </a:lnTo>
                  <a:lnTo>
                    <a:pt x="103" y="7575"/>
                  </a:lnTo>
                  <a:lnTo>
                    <a:pt x="233" y="8221"/>
                  </a:lnTo>
                  <a:lnTo>
                    <a:pt x="414" y="8842"/>
                  </a:lnTo>
                  <a:lnTo>
                    <a:pt x="620" y="9436"/>
                  </a:lnTo>
                  <a:lnTo>
                    <a:pt x="879" y="10031"/>
                  </a:lnTo>
                  <a:lnTo>
                    <a:pt x="1189" y="10599"/>
                  </a:lnTo>
                  <a:lnTo>
                    <a:pt x="1551" y="11168"/>
                  </a:lnTo>
                  <a:lnTo>
                    <a:pt x="1939" y="11685"/>
                  </a:lnTo>
                  <a:lnTo>
                    <a:pt x="2378" y="12176"/>
                  </a:lnTo>
                  <a:lnTo>
                    <a:pt x="2844" y="12616"/>
                  </a:lnTo>
                  <a:lnTo>
                    <a:pt x="3335" y="13029"/>
                  </a:lnTo>
                  <a:lnTo>
                    <a:pt x="3852" y="13391"/>
                  </a:lnTo>
                  <a:lnTo>
                    <a:pt x="4395" y="13727"/>
                  </a:lnTo>
                  <a:lnTo>
                    <a:pt x="4989" y="14038"/>
                  </a:lnTo>
                  <a:lnTo>
                    <a:pt x="5584" y="14270"/>
                  </a:lnTo>
                  <a:lnTo>
                    <a:pt x="5739" y="14296"/>
                  </a:lnTo>
                  <a:lnTo>
                    <a:pt x="5868" y="14270"/>
                  </a:lnTo>
                  <a:lnTo>
                    <a:pt x="6489" y="14038"/>
                  </a:lnTo>
                  <a:lnTo>
                    <a:pt x="7057" y="13727"/>
                  </a:lnTo>
                  <a:lnTo>
                    <a:pt x="7626" y="13391"/>
                  </a:lnTo>
                  <a:lnTo>
                    <a:pt x="8143" y="13029"/>
                  </a:lnTo>
                  <a:lnTo>
                    <a:pt x="8634" y="12616"/>
                  </a:lnTo>
                  <a:lnTo>
                    <a:pt x="9099" y="12176"/>
                  </a:lnTo>
                  <a:lnTo>
                    <a:pt x="9539" y="11685"/>
                  </a:lnTo>
                  <a:lnTo>
                    <a:pt x="9927" y="11168"/>
                  </a:lnTo>
                  <a:lnTo>
                    <a:pt x="10289" y="10599"/>
                  </a:lnTo>
                  <a:lnTo>
                    <a:pt x="10599" y="10031"/>
                  </a:lnTo>
                  <a:lnTo>
                    <a:pt x="10857" y="9436"/>
                  </a:lnTo>
                  <a:lnTo>
                    <a:pt x="11064" y="8842"/>
                  </a:lnTo>
                  <a:lnTo>
                    <a:pt x="11245" y="8221"/>
                  </a:lnTo>
                  <a:lnTo>
                    <a:pt x="11348" y="7575"/>
                  </a:lnTo>
                  <a:lnTo>
                    <a:pt x="11426" y="6929"/>
                  </a:lnTo>
                  <a:lnTo>
                    <a:pt x="11452" y="6282"/>
                  </a:lnTo>
                  <a:lnTo>
                    <a:pt x="11452" y="1552"/>
                  </a:lnTo>
                  <a:lnTo>
                    <a:pt x="11452" y="1423"/>
                  </a:lnTo>
                  <a:lnTo>
                    <a:pt x="11400" y="1319"/>
                  </a:lnTo>
                  <a:lnTo>
                    <a:pt x="11297" y="1216"/>
                  </a:lnTo>
                  <a:lnTo>
                    <a:pt x="11193" y="1164"/>
                  </a:lnTo>
                  <a:lnTo>
                    <a:pt x="10521" y="880"/>
                  </a:lnTo>
                  <a:lnTo>
                    <a:pt x="9849" y="647"/>
                  </a:lnTo>
                  <a:lnTo>
                    <a:pt x="9151" y="466"/>
                  </a:lnTo>
                  <a:lnTo>
                    <a:pt x="8479" y="311"/>
                  </a:lnTo>
                  <a:lnTo>
                    <a:pt x="7781" y="182"/>
                  </a:lnTo>
                  <a:lnTo>
                    <a:pt x="7109" y="78"/>
                  </a:lnTo>
                  <a:lnTo>
                    <a:pt x="6411" y="27"/>
                  </a:lnTo>
                  <a:lnTo>
                    <a:pt x="5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9"/>
            <p:cNvSpPr/>
            <p:nvPr/>
          </p:nvSpPr>
          <p:spPr>
            <a:xfrm>
              <a:off x="2595025" y="4105400"/>
              <a:ext cx="168050" cy="174500"/>
            </a:xfrm>
            <a:custGeom>
              <a:avLst/>
              <a:gdLst/>
              <a:ahLst/>
              <a:cxnLst/>
              <a:rect l="l" t="t" r="r" b="b"/>
              <a:pathLst>
                <a:path w="6722" h="6980" extrusionOk="0">
                  <a:moveTo>
                    <a:pt x="3568" y="827"/>
                  </a:moveTo>
                  <a:lnTo>
                    <a:pt x="3619" y="1138"/>
                  </a:lnTo>
                  <a:lnTo>
                    <a:pt x="3671" y="1241"/>
                  </a:lnTo>
                  <a:lnTo>
                    <a:pt x="3723" y="1344"/>
                  </a:lnTo>
                  <a:lnTo>
                    <a:pt x="3826" y="1422"/>
                  </a:lnTo>
                  <a:lnTo>
                    <a:pt x="3930" y="1474"/>
                  </a:lnTo>
                  <a:lnTo>
                    <a:pt x="4162" y="1551"/>
                  </a:lnTo>
                  <a:lnTo>
                    <a:pt x="4395" y="1655"/>
                  </a:lnTo>
                  <a:lnTo>
                    <a:pt x="4628" y="1810"/>
                  </a:lnTo>
                  <a:lnTo>
                    <a:pt x="4808" y="1991"/>
                  </a:lnTo>
                  <a:lnTo>
                    <a:pt x="4912" y="2042"/>
                  </a:lnTo>
                  <a:lnTo>
                    <a:pt x="5015" y="2094"/>
                  </a:lnTo>
                  <a:lnTo>
                    <a:pt x="5145" y="2094"/>
                  </a:lnTo>
                  <a:lnTo>
                    <a:pt x="5248" y="2068"/>
                  </a:lnTo>
                  <a:lnTo>
                    <a:pt x="5558" y="1965"/>
                  </a:lnTo>
                  <a:lnTo>
                    <a:pt x="5765" y="2327"/>
                  </a:lnTo>
                  <a:lnTo>
                    <a:pt x="5506" y="2534"/>
                  </a:lnTo>
                  <a:lnTo>
                    <a:pt x="5429" y="2637"/>
                  </a:lnTo>
                  <a:lnTo>
                    <a:pt x="5403" y="2740"/>
                  </a:lnTo>
                  <a:lnTo>
                    <a:pt x="5377" y="2844"/>
                  </a:lnTo>
                  <a:lnTo>
                    <a:pt x="5377" y="2947"/>
                  </a:lnTo>
                  <a:lnTo>
                    <a:pt x="5429" y="3231"/>
                  </a:lnTo>
                  <a:lnTo>
                    <a:pt x="5455" y="3490"/>
                  </a:lnTo>
                  <a:lnTo>
                    <a:pt x="5429" y="3723"/>
                  </a:lnTo>
                  <a:lnTo>
                    <a:pt x="5377" y="4007"/>
                  </a:lnTo>
                  <a:lnTo>
                    <a:pt x="5377" y="4110"/>
                  </a:lnTo>
                  <a:lnTo>
                    <a:pt x="5403" y="4240"/>
                  </a:lnTo>
                  <a:lnTo>
                    <a:pt x="5429" y="4343"/>
                  </a:lnTo>
                  <a:lnTo>
                    <a:pt x="5506" y="4421"/>
                  </a:lnTo>
                  <a:lnTo>
                    <a:pt x="5765" y="4627"/>
                  </a:lnTo>
                  <a:lnTo>
                    <a:pt x="5558" y="4989"/>
                  </a:lnTo>
                  <a:lnTo>
                    <a:pt x="5248" y="4886"/>
                  </a:lnTo>
                  <a:lnTo>
                    <a:pt x="5145" y="4860"/>
                  </a:lnTo>
                  <a:lnTo>
                    <a:pt x="5015" y="4860"/>
                  </a:lnTo>
                  <a:lnTo>
                    <a:pt x="4912" y="4912"/>
                  </a:lnTo>
                  <a:lnTo>
                    <a:pt x="4808" y="4963"/>
                  </a:lnTo>
                  <a:lnTo>
                    <a:pt x="4628" y="5144"/>
                  </a:lnTo>
                  <a:lnTo>
                    <a:pt x="4395" y="5300"/>
                  </a:lnTo>
                  <a:lnTo>
                    <a:pt x="4162" y="5403"/>
                  </a:lnTo>
                  <a:lnTo>
                    <a:pt x="3930" y="5480"/>
                  </a:lnTo>
                  <a:lnTo>
                    <a:pt x="3826" y="5532"/>
                  </a:lnTo>
                  <a:lnTo>
                    <a:pt x="3723" y="5610"/>
                  </a:lnTo>
                  <a:lnTo>
                    <a:pt x="3671" y="5713"/>
                  </a:lnTo>
                  <a:lnTo>
                    <a:pt x="3619" y="5817"/>
                  </a:lnTo>
                  <a:lnTo>
                    <a:pt x="3568" y="6127"/>
                  </a:lnTo>
                  <a:lnTo>
                    <a:pt x="3154" y="6127"/>
                  </a:lnTo>
                  <a:lnTo>
                    <a:pt x="3102" y="5817"/>
                  </a:lnTo>
                  <a:lnTo>
                    <a:pt x="3051" y="5713"/>
                  </a:lnTo>
                  <a:lnTo>
                    <a:pt x="2999" y="5610"/>
                  </a:lnTo>
                  <a:lnTo>
                    <a:pt x="2896" y="5532"/>
                  </a:lnTo>
                  <a:lnTo>
                    <a:pt x="2792" y="5480"/>
                  </a:lnTo>
                  <a:lnTo>
                    <a:pt x="2534" y="5403"/>
                  </a:lnTo>
                  <a:lnTo>
                    <a:pt x="2301" y="5300"/>
                  </a:lnTo>
                  <a:lnTo>
                    <a:pt x="2094" y="5144"/>
                  </a:lnTo>
                  <a:lnTo>
                    <a:pt x="1887" y="4963"/>
                  </a:lnTo>
                  <a:lnTo>
                    <a:pt x="1810" y="4912"/>
                  </a:lnTo>
                  <a:lnTo>
                    <a:pt x="1681" y="4860"/>
                  </a:lnTo>
                  <a:lnTo>
                    <a:pt x="1577" y="4860"/>
                  </a:lnTo>
                  <a:lnTo>
                    <a:pt x="1448" y="4886"/>
                  </a:lnTo>
                  <a:lnTo>
                    <a:pt x="1164" y="4989"/>
                  </a:lnTo>
                  <a:lnTo>
                    <a:pt x="957" y="4627"/>
                  </a:lnTo>
                  <a:lnTo>
                    <a:pt x="1189" y="4421"/>
                  </a:lnTo>
                  <a:lnTo>
                    <a:pt x="1267" y="4343"/>
                  </a:lnTo>
                  <a:lnTo>
                    <a:pt x="1319" y="4240"/>
                  </a:lnTo>
                  <a:lnTo>
                    <a:pt x="1345" y="4110"/>
                  </a:lnTo>
                  <a:lnTo>
                    <a:pt x="1319" y="4007"/>
                  </a:lnTo>
                  <a:lnTo>
                    <a:pt x="1293" y="3723"/>
                  </a:lnTo>
                  <a:lnTo>
                    <a:pt x="1267" y="3490"/>
                  </a:lnTo>
                  <a:lnTo>
                    <a:pt x="1293" y="3231"/>
                  </a:lnTo>
                  <a:lnTo>
                    <a:pt x="1319" y="2947"/>
                  </a:lnTo>
                  <a:lnTo>
                    <a:pt x="1345" y="2844"/>
                  </a:lnTo>
                  <a:lnTo>
                    <a:pt x="1319" y="2740"/>
                  </a:lnTo>
                  <a:lnTo>
                    <a:pt x="1267" y="2637"/>
                  </a:lnTo>
                  <a:lnTo>
                    <a:pt x="1189" y="2534"/>
                  </a:lnTo>
                  <a:lnTo>
                    <a:pt x="957" y="2327"/>
                  </a:lnTo>
                  <a:lnTo>
                    <a:pt x="1164" y="1965"/>
                  </a:lnTo>
                  <a:lnTo>
                    <a:pt x="1448" y="2068"/>
                  </a:lnTo>
                  <a:lnTo>
                    <a:pt x="1577" y="2094"/>
                  </a:lnTo>
                  <a:lnTo>
                    <a:pt x="1681" y="2094"/>
                  </a:lnTo>
                  <a:lnTo>
                    <a:pt x="1810" y="2042"/>
                  </a:lnTo>
                  <a:lnTo>
                    <a:pt x="1887" y="1991"/>
                  </a:lnTo>
                  <a:lnTo>
                    <a:pt x="2094" y="1810"/>
                  </a:lnTo>
                  <a:lnTo>
                    <a:pt x="2301" y="1655"/>
                  </a:lnTo>
                  <a:lnTo>
                    <a:pt x="2534" y="1551"/>
                  </a:lnTo>
                  <a:lnTo>
                    <a:pt x="2792" y="1474"/>
                  </a:lnTo>
                  <a:lnTo>
                    <a:pt x="2896" y="1422"/>
                  </a:lnTo>
                  <a:lnTo>
                    <a:pt x="2999" y="1344"/>
                  </a:lnTo>
                  <a:lnTo>
                    <a:pt x="3051" y="1241"/>
                  </a:lnTo>
                  <a:lnTo>
                    <a:pt x="3102" y="1138"/>
                  </a:lnTo>
                  <a:lnTo>
                    <a:pt x="3154" y="827"/>
                  </a:lnTo>
                  <a:close/>
                  <a:moveTo>
                    <a:pt x="2792" y="0"/>
                  </a:moveTo>
                  <a:lnTo>
                    <a:pt x="2663" y="26"/>
                  </a:lnTo>
                  <a:lnTo>
                    <a:pt x="2534" y="78"/>
                  </a:lnTo>
                  <a:lnTo>
                    <a:pt x="2430" y="207"/>
                  </a:lnTo>
                  <a:lnTo>
                    <a:pt x="2379" y="336"/>
                  </a:lnTo>
                  <a:lnTo>
                    <a:pt x="2301" y="750"/>
                  </a:lnTo>
                  <a:lnTo>
                    <a:pt x="2094" y="827"/>
                  </a:lnTo>
                  <a:lnTo>
                    <a:pt x="1887" y="931"/>
                  </a:lnTo>
                  <a:lnTo>
                    <a:pt x="1706" y="1060"/>
                  </a:lnTo>
                  <a:lnTo>
                    <a:pt x="1500" y="1215"/>
                  </a:lnTo>
                  <a:lnTo>
                    <a:pt x="1112" y="1060"/>
                  </a:lnTo>
                  <a:lnTo>
                    <a:pt x="983" y="1034"/>
                  </a:lnTo>
                  <a:lnTo>
                    <a:pt x="828" y="1060"/>
                  </a:lnTo>
                  <a:lnTo>
                    <a:pt x="698" y="1138"/>
                  </a:lnTo>
                  <a:lnTo>
                    <a:pt x="621" y="1241"/>
                  </a:lnTo>
                  <a:lnTo>
                    <a:pt x="52" y="2223"/>
                  </a:lnTo>
                  <a:lnTo>
                    <a:pt x="0" y="2353"/>
                  </a:lnTo>
                  <a:lnTo>
                    <a:pt x="0" y="2508"/>
                  </a:lnTo>
                  <a:lnTo>
                    <a:pt x="52" y="2637"/>
                  </a:lnTo>
                  <a:lnTo>
                    <a:pt x="155" y="2740"/>
                  </a:lnTo>
                  <a:lnTo>
                    <a:pt x="466" y="3025"/>
                  </a:lnTo>
                  <a:lnTo>
                    <a:pt x="440" y="3257"/>
                  </a:lnTo>
                  <a:lnTo>
                    <a:pt x="414" y="3490"/>
                  </a:lnTo>
                  <a:lnTo>
                    <a:pt x="440" y="3697"/>
                  </a:lnTo>
                  <a:lnTo>
                    <a:pt x="466" y="3929"/>
                  </a:lnTo>
                  <a:lnTo>
                    <a:pt x="155" y="4214"/>
                  </a:lnTo>
                  <a:lnTo>
                    <a:pt x="52" y="4317"/>
                  </a:lnTo>
                  <a:lnTo>
                    <a:pt x="0" y="4446"/>
                  </a:lnTo>
                  <a:lnTo>
                    <a:pt x="0" y="4602"/>
                  </a:lnTo>
                  <a:lnTo>
                    <a:pt x="52" y="4731"/>
                  </a:lnTo>
                  <a:lnTo>
                    <a:pt x="621" y="5713"/>
                  </a:lnTo>
                  <a:lnTo>
                    <a:pt x="698" y="5817"/>
                  </a:lnTo>
                  <a:lnTo>
                    <a:pt x="828" y="5894"/>
                  </a:lnTo>
                  <a:lnTo>
                    <a:pt x="983" y="5920"/>
                  </a:lnTo>
                  <a:lnTo>
                    <a:pt x="1112" y="5894"/>
                  </a:lnTo>
                  <a:lnTo>
                    <a:pt x="1500" y="5739"/>
                  </a:lnTo>
                  <a:lnTo>
                    <a:pt x="1706" y="5894"/>
                  </a:lnTo>
                  <a:lnTo>
                    <a:pt x="1887" y="6023"/>
                  </a:lnTo>
                  <a:lnTo>
                    <a:pt x="2094" y="6127"/>
                  </a:lnTo>
                  <a:lnTo>
                    <a:pt x="2301" y="6204"/>
                  </a:lnTo>
                  <a:lnTo>
                    <a:pt x="2379" y="6618"/>
                  </a:lnTo>
                  <a:lnTo>
                    <a:pt x="2430" y="6773"/>
                  </a:lnTo>
                  <a:lnTo>
                    <a:pt x="2534" y="6876"/>
                  </a:lnTo>
                  <a:lnTo>
                    <a:pt x="2663" y="6954"/>
                  </a:lnTo>
                  <a:lnTo>
                    <a:pt x="2792" y="6980"/>
                  </a:lnTo>
                  <a:lnTo>
                    <a:pt x="3904" y="6980"/>
                  </a:lnTo>
                  <a:lnTo>
                    <a:pt x="4059" y="6954"/>
                  </a:lnTo>
                  <a:lnTo>
                    <a:pt x="4188" y="6876"/>
                  </a:lnTo>
                  <a:lnTo>
                    <a:pt x="4266" y="6773"/>
                  </a:lnTo>
                  <a:lnTo>
                    <a:pt x="4317" y="6618"/>
                  </a:lnTo>
                  <a:lnTo>
                    <a:pt x="4395" y="6204"/>
                  </a:lnTo>
                  <a:lnTo>
                    <a:pt x="4628" y="6127"/>
                  </a:lnTo>
                  <a:lnTo>
                    <a:pt x="4834" y="6023"/>
                  </a:lnTo>
                  <a:lnTo>
                    <a:pt x="5015" y="5894"/>
                  </a:lnTo>
                  <a:lnTo>
                    <a:pt x="5196" y="5739"/>
                  </a:lnTo>
                  <a:lnTo>
                    <a:pt x="5584" y="5894"/>
                  </a:lnTo>
                  <a:lnTo>
                    <a:pt x="5739" y="5920"/>
                  </a:lnTo>
                  <a:lnTo>
                    <a:pt x="5894" y="5894"/>
                  </a:lnTo>
                  <a:lnTo>
                    <a:pt x="5998" y="5817"/>
                  </a:lnTo>
                  <a:lnTo>
                    <a:pt x="6101" y="5713"/>
                  </a:lnTo>
                  <a:lnTo>
                    <a:pt x="6670" y="4731"/>
                  </a:lnTo>
                  <a:lnTo>
                    <a:pt x="6721" y="4602"/>
                  </a:lnTo>
                  <a:lnTo>
                    <a:pt x="6721" y="4446"/>
                  </a:lnTo>
                  <a:lnTo>
                    <a:pt x="6670" y="4317"/>
                  </a:lnTo>
                  <a:lnTo>
                    <a:pt x="6566" y="4214"/>
                  </a:lnTo>
                  <a:lnTo>
                    <a:pt x="6256" y="3929"/>
                  </a:lnTo>
                  <a:lnTo>
                    <a:pt x="6282" y="3697"/>
                  </a:lnTo>
                  <a:lnTo>
                    <a:pt x="6282" y="3490"/>
                  </a:lnTo>
                  <a:lnTo>
                    <a:pt x="6282" y="3257"/>
                  </a:lnTo>
                  <a:lnTo>
                    <a:pt x="6256" y="3025"/>
                  </a:lnTo>
                  <a:lnTo>
                    <a:pt x="6566" y="2740"/>
                  </a:lnTo>
                  <a:lnTo>
                    <a:pt x="6670" y="2637"/>
                  </a:lnTo>
                  <a:lnTo>
                    <a:pt x="6721" y="2508"/>
                  </a:lnTo>
                  <a:lnTo>
                    <a:pt x="6721" y="2353"/>
                  </a:lnTo>
                  <a:lnTo>
                    <a:pt x="6670" y="2223"/>
                  </a:lnTo>
                  <a:lnTo>
                    <a:pt x="6101" y="1241"/>
                  </a:lnTo>
                  <a:lnTo>
                    <a:pt x="5998" y="1138"/>
                  </a:lnTo>
                  <a:lnTo>
                    <a:pt x="5894" y="1060"/>
                  </a:lnTo>
                  <a:lnTo>
                    <a:pt x="5739" y="1034"/>
                  </a:lnTo>
                  <a:lnTo>
                    <a:pt x="5584" y="1060"/>
                  </a:lnTo>
                  <a:lnTo>
                    <a:pt x="5196" y="1215"/>
                  </a:lnTo>
                  <a:lnTo>
                    <a:pt x="5015" y="1060"/>
                  </a:lnTo>
                  <a:lnTo>
                    <a:pt x="4834" y="931"/>
                  </a:lnTo>
                  <a:lnTo>
                    <a:pt x="4628" y="827"/>
                  </a:lnTo>
                  <a:lnTo>
                    <a:pt x="4395" y="750"/>
                  </a:lnTo>
                  <a:lnTo>
                    <a:pt x="4317" y="336"/>
                  </a:lnTo>
                  <a:lnTo>
                    <a:pt x="4266" y="207"/>
                  </a:lnTo>
                  <a:lnTo>
                    <a:pt x="4188" y="78"/>
                  </a:lnTo>
                  <a:lnTo>
                    <a:pt x="4059" y="26"/>
                  </a:lnTo>
                  <a:lnTo>
                    <a:pt x="39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9"/>
            <p:cNvSpPr/>
            <p:nvPr/>
          </p:nvSpPr>
          <p:spPr>
            <a:xfrm>
              <a:off x="2647375" y="4160975"/>
              <a:ext cx="62700" cy="62700"/>
            </a:xfrm>
            <a:custGeom>
              <a:avLst/>
              <a:gdLst/>
              <a:ahLst/>
              <a:cxnLst/>
              <a:rect l="l" t="t" r="r" b="b"/>
              <a:pathLst>
                <a:path w="2508" h="2508" extrusionOk="0">
                  <a:moveTo>
                    <a:pt x="1267" y="828"/>
                  </a:moveTo>
                  <a:lnTo>
                    <a:pt x="1344" y="853"/>
                  </a:lnTo>
                  <a:lnTo>
                    <a:pt x="1422" y="879"/>
                  </a:lnTo>
                  <a:lnTo>
                    <a:pt x="1500" y="905"/>
                  </a:lnTo>
                  <a:lnTo>
                    <a:pt x="1551" y="957"/>
                  </a:lnTo>
                  <a:lnTo>
                    <a:pt x="1603" y="1008"/>
                  </a:lnTo>
                  <a:lnTo>
                    <a:pt x="1655" y="1086"/>
                  </a:lnTo>
                  <a:lnTo>
                    <a:pt x="1680" y="1164"/>
                  </a:lnTo>
                  <a:lnTo>
                    <a:pt x="1680" y="1267"/>
                  </a:lnTo>
                  <a:lnTo>
                    <a:pt x="1680" y="1345"/>
                  </a:lnTo>
                  <a:lnTo>
                    <a:pt x="1655" y="1422"/>
                  </a:lnTo>
                  <a:lnTo>
                    <a:pt x="1603" y="1500"/>
                  </a:lnTo>
                  <a:lnTo>
                    <a:pt x="1551" y="1551"/>
                  </a:lnTo>
                  <a:lnTo>
                    <a:pt x="1500" y="1603"/>
                  </a:lnTo>
                  <a:lnTo>
                    <a:pt x="1422" y="1629"/>
                  </a:lnTo>
                  <a:lnTo>
                    <a:pt x="1344" y="1655"/>
                  </a:lnTo>
                  <a:lnTo>
                    <a:pt x="1267" y="1681"/>
                  </a:lnTo>
                  <a:lnTo>
                    <a:pt x="1189" y="1655"/>
                  </a:lnTo>
                  <a:lnTo>
                    <a:pt x="1112" y="1629"/>
                  </a:lnTo>
                  <a:lnTo>
                    <a:pt x="1034" y="1603"/>
                  </a:lnTo>
                  <a:lnTo>
                    <a:pt x="957" y="1551"/>
                  </a:lnTo>
                  <a:lnTo>
                    <a:pt x="905" y="1500"/>
                  </a:lnTo>
                  <a:lnTo>
                    <a:pt x="879" y="1422"/>
                  </a:lnTo>
                  <a:lnTo>
                    <a:pt x="853" y="1345"/>
                  </a:lnTo>
                  <a:lnTo>
                    <a:pt x="853" y="1267"/>
                  </a:lnTo>
                  <a:lnTo>
                    <a:pt x="853" y="1164"/>
                  </a:lnTo>
                  <a:lnTo>
                    <a:pt x="879" y="1086"/>
                  </a:lnTo>
                  <a:lnTo>
                    <a:pt x="905" y="1008"/>
                  </a:lnTo>
                  <a:lnTo>
                    <a:pt x="957" y="957"/>
                  </a:lnTo>
                  <a:lnTo>
                    <a:pt x="1034" y="905"/>
                  </a:lnTo>
                  <a:lnTo>
                    <a:pt x="1112" y="879"/>
                  </a:lnTo>
                  <a:lnTo>
                    <a:pt x="1189" y="853"/>
                  </a:lnTo>
                  <a:lnTo>
                    <a:pt x="1267" y="828"/>
                  </a:lnTo>
                  <a:close/>
                  <a:moveTo>
                    <a:pt x="1267" y="0"/>
                  </a:moveTo>
                  <a:lnTo>
                    <a:pt x="1008" y="26"/>
                  </a:lnTo>
                  <a:lnTo>
                    <a:pt x="776" y="104"/>
                  </a:lnTo>
                  <a:lnTo>
                    <a:pt x="569" y="207"/>
                  </a:lnTo>
                  <a:lnTo>
                    <a:pt x="388" y="362"/>
                  </a:lnTo>
                  <a:lnTo>
                    <a:pt x="233" y="543"/>
                  </a:lnTo>
                  <a:lnTo>
                    <a:pt x="104" y="776"/>
                  </a:lnTo>
                  <a:lnTo>
                    <a:pt x="26" y="1008"/>
                  </a:lnTo>
                  <a:lnTo>
                    <a:pt x="0" y="1267"/>
                  </a:lnTo>
                  <a:lnTo>
                    <a:pt x="26" y="1500"/>
                  </a:lnTo>
                  <a:lnTo>
                    <a:pt x="104" y="1732"/>
                  </a:lnTo>
                  <a:lnTo>
                    <a:pt x="233" y="1965"/>
                  </a:lnTo>
                  <a:lnTo>
                    <a:pt x="388" y="2146"/>
                  </a:lnTo>
                  <a:lnTo>
                    <a:pt x="569" y="2301"/>
                  </a:lnTo>
                  <a:lnTo>
                    <a:pt x="776" y="2404"/>
                  </a:lnTo>
                  <a:lnTo>
                    <a:pt x="1008" y="2482"/>
                  </a:lnTo>
                  <a:lnTo>
                    <a:pt x="1267" y="2508"/>
                  </a:lnTo>
                  <a:lnTo>
                    <a:pt x="1525" y="2482"/>
                  </a:lnTo>
                  <a:lnTo>
                    <a:pt x="1758" y="2404"/>
                  </a:lnTo>
                  <a:lnTo>
                    <a:pt x="1965" y="2301"/>
                  </a:lnTo>
                  <a:lnTo>
                    <a:pt x="2146" y="2146"/>
                  </a:lnTo>
                  <a:lnTo>
                    <a:pt x="2301" y="1965"/>
                  </a:lnTo>
                  <a:lnTo>
                    <a:pt x="2430" y="1732"/>
                  </a:lnTo>
                  <a:lnTo>
                    <a:pt x="2482" y="1500"/>
                  </a:lnTo>
                  <a:lnTo>
                    <a:pt x="2508" y="1267"/>
                  </a:lnTo>
                  <a:lnTo>
                    <a:pt x="2482" y="1008"/>
                  </a:lnTo>
                  <a:lnTo>
                    <a:pt x="2430" y="776"/>
                  </a:lnTo>
                  <a:lnTo>
                    <a:pt x="2301" y="543"/>
                  </a:lnTo>
                  <a:lnTo>
                    <a:pt x="2146" y="362"/>
                  </a:lnTo>
                  <a:lnTo>
                    <a:pt x="1965" y="207"/>
                  </a:lnTo>
                  <a:lnTo>
                    <a:pt x="1758" y="104"/>
                  </a:lnTo>
                  <a:lnTo>
                    <a:pt x="1525" y="26"/>
                  </a:lnTo>
                  <a:lnTo>
                    <a:pt x="12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59"/>
          <p:cNvGrpSpPr/>
          <p:nvPr/>
        </p:nvGrpSpPr>
        <p:grpSpPr>
          <a:xfrm>
            <a:off x="3975682" y="4223616"/>
            <a:ext cx="383454" cy="383454"/>
            <a:chOff x="3254200" y="4033650"/>
            <a:chExt cx="357400" cy="357400"/>
          </a:xfrm>
        </p:grpSpPr>
        <p:sp>
          <p:nvSpPr>
            <p:cNvPr id="1021" name="Google Shape;1021;p59"/>
            <p:cNvSpPr/>
            <p:nvPr/>
          </p:nvSpPr>
          <p:spPr>
            <a:xfrm>
              <a:off x="3393150" y="4231425"/>
              <a:ext cx="80150" cy="60125"/>
            </a:xfrm>
            <a:custGeom>
              <a:avLst/>
              <a:gdLst/>
              <a:ahLst/>
              <a:cxnLst/>
              <a:rect l="l" t="t" r="r" b="b"/>
              <a:pathLst>
                <a:path w="3206" h="2405" extrusionOk="0">
                  <a:moveTo>
                    <a:pt x="2689" y="0"/>
                  </a:moveTo>
                  <a:lnTo>
                    <a:pt x="2611" y="26"/>
                  </a:lnTo>
                  <a:lnTo>
                    <a:pt x="2560" y="52"/>
                  </a:lnTo>
                  <a:lnTo>
                    <a:pt x="2482" y="103"/>
                  </a:lnTo>
                  <a:lnTo>
                    <a:pt x="1190" y="1396"/>
                  </a:lnTo>
                  <a:lnTo>
                    <a:pt x="698" y="905"/>
                  </a:lnTo>
                  <a:lnTo>
                    <a:pt x="647" y="853"/>
                  </a:lnTo>
                  <a:lnTo>
                    <a:pt x="569" y="801"/>
                  </a:lnTo>
                  <a:lnTo>
                    <a:pt x="492" y="801"/>
                  </a:lnTo>
                  <a:lnTo>
                    <a:pt x="414" y="776"/>
                  </a:lnTo>
                  <a:lnTo>
                    <a:pt x="337" y="801"/>
                  </a:lnTo>
                  <a:lnTo>
                    <a:pt x="259" y="801"/>
                  </a:lnTo>
                  <a:lnTo>
                    <a:pt x="181" y="853"/>
                  </a:lnTo>
                  <a:lnTo>
                    <a:pt x="104" y="905"/>
                  </a:lnTo>
                  <a:lnTo>
                    <a:pt x="52" y="982"/>
                  </a:lnTo>
                  <a:lnTo>
                    <a:pt x="26" y="1034"/>
                  </a:lnTo>
                  <a:lnTo>
                    <a:pt x="1" y="1112"/>
                  </a:lnTo>
                  <a:lnTo>
                    <a:pt x="1" y="1189"/>
                  </a:lnTo>
                  <a:lnTo>
                    <a:pt x="1" y="1293"/>
                  </a:lnTo>
                  <a:lnTo>
                    <a:pt x="26" y="1370"/>
                  </a:lnTo>
                  <a:lnTo>
                    <a:pt x="52" y="1422"/>
                  </a:lnTo>
                  <a:lnTo>
                    <a:pt x="104" y="1499"/>
                  </a:lnTo>
                  <a:lnTo>
                    <a:pt x="905" y="2275"/>
                  </a:lnTo>
                  <a:lnTo>
                    <a:pt x="983" y="2352"/>
                  </a:lnTo>
                  <a:lnTo>
                    <a:pt x="1035" y="2378"/>
                  </a:lnTo>
                  <a:lnTo>
                    <a:pt x="1112" y="2404"/>
                  </a:lnTo>
                  <a:lnTo>
                    <a:pt x="1293" y="2404"/>
                  </a:lnTo>
                  <a:lnTo>
                    <a:pt x="1371" y="2378"/>
                  </a:lnTo>
                  <a:lnTo>
                    <a:pt x="1422" y="2352"/>
                  </a:lnTo>
                  <a:lnTo>
                    <a:pt x="1500" y="2275"/>
                  </a:lnTo>
                  <a:lnTo>
                    <a:pt x="3077" y="698"/>
                  </a:lnTo>
                  <a:lnTo>
                    <a:pt x="3128" y="646"/>
                  </a:lnTo>
                  <a:lnTo>
                    <a:pt x="3180" y="569"/>
                  </a:lnTo>
                  <a:lnTo>
                    <a:pt x="3180" y="491"/>
                  </a:lnTo>
                  <a:lnTo>
                    <a:pt x="3206" y="414"/>
                  </a:lnTo>
                  <a:lnTo>
                    <a:pt x="3180" y="336"/>
                  </a:lnTo>
                  <a:lnTo>
                    <a:pt x="3180" y="259"/>
                  </a:lnTo>
                  <a:lnTo>
                    <a:pt x="3128" y="181"/>
                  </a:lnTo>
                  <a:lnTo>
                    <a:pt x="3077" y="103"/>
                  </a:lnTo>
                  <a:lnTo>
                    <a:pt x="2999" y="52"/>
                  </a:lnTo>
                  <a:lnTo>
                    <a:pt x="2947" y="26"/>
                  </a:lnTo>
                  <a:lnTo>
                    <a:pt x="28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9"/>
            <p:cNvSpPr/>
            <p:nvPr/>
          </p:nvSpPr>
          <p:spPr>
            <a:xfrm>
              <a:off x="3254200" y="4033650"/>
              <a:ext cx="357400" cy="357400"/>
            </a:xfrm>
            <a:custGeom>
              <a:avLst/>
              <a:gdLst/>
              <a:ahLst/>
              <a:cxnLst/>
              <a:rect l="l" t="t" r="r" b="b"/>
              <a:pathLst>
                <a:path w="14296" h="14296" extrusionOk="0">
                  <a:moveTo>
                    <a:pt x="7161" y="3103"/>
                  </a:moveTo>
                  <a:lnTo>
                    <a:pt x="7342" y="3129"/>
                  </a:lnTo>
                  <a:lnTo>
                    <a:pt x="7523" y="3155"/>
                  </a:lnTo>
                  <a:lnTo>
                    <a:pt x="7704" y="3180"/>
                  </a:lnTo>
                  <a:lnTo>
                    <a:pt x="7859" y="3258"/>
                  </a:lnTo>
                  <a:lnTo>
                    <a:pt x="8014" y="3336"/>
                  </a:lnTo>
                  <a:lnTo>
                    <a:pt x="8169" y="3413"/>
                  </a:lnTo>
                  <a:lnTo>
                    <a:pt x="8299" y="3516"/>
                  </a:lnTo>
                  <a:lnTo>
                    <a:pt x="8428" y="3646"/>
                  </a:lnTo>
                  <a:lnTo>
                    <a:pt x="8557" y="3775"/>
                  </a:lnTo>
                  <a:lnTo>
                    <a:pt x="8661" y="3904"/>
                  </a:lnTo>
                  <a:lnTo>
                    <a:pt x="8738" y="4059"/>
                  </a:lnTo>
                  <a:lnTo>
                    <a:pt x="8816" y="4214"/>
                  </a:lnTo>
                  <a:lnTo>
                    <a:pt x="8893" y="4395"/>
                  </a:lnTo>
                  <a:lnTo>
                    <a:pt x="8919" y="4550"/>
                  </a:lnTo>
                  <a:lnTo>
                    <a:pt x="8971" y="4731"/>
                  </a:lnTo>
                  <a:lnTo>
                    <a:pt x="8971" y="4912"/>
                  </a:lnTo>
                  <a:lnTo>
                    <a:pt x="8971" y="6179"/>
                  </a:lnTo>
                  <a:lnTo>
                    <a:pt x="5352" y="6179"/>
                  </a:lnTo>
                  <a:lnTo>
                    <a:pt x="5352" y="4912"/>
                  </a:lnTo>
                  <a:lnTo>
                    <a:pt x="5352" y="4731"/>
                  </a:lnTo>
                  <a:lnTo>
                    <a:pt x="5378" y="4550"/>
                  </a:lnTo>
                  <a:lnTo>
                    <a:pt x="5429" y="4395"/>
                  </a:lnTo>
                  <a:lnTo>
                    <a:pt x="5481" y="4214"/>
                  </a:lnTo>
                  <a:lnTo>
                    <a:pt x="5559" y="4059"/>
                  </a:lnTo>
                  <a:lnTo>
                    <a:pt x="5662" y="3904"/>
                  </a:lnTo>
                  <a:lnTo>
                    <a:pt x="5765" y="3775"/>
                  </a:lnTo>
                  <a:lnTo>
                    <a:pt x="5869" y="3646"/>
                  </a:lnTo>
                  <a:lnTo>
                    <a:pt x="5998" y="3516"/>
                  </a:lnTo>
                  <a:lnTo>
                    <a:pt x="6127" y="3413"/>
                  </a:lnTo>
                  <a:lnTo>
                    <a:pt x="6282" y="3336"/>
                  </a:lnTo>
                  <a:lnTo>
                    <a:pt x="6437" y="3258"/>
                  </a:lnTo>
                  <a:lnTo>
                    <a:pt x="6618" y="3180"/>
                  </a:lnTo>
                  <a:lnTo>
                    <a:pt x="6799" y="3155"/>
                  </a:lnTo>
                  <a:lnTo>
                    <a:pt x="6980" y="3129"/>
                  </a:lnTo>
                  <a:lnTo>
                    <a:pt x="7161" y="3103"/>
                  </a:lnTo>
                  <a:close/>
                  <a:moveTo>
                    <a:pt x="9384" y="7006"/>
                  </a:moveTo>
                  <a:lnTo>
                    <a:pt x="9462" y="7032"/>
                  </a:lnTo>
                  <a:lnTo>
                    <a:pt x="9539" y="7058"/>
                  </a:lnTo>
                  <a:lnTo>
                    <a:pt x="9617" y="7084"/>
                  </a:lnTo>
                  <a:lnTo>
                    <a:pt x="9695" y="7136"/>
                  </a:lnTo>
                  <a:lnTo>
                    <a:pt x="9746" y="7213"/>
                  </a:lnTo>
                  <a:lnTo>
                    <a:pt x="9772" y="7265"/>
                  </a:lnTo>
                  <a:lnTo>
                    <a:pt x="9798" y="7342"/>
                  </a:lnTo>
                  <a:lnTo>
                    <a:pt x="9798" y="7446"/>
                  </a:lnTo>
                  <a:lnTo>
                    <a:pt x="9798" y="10780"/>
                  </a:lnTo>
                  <a:lnTo>
                    <a:pt x="9798" y="10884"/>
                  </a:lnTo>
                  <a:lnTo>
                    <a:pt x="9772" y="10961"/>
                  </a:lnTo>
                  <a:lnTo>
                    <a:pt x="9746" y="11013"/>
                  </a:lnTo>
                  <a:lnTo>
                    <a:pt x="9695" y="11091"/>
                  </a:lnTo>
                  <a:lnTo>
                    <a:pt x="9617" y="11142"/>
                  </a:lnTo>
                  <a:lnTo>
                    <a:pt x="9539" y="11168"/>
                  </a:lnTo>
                  <a:lnTo>
                    <a:pt x="9462" y="11194"/>
                  </a:lnTo>
                  <a:lnTo>
                    <a:pt x="4835" y="11194"/>
                  </a:lnTo>
                  <a:lnTo>
                    <a:pt x="4757" y="11168"/>
                  </a:lnTo>
                  <a:lnTo>
                    <a:pt x="4680" y="11142"/>
                  </a:lnTo>
                  <a:lnTo>
                    <a:pt x="4628" y="11091"/>
                  </a:lnTo>
                  <a:lnTo>
                    <a:pt x="4576" y="11013"/>
                  </a:lnTo>
                  <a:lnTo>
                    <a:pt x="4525" y="10961"/>
                  </a:lnTo>
                  <a:lnTo>
                    <a:pt x="4499" y="10884"/>
                  </a:lnTo>
                  <a:lnTo>
                    <a:pt x="4499" y="10780"/>
                  </a:lnTo>
                  <a:lnTo>
                    <a:pt x="4499" y="7446"/>
                  </a:lnTo>
                  <a:lnTo>
                    <a:pt x="4499" y="7342"/>
                  </a:lnTo>
                  <a:lnTo>
                    <a:pt x="4525" y="7265"/>
                  </a:lnTo>
                  <a:lnTo>
                    <a:pt x="4576" y="7213"/>
                  </a:lnTo>
                  <a:lnTo>
                    <a:pt x="4628" y="7136"/>
                  </a:lnTo>
                  <a:lnTo>
                    <a:pt x="4680" y="7084"/>
                  </a:lnTo>
                  <a:lnTo>
                    <a:pt x="4757" y="7058"/>
                  </a:lnTo>
                  <a:lnTo>
                    <a:pt x="4835" y="7032"/>
                  </a:lnTo>
                  <a:lnTo>
                    <a:pt x="4912" y="7006"/>
                  </a:lnTo>
                  <a:close/>
                  <a:moveTo>
                    <a:pt x="1293" y="1"/>
                  </a:moveTo>
                  <a:lnTo>
                    <a:pt x="1216" y="27"/>
                  </a:lnTo>
                  <a:lnTo>
                    <a:pt x="1138" y="53"/>
                  </a:lnTo>
                  <a:lnTo>
                    <a:pt x="1061" y="78"/>
                  </a:lnTo>
                  <a:lnTo>
                    <a:pt x="983" y="130"/>
                  </a:lnTo>
                  <a:lnTo>
                    <a:pt x="931" y="208"/>
                  </a:lnTo>
                  <a:lnTo>
                    <a:pt x="905" y="259"/>
                  </a:lnTo>
                  <a:lnTo>
                    <a:pt x="880" y="337"/>
                  </a:lnTo>
                  <a:lnTo>
                    <a:pt x="880" y="440"/>
                  </a:lnTo>
                  <a:lnTo>
                    <a:pt x="880" y="518"/>
                  </a:lnTo>
                  <a:lnTo>
                    <a:pt x="905" y="595"/>
                  </a:lnTo>
                  <a:lnTo>
                    <a:pt x="931" y="673"/>
                  </a:lnTo>
                  <a:lnTo>
                    <a:pt x="983" y="725"/>
                  </a:lnTo>
                  <a:lnTo>
                    <a:pt x="1061" y="776"/>
                  </a:lnTo>
                  <a:lnTo>
                    <a:pt x="1138" y="828"/>
                  </a:lnTo>
                  <a:lnTo>
                    <a:pt x="1216" y="828"/>
                  </a:lnTo>
                  <a:lnTo>
                    <a:pt x="1293" y="854"/>
                  </a:lnTo>
                  <a:lnTo>
                    <a:pt x="1707" y="854"/>
                  </a:lnTo>
                  <a:lnTo>
                    <a:pt x="1707" y="4912"/>
                  </a:lnTo>
                  <a:lnTo>
                    <a:pt x="1707" y="5016"/>
                  </a:lnTo>
                  <a:lnTo>
                    <a:pt x="1733" y="5093"/>
                  </a:lnTo>
                  <a:lnTo>
                    <a:pt x="1784" y="5171"/>
                  </a:lnTo>
                  <a:lnTo>
                    <a:pt x="1836" y="5223"/>
                  </a:lnTo>
                  <a:lnTo>
                    <a:pt x="1888" y="5274"/>
                  </a:lnTo>
                  <a:lnTo>
                    <a:pt x="1965" y="5300"/>
                  </a:lnTo>
                  <a:lnTo>
                    <a:pt x="2043" y="5326"/>
                  </a:lnTo>
                  <a:lnTo>
                    <a:pt x="2120" y="5352"/>
                  </a:lnTo>
                  <a:lnTo>
                    <a:pt x="4499" y="5352"/>
                  </a:lnTo>
                  <a:lnTo>
                    <a:pt x="4499" y="6257"/>
                  </a:lnTo>
                  <a:lnTo>
                    <a:pt x="4318" y="6334"/>
                  </a:lnTo>
                  <a:lnTo>
                    <a:pt x="4163" y="6438"/>
                  </a:lnTo>
                  <a:lnTo>
                    <a:pt x="4033" y="6567"/>
                  </a:lnTo>
                  <a:lnTo>
                    <a:pt x="3904" y="6696"/>
                  </a:lnTo>
                  <a:lnTo>
                    <a:pt x="3801" y="6877"/>
                  </a:lnTo>
                  <a:lnTo>
                    <a:pt x="3723" y="7058"/>
                  </a:lnTo>
                  <a:lnTo>
                    <a:pt x="3671" y="7239"/>
                  </a:lnTo>
                  <a:lnTo>
                    <a:pt x="3671" y="7446"/>
                  </a:lnTo>
                  <a:lnTo>
                    <a:pt x="3671" y="7859"/>
                  </a:lnTo>
                  <a:lnTo>
                    <a:pt x="854" y="7859"/>
                  </a:lnTo>
                  <a:lnTo>
                    <a:pt x="854" y="7446"/>
                  </a:lnTo>
                  <a:lnTo>
                    <a:pt x="828" y="7342"/>
                  </a:lnTo>
                  <a:lnTo>
                    <a:pt x="802" y="7265"/>
                  </a:lnTo>
                  <a:lnTo>
                    <a:pt x="776" y="7213"/>
                  </a:lnTo>
                  <a:lnTo>
                    <a:pt x="724" y="7136"/>
                  </a:lnTo>
                  <a:lnTo>
                    <a:pt x="647" y="7084"/>
                  </a:lnTo>
                  <a:lnTo>
                    <a:pt x="595" y="7058"/>
                  </a:lnTo>
                  <a:lnTo>
                    <a:pt x="518" y="7032"/>
                  </a:lnTo>
                  <a:lnTo>
                    <a:pt x="414" y="7006"/>
                  </a:lnTo>
                  <a:lnTo>
                    <a:pt x="337" y="7032"/>
                  </a:lnTo>
                  <a:lnTo>
                    <a:pt x="259" y="7058"/>
                  </a:lnTo>
                  <a:lnTo>
                    <a:pt x="182" y="7084"/>
                  </a:lnTo>
                  <a:lnTo>
                    <a:pt x="130" y="7136"/>
                  </a:lnTo>
                  <a:lnTo>
                    <a:pt x="78" y="7213"/>
                  </a:lnTo>
                  <a:lnTo>
                    <a:pt x="27" y="7265"/>
                  </a:lnTo>
                  <a:lnTo>
                    <a:pt x="27" y="7342"/>
                  </a:lnTo>
                  <a:lnTo>
                    <a:pt x="1" y="7446"/>
                  </a:lnTo>
                  <a:lnTo>
                    <a:pt x="1" y="9100"/>
                  </a:lnTo>
                  <a:lnTo>
                    <a:pt x="27" y="9204"/>
                  </a:lnTo>
                  <a:lnTo>
                    <a:pt x="27" y="9281"/>
                  </a:lnTo>
                  <a:lnTo>
                    <a:pt x="78" y="9359"/>
                  </a:lnTo>
                  <a:lnTo>
                    <a:pt x="130" y="9410"/>
                  </a:lnTo>
                  <a:lnTo>
                    <a:pt x="182" y="9462"/>
                  </a:lnTo>
                  <a:lnTo>
                    <a:pt x="259" y="9488"/>
                  </a:lnTo>
                  <a:lnTo>
                    <a:pt x="337" y="9514"/>
                  </a:lnTo>
                  <a:lnTo>
                    <a:pt x="414" y="9540"/>
                  </a:lnTo>
                  <a:lnTo>
                    <a:pt x="518" y="9514"/>
                  </a:lnTo>
                  <a:lnTo>
                    <a:pt x="595" y="9488"/>
                  </a:lnTo>
                  <a:lnTo>
                    <a:pt x="647" y="9462"/>
                  </a:lnTo>
                  <a:lnTo>
                    <a:pt x="724" y="9410"/>
                  </a:lnTo>
                  <a:lnTo>
                    <a:pt x="776" y="9359"/>
                  </a:lnTo>
                  <a:lnTo>
                    <a:pt x="802" y="9281"/>
                  </a:lnTo>
                  <a:lnTo>
                    <a:pt x="828" y="9204"/>
                  </a:lnTo>
                  <a:lnTo>
                    <a:pt x="854" y="9100"/>
                  </a:lnTo>
                  <a:lnTo>
                    <a:pt x="854" y="8687"/>
                  </a:lnTo>
                  <a:lnTo>
                    <a:pt x="3671" y="8687"/>
                  </a:lnTo>
                  <a:lnTo>
                    <a:pt x="3671" y="10082"/>
                  </a:lnTo>
                  <a:lnTo>
                    <a:pt x="2120" y="10082"/>
                  </a:lnTo>
                  <a:lnTo>
                    <a:pt x="2043" y="10108"/>
                  </a:lnTo>
                  <a:lnTo>
                    <a:pt x="1965" y="10134"/>
                  </a:lnTo>
                  <a:lnTo>
                    <a:pt x="1888" y="10160"/>
                  </a:lnTo>
                  <a:lnTo>
                    <a:pt x="1836" y="10212"/>
                  </a:lnTo>
                  <a:lnTo>
                    <a:pt x="1784" y="10263"/>
                  </a:lnTo>
                  <a:lnTo>
                    <a:pt x="1733" y="10341"/>
                  </a:lnTo>
                  <a:lnTo>
                    <a:pt x="1707" y="10418"/>
                  </a:lnTo>
                  <a:lnTo>
                    <a:pt x="1707" y="10496"/>
                  </a:lnTo>
                  <a:lnTo>
                    <a:pt x="1707" y="13469"/>
                  </a:lnTo>
                  <a:lnTo>
                    <a:pt x="1216" y="13469"/>
                  </a:lnTo>
                  <a:lnTo>
                    <a:pt x="1138" y="13495"/>
                  </a:lnTo>
                  <a:lnTo>
                    <a:pt x="1061" y="13546"/>
                  </a:lnTo>
                  <a:lnTo>
                    <a:pt x="983" y="13598"/>
                  </a:lnTo>
                  <a:lnTo>
                    <a:pt x="931" y="13650"/>
                  </a:lnTo>
                  <a:lnTo>
                    <a:pt x="905" y="13727"/>
                  </a:lnTo>
                  <a:lnTo>
                    <a:pt x="880" y="13805"/>
                  </a:lnTo>
                  <a:lnTo>
                    <a:pt x="880" y="13882"/>
                  </a:lnTo>
                  <a:lnTo>
                    <a:pt x="880" y="13960"/>
                  </a:lnTo>
                  <a:lnTo>
                    <a:pt x="905" y="14038"/>
                  </a:lnTo>
                  <a:lnTo>
                    <a:pt x="931" y="14115"/>
                  </a:lnTo>
                  <a:lnTo>
                    <a:pt x="983" y="14193"/>
                  </a:lnTo>
                  <a:lnTo>
                    <a:pt x="1061" y="14244"/>
                  </a:lnTo>
                  <a:lnTo>
                    <a:pt x="1138" y="14270"/>
                  </a:lnTo>
                  <a:lnTo>
                    <a:pt x="1216" y="14296"/>
                  </a:lnTo>
                  <a:lnTo>
                    <a:pt x="3051" y="14296"/>
                  </a:lnTo>
                  <a:lnTo>
                    <a:pt x="3129" y="14270"/>
                  </a:lnTo>
                  <a:lnTo>
                    <a:pt x="3206" y="14244"/>
                  </a:lnTo>
                  <a:lnTo>
                    <a:pt x="3258" y="14193"/>
                  </a:lnTo>
                  <a:lnTo>
                    <a:pt x="3310" y="14115"/>
                  </a:lnTo>
                  <a:lnTo>
                    <a:pt x="3361" y="14038"/>
                  </a:lnTo>
                  <a:lnTo>
                    <a:pt x="3387" y="13960"/>
                  </a:lnTo>
                  <a:lnTo>
                    <a:pt x="3387" y="13882"/>
                  </a:lnTo>
                  <a:lnTo>
                    <a:pt x="3387" y="13805"/>
                  </a:lnTo>
                  <a:lnTo>
                    <a:pt x="3361" y="13727"/>
                  </a:lnTo>
                  <a:lnTo>
                    <a:pt x="3310" y="13650"/>
                  </a:lnTo>
                  <a:lnTo>
                    <a:pt x="3258" y="13598"/>
                  </a:lnTo>
                  <a:lnTo>
                    <a:pt x="3206" y="13546"/>
                  </a:lnTo>
                  <a:lnTo>
                    <a:pt x="3129" y="13495"/>
                  </a:lnTo>
                  <a:lnTo>
                    <a:pt x="3051" y="13469"/>
                  </a:lnTo>
                  <a:lnTo>
                    <a:pt x="2534" y="13469"/>
                  </a:lnTo>
                  <a:lnTo>
                    <a:pt x="2534" y="10935"/>
                  </a:lnTo>
                  <a:lnTo>
                    <a:pt x="3671" y="10935"/>
                  </a:lnTo>
                  <a:lnTo>
                    <a:pt x="3723" y="11142"/>
                  </a:lnTo>
                  <a:lnTo>
                    <a:pt x="3801" y="11375"/>
                  </a:lnTo>
                  <a:lnTo>
                    <a:pt x="3930" y="11556"/>
                  </a:lnTo>
                  <a:lnTo>
                    <a:pt x="4085" y="11711"/>
                  </a:lnTo>
                  <a:lnTo>
                    <a:pt x="4266" y="11866"/>
                  </a:lnTo>
                  <a:lnTo>
                    <a:pt x="4473" y="11969"/>
                  </a:lnTo>
                  <a:lnTo>
                    <a:pt x="4680" y="12021"/>
                  </a:lnTo>
                  <a:lnTo>
                    <a:pt x="4912" y="12047"/>
                  </a:lnTo>
                  <a:lnTo>
                    <a:pt x="9384" y="12047"/>
                  </a:lnTo>
                  <a:lnTo>
                    <a:pt x="9617" y="12021"/>
                  </a:lnTo>
                  <a:lnTo>
                    <a:pt x="9850" y="11969"/>
                  </a:lnTo>
                  <a:lnTo>
                    <a:pt x="10056" y="11866"/>
                  </a:lnTo>
                  <a:lnTo>
                    <a:pt x="10237" y="11711"/>
                  </a:lnTo>
                  <a:lnTo>
                    <a:pt x="10393" y="11556"/>
                  </a:lnTo>
                  <a:lnTo>
                    <a:pt x="10496" y="11375"/>
                  </a:lnTo>
                  <a:lnTo>
                    <a:pt x="10599" y="11142"/>
                  </a:lnTo>
                  <a:lnTo>
                    <a:pt x="10625" y="10935"/>
                  </a:lnTo>
                  <a:lnTo>
                    <a:pt x="11763" y="10935"/>
                  </a:lnTo>
                  <a:lnTo>
                    <a:pt x="11763" y="13469"/>
                  </a:lnTo>
                  <a:lnTo>
                    <a:pt x="11246" y="13469"/>
                  </a:lnTo>
                  <a:lnTo>
                    <a:pt x="11168" y="13495"/>
                  </a:lnTo>
                  <a:lnTo>
                    <a:pt x="11116" y="13546"/>
                  </a:lnTo>
                  <a:lnTo>
                    <a:pt x="11039" y="13598"/>
                  </a:lnTo>
                  <a:lnTo>
                    <a:pt x="10987" y="13650"/>
                  </a:lnTo>
                  <a:lnTo>
                    <a:pt x="10961" y="13727"/>
                  </a:lnTo>
                  <a:lnTo>
                    <a:pt x="10935" y="13805"/>
                  </a:lnTo>
                  <a:lnTo>
                    <a:pt x="10935" y="13882"/>
                  </a:lnTo>
                  <a:lnTo>
                    <a:pt x="10935" y="13960"/>
                  </a:lnTo>
                  <a:lnTo>
                    <a:pt x="10961" y="14038"/>
                  </a:lnTo>
                  <a:lnTo>
                    <a:pt x="10987" y="14115"/>
                  </a:lnTo>
                  <a:lnTo>
                    <a:pt x="11039" y="14193"/>
                  </a:lnTo>
                  <a:lnTo>
                    <a:pt x="11116" y="14244"/>
                  </a:lnTo>
                  <a:lnTo>
                    <a:pt x="11168" y="14270"/>
                  </a:lnTo>
                  <a:lnTo>
                    <a:pt x="11246" y="14296"/>
                  </a:lnTo>
                  <a:lnTo>
                    <a:pt x="13107" y="14296"/>
                  </a:lnTo>
                  <a:lnTo>
                    <a:pt x="13184" y="14270"/>
                  </a:lnTo>
                  <a:lnTo>
                    <a:pt x="13262" y="14244"/>
                  </a:lnTo>
                  <a:lnTo>
                    <a:pt x="13314" y="14193"/>
                  </a:lnTo>
                  <a:lnTo>
                    <a:pt x="13365" y="14115"/>
                  </a:lnTo>
                  <a:lnTo>
                    <a:pt x="13391" y="14038"/>
                  </a:lnTo>
                  <a:lnTo>
                    <a:pt x="13417" y="13960"/>
                  </a:lnTo>
                  <a:lnTo>
                    <a:pt x="13443" y="13882"/>
                  </a:lnTo>
                  <a:lnTo>
                    <a:pt x="13417" y="13805"/>
                  </a:lnTo>
                  <a:lnTo>
                    <a:pt x="13391" y="13727"/>
                  </a:lnTo>
                  <a:lnTo>
                    <a:pt x="13365" y="13650"/>
                  </a:lnTo>
                  <a:lnTo>
                    <a:pt x="13314" y="13598"/>
                  </a:lnTo>
                  <a:lnTo>
                    <a:pt x="13262" y="13546"/>
                  </a:lnTo>
                  <a:lnTo>
                    <a:pt x="13184" y="13495"/>
                  </a:lnTo>
                  <a:lnTo>
                    <a:pt x="13107" y="13469"/>
                  </a:lnTo>
                  <a:lnTo>
                    <a:pt x="12590" y="13469"/>
                  </a:lnTo>
                  <a:lnTo>
                    <a:pt x="12590" y="10496"/>
                  </a:lnTo>
                  <a:lnTo>
                    <a:pt x="12590" y="10418"/>
                  </a:lnTo>
                  <a:lnTo>
                    <a:pt x="12564" y="10341"/>
                  </a:lnTo>
                  <a:lnTo>
                    <a:pt x="12538" y="10263"/>
                  </a:lnTo>
                  <a:lnTo>
                    <a:pt x="12486" y="10212"/>
                  </a:lnTo>
                  <a:lnTo>
                    <a:pt x="12409" y="10160"/>
                  </a:lnTo>
                  <a:lnTo>
                    <a:pt x="12331" y="10134"/>
                  </a:lnTo>
                  <a:lnTo>
                    <a:pt x="12254" y="10108"/>
                  </a:lnTo>
                  <a:lnTo>
                    <a:pt x="12176" y="10082"/>
                  </a:lnTo>
                  <a:lnTo>
                    <a:pt x="10651" y="10082"/>
                  </a:lnTo>
                  <a:lnTo>
                    <a:pt x="10651" y="8687"/>
                  </a:lnTo>
                  <a:lnTo>
                    <a:pt x="13469" y="8687"/>
                  </a:lnTo>
                  <a:lnTo>
                    <a:pt x="13469" y="9100"/>
                  </a:lnTo>
                  <a:lnTo>
                    <a:pt x="13469" y="9204"/>
                  </a:lnTo>
                  <a:lnTo>
                    <a:pt x="13495" y="9281"/>
                  </a:lnTo>
                  <a:lnTo>
                    <a:pt x="13546" y="9359"/>
                  </a:lnTo>
                  <a:lnTo>
                    <a:pt x="13598" y="9410"/>
                  </a:lnTo>
                  <a:lnTo>
                    <a:pt x="13650" y="9462"/>
                  </a:lnTo>
                  <a:lnTo>
                    <a:pt x="13727" y="9488"/>
                  </a:lnTo>
                  <a:lnTo>
                    <a:pt x="13805" y="9514"/>
                  </a:lnTo>
                  <a:lnTo>
                    <a:pt x="13882" y="9540"/>
                  </a:lnTo>
                  <a:lnTo>
                    <a:pt x="13960" y="9514"/>
                  </a:lnTo>
                  <a:lnTo>
                    <a:pt x="14037" y="9488"/>
                  </a:lnTo>
                  <a:lnTo>
                    <a:pt x="14115" y="9462"/>
                  </a:lnTo>
                  <a:lnTo>
                    <a:pt x="14167" y="9410"/>
                  </a:lnTo>
                  <a:lnTo>
                    <a:pt x="14218" y="9359"/>
                  </a:lnTo>
                  <a:lnTo>
                    <a:pt x="14270" y="9281"/>
                  </a:lnTo>
                  <a:lnTo>
                    <a:pt x="14296" y="9204"/>
                  </a:lnTo>
                  <a:lnTo>
                    <a:pt x="14296" y="9100"/>
                  </a:lnTo>
                  <a:lnTo>
                    <a:pt x="14296" y="7446"/>
                  </a:lnTo>
                  <a:lnTo>
                    <a:pt x="14296" y="7342"/>
                  </a:lnTo>
                  <a:lnTo>
                    <a:pt x="14270" y="7265"/>
                  </a:lnTo>
                  <a:lnTo>
                    <a:pt x="14218" y="7213"/>
                  </a:lnTo>
                  <a:lnTo>
                    <a:pt x="14167" y="7136"/>
                  </a:lnTo>
                  <a:lnTo>
                    <a:pt x="14115" y="7084"/>
                  </a:lnTo>
                  <a:lnTo>
                    <a:pt x="14037" y="7058"/>
                  </a:lnTo>
                  <a:lnTo>
                    <a:pt x="13960" y="7032"/>
                  </a:lnTo>
                  <a:lnTo>
                    <a:pt x="13882" y="7006"/>
                  </a:lnTo>
                  <a:lnTo>
                    <a:pt x="13805" y="7032"/>
                  </a:lnTo>
                  <a:lnTo>
                    <a:pt x="13727" y="7058"/>
                  </a:lnTo>
                  <a:lnTo>
                    <a:pt x="13650" y="7084"/>
                  </a:lnTo>
                  <a:lnTo>
                    <a:pt x="13598" y="7136"/>
                  </a:lnTo>
                  <a:lnTo>
                    <a:pt x="13546" y="7213"/>
                  </a:lnTo>
                  <a:lnTo>
                    <a:pt x="13495" y="7265"/>
                  </a:lnTo>
                  <a:lnTo>
                    <a:pt x="13469" y="7342"/>
                  </a:lnTo>
                  <a:lnTo>
                    <a:pt x="13469" y="7446"/>
                  </a:lnTo>
                  <a:lnTo>
                    <a:pt x="13469" y="7859"/>
                  </a:lnTo>
                  <a:lnTo>
                    <a:pt x="10651" y="7859"/>
                  </a:lnTo>
                  <a:lnTo>
                    <a:pt x="10651" y="7446"/>
                  </a:lnTo>
                  <a:lnTo>
                    <a:pt x="10625" y="7239"/>
                  </a:lnTo>
                  <a:lnTo>
                    <a:pt x="10573" y="7058"/>
                  </a:lnTo>
                  <a:lnTo>
                    <a:pt x="10496" y="6877"/>
                  </a:lnTo>
                  <a:lnTo>
                    <a:pt x="10418" y="6696"/>
                  </a:lnTo>
                  <a:lnTo>
                    <a:pt x="10289" y="6567"/>
                  </a:lnTo>
                  <a:lnTo>
                    <a:pt x="10134" y="6438"/>
                  </a:lnTo>
                  <a:lnTo>
                    <a:pt x="9979" y="6334"/>
                  </a:lnTo>
                  <a:lnTo>
                    <a:pt x="9798" y="6257"/>
                  </a:lnTo>
                  <a:lnTo>
                    <a:pt x="9798" y="5352"/>
                  </a:lnTo>
                  <a:lnTo>
                    <a:pt x="12176" y="5352"/>
                  </a:lnTo>
                  <a:lnTo>
                    <a:pt x="12254" y="5326"/>
                  </a:lnTo>
                  <a:lnTo>
                    <a:pt x="12331" y="5300"/>
                  </a:lnTo>
                  <a:lnTo>
                    <a:pt x="12409" y="5274"/>
                  </a:lnTo>
                  <a:lnTo>
                    <a:pt x="12486" y="5223"/>
                  </a:lnTo>
                  <a:lnTo>
                    <a:pt x="12538" y="5171"/>
                  </a:lnTo>
                  <a:lnTo>
                    <a:pt x="12564" y="5093"/>
                  </a:lnTo>
                  <a:lnTo>
                    <a:pt x="12590" y="5016"/>
                  </a:lnTo>
                  <a:lnTo>
                    <a:pt x="12590" y="4912"/>
                  </a:lnTo>
                  <a:lnTo>
                    <a:pt x="12590" y="854"/>
                  </a:lnTo>
                  <a:lnTo>
                    <a:pt x="13029" y="854"/>
                  </a:lnTo>
                  <a:lnTo>
                    <a:pt x="13107" y="828"/>
                  </a:lnTo>
                  <a:lnTo>
                    <a:pt x="13184" y="828"/>
                  </a:lnTo>
                  <a:lnTo>
                    <a:pt x="13262" y="776"/>
                  </a:lnTo>
                  <a:lnTo>
                    <a:pt x="13314" y="725"/>
                  </a:lnTo>
                  <a:lnTo>
                    <a:pt x="13365" y="673"/>
                  </a:lnTo>
                  <a:lnTo>
                    <a:pt x="13391" y="595"/>
                  </a:lnTo>
                  <a:lnTo>
                    <a:pt x="13417" y="518"/>
                  </a:lnTo>
                  <a:lnTo>
                    <a:pt x="13443" y="440"/>
                  </a:lnTo>
                  <a:lnTo>
                    <a:pt x="13417" y="337"/>
                  </a:lnTo>
                  <a:lnTo>
                    <a:pt x="13391" y="259"/>
                  </a:lnTo>
                  <a:lnTo>
                    <a:pt x="13365" y="208"/>
                  </a:lnTo>
                  <a:lnTo>
                    <a:pt x="13314" y="130"/>
                  </a:lnTo>
                  <a:lnTo>
                    <a:pt x="13262" y="78"/>
                  </a:lnTo>
                  <a:lnTo>
                    <a:pt x="13184" y="53"/>
                  </a:lnTo>
                  <a:lnTo>
                    <a:pt x="13107" y="27"/>
                  </a:lnTo>
                  <a:lnTo>
                    <a:pt x="13029" y="1"/>
                  </a:lnTo>
                  <a:lnTo>
                    <a:pt x="11349" y="1"/>
                  </a:lnTo>
                  <a:lnTo>
                    <a:pt x="11246" y="27"/>
                  </a:lnTo>
                  <a:lnTo>
                    <a:pt x="11168" y="53"/>
                  </a:lnTo>
                  <a:lnTo>
                    <a:pt x="11116" y="78"/>
                  </a:lnTo>
                  <a:lnTo>
                    <a:pt x="11039" y="130"/>
                  </a:lnTo>
                  <a:lnTo>
                    <a:pt x="10987" y="208"/>
                  </a:lnTo>
                  <a:lnTo>
                    <a:pt x="10961" y="259"/>
                  </a:lnTo>
                  <a:lnTo>
                    <a:pt x="10935" y="337"/>
                  </a:lnTo>
                  <a:lnTo>
                    <a:pt x="10935" y="440"/>
                  </a:lnTo>
                  <a:lnTo>
                    <a:pt x="10935" y="518"/>
                  </a:lnTo>
                  <a:lnTo>
                    <a:pt x="10961" y="595"/>
                  </a:lnTo>
                  <a:lnTo>
                    <a:pt x="10987" y="673"/>
                  </a:lnTo>
                  <a:lnTo>
                    <a:pt x="11039" y="725"/>
                  </a:lnTo>
                  <a:lnTo>
                    <a:pt x="11116" y="776"/>
                  </a:lnTo>
                  <a:lnTo>
                    <a:pt x="11168" y="828"/>
                  </a:lnTo>
                  <a:lnTo>
                    <a:pt x="11246" y="828"/>
                  </a:lnTo>
                  <a:lnTo>
                    <a:pt x="11349" y="854"/>
                  </a:lnTo>
                  <a:lnTo>
                    <a:pt x="11763" y="854"/>
                  </a:lnTo>
                  <a:lnTo>
                    <a:pt x="11763" y="4499"/>
                  </a:lnTo>
                  <a:lnTo>
                    <a:pt x="9772" y="4499"/>
                  </a:lnTo>
                  <a:lnTo>
                    <a:pt x="9720" y="4266"/>
                  </a:lnTo>
                  <a:lnTo>
                    <a:pt x="9669" y="4059"/>
                  </a:lnTo>
                  <a:lnTo>
                    <a:pt x="9565" y="3827"/>
                  </a:lnTo>
                  <a:lnTo>
                    <a:pt x="9462" y="3620"/>
                  </a:lnTo>
                  <a:lnTo>
                    <a:pt x="9333" y="3439"/>
                  </a:lnTo>
                  <a:lnTo>
                    <a:pt x="9203" y="3232"/>
                  </a:lnTo>
                  <a:lnTo>
                    <a:pt x="9048" y="3077"/>
                  </a:lnTo>
                  <a:lnTo>
                    <a:pt x="8893" y="2922"/>
                  </a:lnTo>
                  <a:lnTo>
                    <a:pt x="8712" y="2767"/>
                  </a:lnTo>
                  <a:lnTo>
                    <a:pt x="8505" y="2638"/>
                  </a:lnTo>
                  <a:lnTo>
                    <a:pt x="8299" y="2534"/>
                  </a:lnTo>
                  <a:lnTo>
                    <a:pt x="8092" y="2431"/>
                  </a:lnTo>
                  <a:lnTo>
                    <a:pt x="7859" y="2379"/>
                  </a:lnTo>
                  <a:lnTo>
                    <a:pt x="7627" y="2327"/>
                  </a:lnTo>
                  <a:lnTo>
                    <a:pt x="7394" y="2276"/>
                  </a:lnTo>
                  <a:lnTo>
                    <a:pt x="6903" y="2276"/>
                  </a:lnTo>
                  <a:lnTo>
                    <a:pt x="6670" y="2327"/>
                  </a:lnTo>
                  <a:lnTo>
                    <a:pt x="6437" y="2379"/>
                  </a:lnTo>
                  <a:lnTo>
                    <a:pt x="6205" y="2431"/>
                  </a:lnTo>
                  <a:lnTo>
                    <a:pt x="5998" y="2534"/>
                  </a:lnTo>
                  <a:lnTo>
                    <a:pt x="5791" y="2638"/>
                  </a:lnTo>
                  <a:lnTo>
                    <a:pt x="5610" y="2767"/>
                  </a:lnTo>
                  <a:lnTo>
                    <a:pt x="5429" y="2922"/>
                  </a:lnTo>
                  <a:lnTo>
                    <a:pt x="5248" y="3077"/>
                  </a:lnTo>
                  <a:lnTo>
                    <a:pt x="5093" y="3232"/>
                  </a:lnTo>
                  <a:lnTo>
                    <a:pt x="4964" y="3439"/>
                  </a:lnTo>
                  <a:lnTo>
                    <a:pt x="4835" y="3620"/>
                  </a:lnTo>
                  <a:lnTo>
                    <a:pt x="4731" y="3827"/>
                  </a:lnTo>
                  <a:lnTo>
                    <a:pt x="4654" y="4059"/>
                  </a:lnTo>
                  <a:lnTo>
                    <a:pt x="4576" y="4266"/>
                  </a:lnTo>
                  <a:lnTo>
                    <a:pt x="4525" y="4499"/>
                  </a:lnTo>
                  <a:lnTo>
                    <a:pt x="2534" y="4499"/>
                  </a:lnTo>
                  <a:lnTo>
                    <a:pt x="2534" y="854"/>
                  </a:lnTo>
                  <a:lnTo>
                    <a:pt x="2973" y="854"/>
                  </a:lnTo>
                  <a:lnTo>
                    <a:pt x="3051" y="828"/>
                  </a:lnTo>
                  <a:lnTo>
                    <a:pt x="3129" y="828"/>
                  </a:lnTo>
                  <a:lnTo>
                    <a:pt x="3206" y="776"/>
                  </a:lnTo>
                  <a:lnTo>
                    <a:pt x="3258" y="725"/>
                  </a:lnTo>
                  <a:lnTo>
                    <a:pt x="3310" y="673"/>
                  </a:lnTo>
                  <a:lnTo>
                    <a:pt x="3361" y="595"/>
                  </a:lnTo>
                  <a:lnTo>
                    <a:pt x="3387" y="518"/>
                  </a:lnTo>
                  <a:lnTo>
                    <a:pt x="3387" y="440"/>
                  </a:lnTo>
                  <a:lnTo>
                    <a:pt x="3387" y="337"/>
                  </a:lnTo>
                  <a:lnTo>
                    <a:pt x="3361" y="259"/>
                  </a:lnTo>
                  <a:lnTo>
                    <a:pt x="3310" y="208"/>
                  </a:lnTo>
                  <a:lnTo>
                    <a:pt x="3258" y="130"/>
                  </a:lnTo>
                  <a:lnTo>
                    <a:pt x="3206" y="78"/>
                  </a:lnTo>
                  <a:lnTo>
                    <a:pt x="3129" y="53"/>
                  </a:lnTo>
                  <a:lnTo>
                    <a:pt x="3051" y="27"/>
                  </a:lnTo>
                  <a:lnTo>
                    <a:pt x="29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59"/>
          <p:cNvGrpSpPr/>
          <p:nvPr/>
        </p:nvGrpSpPr>
        <p:grpSpPr>
          <a:xfrm>
            <a:off x="4784863" y="4223616"/>
            <a:ext cx="383454" cy="383454"/>
            <a:chOff x="4008400" y="4033650"/>
            <a:chExt cx="357400" cy="357400"/>
          </a:xfrm>
        </p:grpSpPr>
        <p:sp>
          <p:nvSpPr>
            <p:cNvPr id="1024" name="Google Shape;1024;p59"/>
            <p:cNvSpPr/>
            <p:nvPr/>
          </p:nvSpPr>
          <p:spPr>
            <a:xfrm>
              <a:off x="4008400" y="4033650"/>
              <a:ext cx="357400" cy="357400"/>
            </a:xfrm>
            <a:custGeom>
              <a:avLst/>
              <a:gdLst/>
              <a:ahLst/>
              <a:cxnLst/>
              <a:rect l="l" t="t" r="r" b="b"/>
              <a:pathLst>
                <a:path w="14296" h="14296" extrusionOk="0">
                  <a:moveTo>
                    <a:pt x="11064" y="2819"/>
                  </a:moveTo>
                  <a:lnTo>
                    <a:pt x="11142" y="2844"/>
                  </a:lnTo>
                  <a:lnTo>
                    <a:pt x="11219" y="2870"/>
                  </a:lnTo>
                  <a:lnTo>
                    <a:pt x="11297" y="2896"/>
                  </a:lnTo>
                  <a:lnTo>
                    <a:pt x="11348" y="2948"/>
                  </a:lnTo>
                  <a:lnTo>
                    <a:pt x="11400" y="3025"/>
                  </a:lnTo>
                  <a:lnTo>
                    <a:pt x="11452" y="3077"/>
                  </a:lnTo>
                  <a:lnTo>
                    <a:pt x="11478" y="3155"/>
                  </a:lnTo>
                  <a:lnTo>
                    <a:pt x="11478" y="3258"/>
                  </a:lnTo>
                  <a:lnTo>
                    <a:pt x="11478" y="11065"/>
                  </a:lnTo>
                  <a:lnTo>
                    <a:pt x="11478" y="11142"/>
                  </a:lnTo>
                  <a:lnTo>
                    <a:pt x="11452" y="11220"/>
                  </a:lnTo>
                  <a:lnTo>
                    <a:pt x="11400" y="11297"/>
                  </a:lnTo>
                  <a:lnTo>
                    <a:pt x="11348" y="11375"/>
                  </a:lnTo>
                  <a:lnTo>
                    <a:pt x="11297" y="11427"/>
                  </a:lnTo>
                  <a:lnTo>
                    <a:pt x="11219" y="11452"/>
                  </a:lnTo>
                  <a:lnTo>
                    <a:pt x="11142" y="11478"/>
                  </a:lnTo>
                  <a:lnTo>
                    <a:pt x="3154" y="11478"/>
                  </a:lnTo>
                  <a:lnTo>
                    <a:pt x="3076" y="11452"/>
                  </a:lnTo>
                  <a:lnTo>
                    <a:pt x="2999" y="11427"/>
                  </a:lnTo>
                  <a:lnTo>
                    <a:pt x="2947" y="11375"/>
                  </a:lnTo>
                  <a:lnTo>
                    <a:pt x="2895" y="11297"/>
                  </a:lnTo>
                  <a:lnTo>
                    <a:pt x="2844" y="11220"/>
                  </a:lnTo>
                  <a:lnTo>
                    <a:pt x="2818" y="11142"/>
                  </a:lnTo>
                  <a:lnTo>
                    <a:pt x="2818" y="11065"/>
                  </a:lnTo>
                  <a:lnTo>
                    <a:pt x="2818" y="3258"/>
                  </a:lnTo>
                  <a:lnTo>
                    <a:pt x="2818" y="3155"/>
                  </a:lnTo>
                  <a:lnTo>
                    <a:pt x="2844" y="3077"/>
                  </a:lnTo>
                  <a:lnTo>
                    <a:pt x="2895" y="3025"/>
                  </a:lnTo>
                  <a:lnTo>
                    <a:pt x="2947" y="2948"/>
                  </a:lnTo>
                  <a:lnTo>
                    <a:pt x="2999" y="2896"/>
                  </a:lnTo>
                  <a:lnTo>
                    <a:pt x="3076" y="2870"/>
                  </a:lnTo>
                  <a:lnTo>
                    <a:pt x="3154" y="2844"/>
                  </a:lnTo>
                  <a:lnTo>
                    <a:pt x="3231" y="2819"/>
                  </a:lnTo>
                  <a:close/>
                  <a:moveTo>
                    <a:pt x="3800" y="1"/>
                  </a:moveTo>
                  <a:lnTo>
                    <a:pt x="3723" y="27"/>
                  </a:lnTo>
                  <a:lnTo>
                    <a:pt x="3645" y="53"/>
                  </a:lnTo>
                  <a:lnTo>
                    <a:pt x="3567" y="78"/>
                  </a:lnTo>
                  <a:lnTo>
                    <a:pt x="3490" y="130"/>
                  </a:lnTo>
                  <a:lnTo>
                    <a:pt x="3464" y="208"/>
                  </a:lnTo>
                  <a:lnTo>
                    <a:pt x="3412" y="259"/>
                  </a:lnTo>
                  <a:lnTo>
                    <a:pt x="3386" y="337"/>
                  </a:lnTo>
                  <a:lnTo>
                    <a:pt x="3386" y="440"/>
                  </a:lnTo>
                  <a:lnTo>
                    <a:pt x="3386" y="518"/>
                  </a:lnTo>
                  <a:lnTo>
                    <a:pt x="3412" y="595"/>
                  </a:lnTo>
                  <a:lnTo>
                    <a:pt x="3464" y="673"/>
                  </a:lnTo>
                  <a:lnTo>
                    <a:pt x="3490" y="725"/>
                  </a:lnTo>
                  <a:lnTo>
                    <a:pt x="3567" y="776"/>
                  </a:lnTo>
                  <a:lnTo>
                    <a:pt x="3645" y="828"/>
                  </a:lnTo>
                  <a:lnTo>
                    <a:pt x="3723" y="828"/>
                  </a:lnTo>
                  <a:lnTo>
                    <a:pt x="3800" y="854"/>
                  </a:lnTo>
                  <a:lnTo>
                    <a:pt x="3929" y="854"/>
                  </a:lnTo>
                  <a:lnTo>
                    <a:pt x="3929" y="1991"/>
                  </a:lnTo>
                  <a:lnTo>
                    <a:pt x="3231" y="1991"/>
                  </a:lnTo>
                  <a:lnTo>
                    <a:pt x="2999" y="2017"/>
                  </a:lnTo>
                  <a:lnTo>
                    <a:pt x="2740" y="2095"/>
                  </a:lnTo>
                  <a:lnTo>
                    <a:pt x="2533" y="2198"/>
                  </a:lnTo>
                  <a:lnTo>
                    <a:pt x="2352" y="2353"/>
                  </a:lnTo>
                  <a:lnTo>
                    <a:pt x="2197" y="2560"/>
                  </a:lnTo>
                  <a:lnTo>
                    <a:pt x="2094" y="2767"/>
                  </a:lnTo>
                  <a:lnTo>
                    <a:pt x="2016" y="2999"/>
                  </a:lnTo>
                  <a:lnTo>
                    <a:pt x="1991" y="3258"/>
                  </a:lnTo>
                  <a:lnTo>
                    <a:pt x="1991" y="3956"/>
                  </a:lnTo>
                  <a:lnTo>
                    <a:pt x="827" y="3956"/>
                  </a:lnTo>
                  <a:lnTo>
                    <a:pt x="827" y="3801"/>
                  </a:lnTo>
                  <a:lnTo>
                    <a:pt x="827" y="3723"/>
                  </a:lnTo>
                  <a:lnTo>
                    <a:pt x="801" y="3646"/>
                  </a:lnTo>
                  <a:lnTo>
                    <a:pt x="776" y="3568"/>
                  </a:lnTo>
                  <a:lnTo>
                    <a:pt x="724" y="3516"/>
                  </a:lnTo>
                  <a:lnTo>
                    <a:pt x="646" y="3465"/>
                  </a:lnTo>
                  <a:lnTo>
                    <a:pt x="595" y="3413"/>
                  </a:lnTo>
                  <a:lnTo>
                    <a:pt x="517" y="3387"/>
                  </a:lnTo>
                  <a:lnTo>
                    <a:pt x="336" y="3387"/>
                  </a:lnTo>
                  <a:lnTo>
                    <a:pt x="259" y="3413"/>
                  </a:lnTo>
                  <a:lnTo>
                    <a:pt x="181" y="3465"/>
                  </a:lnTo>
                  <a:lnTo>
                    <a:pt x="129" y="3516"/>
                  </a:lnTo>
                  <a:lnTo>
                    <a:pt x="78" y="3568"/>
                  </a:lnTo>
                  <a:lnTo>
                    <a:pt x="26" y="3646"/>
                  </a:lnTo>
                  <a:lnTo>
                    <a:pt x="0" y="3723"/>
                  </a:lnTo>
                  <a:lnTo>
                    <a:pt x="0" y="3801"/>
                  </a:lnTo>
                  <a:lnTo>
                    <a:pt x="0" y="4912"/>
                  </a:lnTo>
                  <a:lnTo>
                    <a:pt x="0" y="5016"/>
                  </a:lnTo>
                  <a:lnTo>
                    <a:pt x="26" y="5093"/>
                  </a:lnTo>
                  <a:lnTo>
                    <a:pt x="78" y="5171"/>
                  </a:lnTo>
                  <a:lnTo>
                    <a:pt x="129" y="5223"/>
                  </a:lnTo>
                  <a:lnTo>
                    <a:pt x="181" y="5274"/>
                  </a:lnTo>
                  <a:lnTo>
                    <a:pt x="259" y="5300"/>
                  </a:lnTo>
                  <a:lnTo>
                    <a:pt x="336" y="5326"/>
                  </a:lnTo>
                  <a:lnTo>
                    <a:pt x="414" y="5352"/>
                  </a:lnTo>
                  <a:lnTo>
                    <a:pt x="517" y="5326"/>
                  </a:lnTo>
                  <a:lnTo>
                    <a:pt x="595" y="5300"/>
                  </a:lnTo>
                  <a:lnTo>
                    <a:pt x="646" y="5274"/>
                  </a:lnTo>
                  <a:lnTo>
                    <a:pt x="724" y="5223"/>
                  </a:lnTo>
                  <a:lnTo>
                    <a:pt x="776" y="5171"/>
                  </a:lnTo>
                  <a:lnTo>
                    <a:pt x="801" y="5093"/>
                  </a:lnTo>
                  <a:lnTo>
                    <a:pt x="827" y="5016"/>
                  </a:lnTo>
                  <a:lnTo>
                    <a:pt x="827" y="4912"/>
                  </a:lnTo>
                  <a:lnTo>
                    <a:pt x="827" y="4783"/>
                  </a:lnTo>
                  <a:lnTo>
                    <a:pt x="1991" y="4783"/>
                  </a:lnTo>
                  <a:lnTo>
                    <a:pt x="1991" y="6748"/>
                  </a:lnTo>
                  <a:lnTo>
                    <a:pt x="827" y="6748"/>
                  </a:lnTo>
                  <a:lnTo>
                    <a:pt x="827" y="6593"/>
                  </a:lnTo>
                  <a:lnTo>
                    <a:pt x="827" y="6515"/>
                  </a:lnTo>
                  <a:lnTo>
                    <a:pt x="801" y="6438"/>
                  </a:lnTo>
                  <a:lnTo>
                    <a:pt x="776" y="6360"/>
                  </a:lnTo>
                  <a:lnTo>
                    <a:pt x="724" y="6308"/>
                  </a:lnTo>
                  <a:lnTo>
                    <a:pt x="646" y="6257"/>
                  </a:lnTo>
                  <a:lnTo>
                    <a:pt x="595" y="6205"/>
                  </a:lnTo>
                  <a:lnTo>
                    <a:pt x="517" y="6179"/>
                  </a:lnTo>
                  <a:lnTo>
                    <a:pt x="336" y="6179"/>
                  </a:lnTo>
                  <a:lnTo>
                    <a:pt x="259" y="6205"/>
                  </a:lnTo>
                  <a:lnTo>
                    <a:pt x="181" y="6257"/>
                  </a:lnTo>
                  <a:lnTo>
                    <a:pt x="129" y="6308"/>
                  </a:lnTo>
                  <a:lnTo>
                    <a:pt x="78" y="6360"/>
                  </a:lnTo>
                  <a:lnTo>
                    <a:pt x="26" y="6438"/>
                  </a:lnTo>
                  <a:lnTo>
                    <a:pt x="0" y="6515"/>
                  </a:lnTo>
                  <a:lnTo>
                    <a:pt x="0" y="6593"/>
                  </a:lnTo>
                  <a:lnTo>
                    <a:pt x="0" y="7704"/>
                  </a:lnTo>
                  <a:lnTo>
                    <a:pt x="0" y="7808"/>
                  </a:lnTo>
                  <a:lnTo>
                    <a:pt x="26" y="7885"/>
                  </a:lnTo>
                  <a:lnTo>
                    <a:pt x="78" y="7963"/>
                  </a:lnTo>
                  <a:lnTo>
                    <a:pt x="129" y="8014"/>
                  </a:lnTo>
                  <a:lnTo>
                    <a:pt x="181" y="8066"/>
                  </a:lnTo>
                  <a:lnTo>
                    <a:pt x="259" y="8092"/>
                  </a:lnTo>
                  <a:lnTo>
                    <a:pt x="336" y="8118"/>
                  </a:lnTo>
                  <a:lnTo>
                    <a:pt x="414" y="8144"/>
                  </a:lnTo>
                  <a:lnTo>
                    <a:pt x="517" y="8118"/>
                  </a:lnTo>
                  <a:lnTo>
                    <a:pt x="595" y="8092"/>
                  </a:lnTo>
                  <a:lnTo>
                    <a:pt x="646" y="8066"/>
                  </a:lnTo>
                  <a:lnTo>
                    <a:pt x="724" y="8014"/>
                  </a:lnTo>
                  <a:lnTo>
                    <a:pt x="776" y="7963"/>
                  </a:lnTo>
                  <a:lnTo>
                    <a:pt x="801" y="7885"/>
                  </a:lnTo>
                  <a:lnTo>
                    <a:pt x="827" y="7808"/>
                  </a:lnTo>
                  <a:lnTo>
                    <a:pt x="827" y="7704"/>
                  </a:lnTo>
                  <a:lnTo>
                    <a:pt x="827" y="7575"/>
                  </a:lnTo>
                  <a:lnTo>
                    <a:pt x="1991" y="7575"/>
                  </a:lnTo>
                  <a:lnTo>
                    <a:pt x="1991" y="9540"/>
                  </a:lnTo>
                  <a:lnTo>
                    <a:pt x="827" y="9540"/>
                  </a:lnTo>
                  <a:lnTo>
                    <a:pt x="827" y="9384"/>
                  </a:lnTo>
                  <a:lnTo>
                    <a:pt x="827" y="9307"/>
                  </a:lnTo>
                  <a:lnTo>
                    <a:pt x="801" y="9229"/>
                  </a:lnTo>
                  <a:lnTo>
                    <a:pt x="776" y="9152"/>
                  </a:lnTo>
                  <a:lnTo>
                    <a:pt x="724" y="9100"/>
                  </a:lnTo>
                  <a:lnTo>
                    <a:pt x="646" y="9048"/>
                  </a:lnTo>
                  <a:lnTo>
                    <a:pt x="595" y="8997"/>
                  </a:lnTo>
                  <a:lnTo>
                    <a:pt x="517" y="8971"/>
                  </a:lnTo>
                  <a:lnTo>
                    <a:pt x="336" y="8971"/>
                  </a:lnTo>
                  <a:lnTo>
                    <a:pt x="259" y="8997"/>
                  </a:lnTo>
                  <a:lnTo>
                    <a:pt x="181" y="9048"/>
                  </a:lnTo>
                  <a:lnTo>
                    <a:pt x="129" y="9100"/>
                  </a:lnTo>
                  <a:lnTo>
                    <a:pt x="78" y="9152"/>
                  </a:lnTo>
                  <a:lnTo>
                    <a:pt x="26" y="9229"/>
                  </a:lnTo>
                  <a:lnTo>
                    <a:pt x="0" y="9307"/>
                  </a:lnTo>
                  <a:lnTo>
                    <a:pt x="0" y="9384"/>
                  </a:lnTo>
                  <a:lnTo>
                    <a:pt x="0" y="10496"/>
                  </a:lnTo>
                  <a:lnTo>
                    <a:pt x="0" y="10599"/>
                  </a:lnTo>
                  <a:lnTo>
                    <a:pt x="26" y="10677"/>
                  </a:lnTo>
                  <a:lnTo>
                    <a:pt x="78" y="10755"/>
                  </a:lnTo>
                  <a:lnTo>
                    <a:pt x="129" y="10806"/>
                  </a:lnTo>
                  <a:lnTo>
                    <a:pt x="181" y="10858"/>
                  </a:lnTo>
                  <a:lnTo>
                    <a:pt x="259" y="10884"/>
                  </a:lnTo>
                  <a:lnTo>
                    <a:pt x="336" y="10910"/>
                  </a:lnTo>
                  <a:lnTo>
                    <a:pt x="414" y="10935"/>
                  </a:lnTo>
                  <a:lnTo>
                    <a:pt x="517" y="10910"/>
                  </a:lnTo>
                  <a:lnTo>
                    <a:pt x="595" y="10884"/>
                  </a:lnTo>
                  <a:lnTo>
                    <a:pt x="646" y="10858"/>
                  </a:lnTo>
                  <a:lnTo>
                    <a:pt x="724" y="10806"/>
                  </a:lnTo>
                  <a:lnTo>
                    <a:pt x="776" y="10755"/>
                  </a:lnTo>
                  <a:lnTo>
                    <a:pt x="801" y="10677"/>
                  </a:lnTo>
                  <a:lnTo>
                    <a:pt x="827" y="10599"/>
                  </a:lnTo>
                  <a:lnTo>
                    <a:pt x="827" y="10496"/>
                  </a:lnTo>
                  <a:lnTo>
                    <a:pt x="827" y="10367"/>
                  </a:lnTo>
                  <a:lnTo>
                    <a:pt x="1991" y="10367"/>
                  </a:lnTo>
                  <a:lnTo>
                    <a:pt x="1991" y="11065"/>
                  </a:lnTo>
                  <a:lnTo>
                    <a:pt x="2016" y="11323"/>
                  </a:lnTo>
                  <a:lnTo>
                    <a:pt x="2094" y="11556"/>
                  </a:lnTo>
                  <a:lnTo>
                    <a:pt x="2197" y="11763"/>
                  </a:lnTo>
                  <a:lnTo>
                    <a:pt x="2352" y="11944"/>
                  </a:lnTo>
                  <a:lnTo>
                    <a:pt x="2533" y="12099"/>
                  </a:lnTo>
                  <a:lnTo>
                    <a:pt x="2740" y="12228"/>
                  </a:lnTo>
                  <a:lnTo>
                    <a:pt x="2999" y="12306"/>
                  </a:lnTo>
                  <a:lnTo>
                    <a:pt x="3231" y="12331"/>
                  </a:lnTo>
                  <a:lnTo>
                    <a:pt x="3929" y="12331"/>
                  </a:lnTo>
                  <a:lnTo>
                    <a:pt x="3929" y="13469"/>
                  </a:lnTo>
                  <a:lnTo>
                    <a:pt x="3723" y="13469"/>
                  </a:lnTo>
                  <a:lnTo>
                    <a:pt x="3645" y="13495"/>
                  </a:lnTo>
                  <a:lnTo>
                    <a:pt x="3567" y="13546"/>
                  </a:lnTo>
                  <a:lnTo>
                    <a:pt x="3490" y="13598"/>
                  </a:lnTo>
                  <a:lnTo>
                    <a:pt x="3464" y="13650"/>
                  </a:lnTo>
                  <a:lnTo>
                    <a:pt x="3412" y="13727"/>
                  </a:lnTo>
                  <a:lnTo>
                    <a:pt x="3386" y="13805"/>
                  </a:lnTo>
                  <a:lnTo>
                    <a:pt x="3386" y="13882"/>
                  </a:lnTo>
                  <a:lnTo>
                    <a:pt x="3386" y="13960"/>
                  </a:lnTo>
                  <a:lnTo>
                    <a:pt x="3412" y="14038"/>
                  </a:lnTo>
                  <a:lnTo>
                    <a:pt x="3464" y="14115"/>
                  </a:lnTo>
                  <a:lnTo>
                    <a:pt x="3490" y="14193"/>
                  </a:lnTo>
                  <a:lnTo>
                    <a:pt x="3567" y="14244"/>
                  </a:lnTo>
                  <a:lnTo>
                    <a:pt x="3645" y="14270"/>
                  </a:lnTo>
                  <a:lnTo>
                    <a:pt x="3723" y="14296"/>
                  </a:lnTo>
                  <a:lnTo>
                    <a:pt x="4989" y="14296"/>
                  </a:lnTo>
                  <a:lnTo>
                    <a:pt x="5067" y="14270"/>
                  </a:lnTo>
                  <a:lnTo>
                    <a:pt x="5144" y="14244"/>
                  </a:lnTo>
                  <a:lnTo>
                    <a:pt x="5222" y="14193"/>
                  </a:lnTo>
                  <a:lnTo>
                    <a:pt x="5274" y="14115"/>
                  </a:lnTo>
                  <a:lnTo>
                    <a:pt x="5299" y="14038"/>
                  </a:lnTo>
                  <a:lnTo>
                    <a:pt x="5325" y="13960"/>
                  </a:lnTo>
                  <a:lnTo>
                    <a:pt x="5325" y="13882"/>
                  </a:lnTo>
                  <a:lnTo>
                    <a:pt x="5325" y="13805"/>
                  </a:lnTo>
                  <a:lnTo>
                    <a:pt x="5299" y="13727"/>
                  </a:lnTo>
                  <a:lnTo>
                    <a:pt x="5274" y="13650"/>
                  </a:lnTo>
                  <a:lnTo>
                    <a:pt x="5222" y="13598"/>
                  </a:lnTo>
                  <a:lnTo>
                    <a:pt x="5144" y="13546"/>
                  </a:lnTo>
                  <a:lnTo>
                    <a:pt x="5067" y="13495"/>
                  </a:lnTo>
                  <a:lnTo>
                    <a:pt x="4989" y="13469"/>
                  </a:lnTo>
                  <a:lnTo>
                    <a:pt x="4782" y="13469"/>
                  </a:lnTo>
                  <a:lnTo>
                    <a:pt x="4782" y="12331"/>
                  </a:lnTo>
                  <a:lnTo>
                    <a:pt x="6721" y="12331"/>
                  </a:lnTo>
                  <a:lnTo>
                    <a:pt x="6721" y="13469"/>
                  </a:lnTo>
                  <a:lnTo>
                    <a:pt x="6514" y="13469"/>
                  </a:lnTo>
                  <a:lnTo>
                    <a:pt x="6437" y="13495"/>
                  </a:lnTo>
                  <a:lnTo>
                    <a:pt x="6359" y="13546"/>
                  </a:lnTo>
                  <a:lnTo>
                    <a:pt x="6282" y="13598"/>
                  </a:lnTo>
                  <a:lnTo>
                    <a:pt x="6256" y="13650"/>
                  </a:lnTo>
                  <a:lnTo>
                    <a:pt x="6204" y="13727"/>
                  </a:lnTo>
                  <a:lnTo>
                    <a:pt x="6178" y="13805"/>
                  </a:lnTo>
                  <a:lnTo>
                    <a:pt x="6178" y="13882"/>
                  </a:lnTo>
                  <a:lnTo>
                    <a:pt x="6178" y="13960"/>
                  </a:lnTo>
                  <a:lnTo>
                    <a:pt x="6204" y="14038"/>
                  </a:lnTo>
                  <a:lnTo>
                    <a:pt x="6256" y="14115"/>
                  </a:lnTo>
                  <a:lnTo>
                    <a:pt x="6282" y="14193"/>
                  </a:lnTo>
                  <a:lnTo>
                    <a:pt x="6359" y="14244"/>
                  </a:lnTo>
                  <a:lnTo>
                    <a:pt x="6437" y="14270"/>
                  </a:lnTo>
                  <a:lnTo>
                    <a:pt x="6514" y="14296"/>
                  </a:lnTo>
                  <a:lnTo>
                    <a:pt x="7781" y="14296"/>
                  </a:lnTo>
                  <a:lnTo>
                    <a:pt x="7859" y="14270"/>
                  </a:lnTo>
                  <a:lnTo>
                    <a:pt x="7936" y="14244"/>
                  </a:lnTo>
                  <a:lnTo>
                    <a:pt x="8014" y="14193"/>
                  </a:lnTo>
                  <a:lnTo>
                    <a:pt x="8065" y="14115"/>
                  </a:lnTo>
                  <a:lnTo>
                    <a:pt x="8091" y="14038"/>
                  </a:lnTo>
                  <a:lnTo>
                    <a:pt x="8117" y="13960"/>
                  </a:lnTo>
                  <a:lnTo>
                    <a:pt x="8117" y="13882"/>
                  </a:lnTo>
                  <a:lnTo>
                    <a:pt x="8117" y="13805"/>
                  </a:lnTo>
                  <a:lnTo>
                    <a:pt x="8091" y="13727"/>
                  </a:lnTo>
                  <a:lnTo>
                    <a:pt x="8065" y="13650"/>
                  </a:lnTo>
                  <a:lnTo>
                    <a:pt x="8014" y="13598"/>
                  </a:lnTo>
                  <a:lnTo>
                    <a:pt x="7936" y="13546"/>
                  </a:lnTo>
                  <a:lnTo>
                    <a:pt x="7859" y="13495"/>
                  </a:lnTo>
                  <a:lnTo>
                    <a:pt x="7781" y="13469"/>
                  </a:lnTo>
                  <a:lnTo>
                    <a:pt x="7574" y="13469"/>
                  </a:lnTo>
                  <a:lnTo>
                    <a:pt x="7574" y="12331"/>
                  </a:lnTo>
                  <a:lnTo>
                    <a:pt x="9513" y="12331"/>
                  </a:lnTo>
                  <a:lnTo>
                    <a:pt x="9513" y="13469"/>
                  </a:lnTo>
                  <a:lnTo>
                    <a:pt x="9306" y="13469"/>
                  </a:lnTo>
                  <a:lnTo>
                    <a:pt x="9229" y="13495"/>
                  </a:lnTo>
                  <a:lnTo>
                    <a:pt x="9151" y="13546"/>
                  </a:lnTo>
                  <a:lnTo>
                    <a:pt x="9074" y="13598"/>
                  </a:lnTo>
                  <a:lnTo>
                    <a:pt x="9048" y="13650"/>
                  </a:lnTo>
                  <a:lnTo>
                    <a:pt x="8996" y="13727"/>
                  </a:lnTo>
                  <a:lnTo>
                    <a:pt x="8970" y="13805"/>
                  </a:lnTo>
                  <a:lnTo>
                    <a:pt x="8970" y="13882"/>
                  </a:lnTo>
                  <a:lnTo>
                    <a:pt x="8970" y="13960"/>
                  </a:lnTo>
                  <a:lnTo>
                    <a:pt x="8996" y="14038"/>
                  </a:lnTo>
                  <a:lnTo>
                    <a:pt x="9048" y="14115"/>
                  </a:lnTo>
                  <a:lnTo>
                    <a:pt x="9074" y="14193"/>
                  </a:lnTo>
                  <a:lnTo>
                    <a:pt x="9151" y="14244"/>
                  </a:lnTo>
                  <a:lnTo>
                    <a:pt x="9229" y="14270"/>
                  </a:lnTo>
                  <a:lnTo>
                    <a:pt x="9306" y="14296"/>
                  </a:lnTo>
                  <a:lnTo>
                    <a:pt x="10573" y="14296"/>
                  </a:lnTo>
                  <a:lnTo>
                    <a:pt x="10650" y="14270"/>
                  </a:lnTo>
                  <a:lnTo>
                    <a:pt x="10728" y="14244"/>
                  </a:lnTo>
                  <a:lnTo>
                    <a:pt x="10806" y="14193"/>
                  </a:lnTo>
                  <a:lnTo>
                    <a:pt x="10857" y="14115"/>
                  </a:lnTo>
                  <a:lnTo>
                    <a:pt x="10883" y="14038"/>
                  </a:lnTo>
                  <a:lnTo>
                    <a:pt x="10909" y="13960"/>
                  </a:lnTo>
                  <a:lnTo>
                    <a:pt x="10909" y="13882"/>
                  </a:lnTo>
                  <a:lnTo>
                    <a:pt x="10909" y="13805"/>
                  </a:lnTo>
                  <a:lnTo>
                    <a:pt x="10883" y="13727"/>
                  </a:lnTo>
                  <a:lnTo>
                    <a:pt x="10857" y="13650"/>
                  </a:lnTo>
                  <a:lnTo>
                    <a:pt x="10806" y="13598"/>
                  </a:lnTo>
                  <a:lnTo>
                    <a:pt x="10728" y="13546"/>
                  </a:lnTo>
                  <a:lnTo>
                    <a:pt x="10650" y="13495"/>
                  </a:lnTo>
                  <a:lnTo>
                    <a:pt x="10573" y="13469"/>
                  </a:lnTo>
                  <a:lnTo>
                    <a:pt x="10366" y="13469"/>
                  </a:lnTo>
                  <a:lnTo>
                    <a:pt x="10366" y="12331"/>
                  </a:lnTo>
                  <a:lnTo>
                    <a:pt x="11064" y="12331"/>
                  </a:lnTo>
                  <a:lnTo>
                    <a:pt x="11323" y="12306"/>
                  </a:lnTo>
                  <a:lnTo>
                    <a:pt x="11555" y="12228"/>
                  </a:lnTo>
                  <a:lnTo>
                    <a:pt x="11762" y="12099"/>
                  </a:lnTo>
                  <a:lnTo>
                    <a:pt x="11943" y="11944"/>
                  </a:lnTo>
                  <a:lnTo>
                    <a:pt x="12098" y="11763"/>
                  </a:lnTo>
                  <a:lnTo>
                    <a:pt x="12227" y="11556"/>
                  </a:lnTo>
                  <a:lnTo>
                    <a:pt x="12279" y="11323"/>
                  </a:lnTo>
                  <a:lnTo>
                    <a:pt x="12305" y="11065"/>
                  </a:lnTo>
                  <a:lnTo>
                    <a:pt x="12305" y="10367"/>
                  </a:lnTo>
                  <a:lnTo>
                    <a:pt x="13468" y="10367"/>
                  </a:lnTo>
                  <a:lnTo>
                    <a:pt x="13468" y="10496"/>
                  </a:lnTo>
                  <a:lnTo>
                    <a:pt x="13468" y="10599"/>
                  </a:lnTo>
                  <a:lnTo>
                    <a:pt x="13494" y="10677"/>
                  </a:lnTo>
                  <a:lnTo>
                    <a:pt x="13520" y="10755"/>
                  </a:lnTo>
                  <a:lnTo>
                    <a:pt x="13572" y="10806"/>
                  </a:lnTo>
                  <a:lnTo>
                    <a:pt x="13649" y="10858"/>
                  </a:lnTo>
                  <a:lnTo>
                    <a:pt x="13727" y="10884"/>
                  </a:lnTo>
                  <a:lnTo>
                    <a:pt x="13804" y="10910"/>
                  </a:lnTo>
                  <a:lnTo>
                    <a:pt x="13882" y="10935"/>
                  </a:lnTo>
                  <a:lnTo>
                    <a:pt x="13959" y="10910"/>
                  </a:lnTo>
                  <a:lnTo>
                    <a:pt x="14037" y="10884"/>
                  </a:lnTo>
                  <a:lnTo>
                    <a:pt x="14114" y="10858"/>
                  </a:lnTo>
                  <a:lnTo>
                    <a:pt x="14166" y="10806"/>
                  </a:lnTo>
                  <a:lnTo>
                    <a:pt x="14218" y="10755"/>
                  </a:lnTo>
                  <a:lnTo>
                    <a:pt x="14269" y="10677"/>
                  </a:lnTo>
                  <a:lnTo>
                    <a:pt x="14295" y="10599"/>
                  </a:lnTo>
                  <a:lnTo>
                    <a:pt x="14295" y="10496"/>
                  </a:lnTo>
                  <a:lnTo>
                    <a:pt x="14295" y="9384"/>
                  </a:lnTo>
                  <a:lnTo>
                    <a:pt x="14295" y="9307"/>
                  </a:lnTo>
                  <a:lnTo>
                    <a:pt x="14269" y="9229"/>
                  </a:lnTo>
                  <a:lnTo>
                    <a:pt x="14218" y="9152"/>
                  </a:lnTo>
                  <a:lnTo>
                    <a:pt x="14166" y="9100"/>
                  </a:lnTo>
                  <a:lnTo>
                    <a:pt x="14114" y="9048"/>
                  </a:lnTo>
                  <a:lnTo>
                    <a:pt x="14037" y="8997"/>
                  </a:lnTo>
                  <a:lnTo>
                    <a:pt x="13959" y="8971"/>
                  </a:lnTo>
                  <a:lnTo>
                    <a:pt x="13804" y="8971"/>
                  </a:lnTo>
                  <a:lnTo>
                    <a:pt x="13727" y="8997"/>
                  </a:lnTo>
                  <a:lnTo>
                    <a:pt x="13649" y="9048"/>
                  </a:lnTo>
                  <a:lnTo>
                    <a:pt x="13572" y="9100"/>
                  </a:lnTo>
                  <a:lnTo>
                    <a:pt x="13520" y="9152"/>
                  </a:lnTo>
                  <a:lnTo>
                    <a:pt x="13494" y="9229"/>
                  </a:lnTo>
                  <a:lnTo>
                    <a:pt x="13468" y="9307"/>
                  </a:lnTo>
                  <a:lnTo>
                    <a:pt x="13468" y="9384"/>
                  </a:lnTo>
                  <a:lnTo>
                    <a:pt x="13468" y="9540"/>
                  </a:lnTo>
                  <a:lnTo>
                    <a:pt x="12305" y="9540"/>
                  </a:lnTo>
                  <a:lnTo>
                    <a:pt x="12305" y="7575"/>
                  </a:lnTo>
                  <a:lnTo>
                    <a:pt x="13468" y="7575"/>
                  </a:lnTo>
                  <a:lnTo>
                    <a:pt x="13468" y="7704"/>
                  </a:lnTo>
                  <a:lnTo>
                    <a:pt x="13468" y="7808"/>
                  </a:lnTo>
                  <a:lnTo>
                    <a:pt x="13494" y="7885"/>
                  </a:lnTo>
                  <a:lnTo>
                    <a:pt x="13520" y="7963"/>
                  </a:lnTo>
                  <a:lnTo>
                    <a:pt x="13572" y="8014"/>
                  </a:lnTo>
                  <a:lnTo>
                    <a:pt x="13649" y="8066"/>
                  </a:lnTo>
                  <a:lnTo>
                    <a:pt x="13727" y="8092"/>
                  </a:lnTo>
                  <a:lnTo>
                    <a:pt x="13804" y="8118"/>
                  </a:lnTo>
                  <a:lnTo>
                    <a:pt x="13882" y="8144"/>
                  </a:lnTo>
                  <a:lnTo>
                    <a:pt x="13959" y="8118"/>
                  </a:lnTo>
                  <a:lnTo>
                    <a:pt x="14037" y="8092"/>
                  </a:lnTo>
                  <a:lnTo>
                    <a:pt x="14114" y="8066"/>
                  </a:lnTo>
                  <a:lnTo>
                    <a:pt x="14166" y="8014"/>
                  </a:lnTo>
                  <a:lnTo>
                    <a:pt x="14218" y="7963"/>
                  </a:lnTo>
                  <a:lnTo>
                    <a:pt x="14269" y="7885"/>
                  </a:lnTo>
                  <a:lnTo>
                    <a:pt x="14295" y="7808"/>
                  </a:lnTo>
                  <a:lnTo>
                    <a:pt x="14295" y="7704"/>
                  </a:lnTo>
                  <a:lnTo>
                    <a:pt x="14295" y="6593"/>
                  </a:lnTo>
                  <a:lnTo>
                    <a:pt x="14295" y="6515"/>
                  </a:lnTo>
                  <a:lnTo>
                    <a:pt x="14269" y="6438"/>
                  </a:lnTo>
                  <a:lnTo>
                    <a:pt x="14218" y="6360"/>
                  </a:lnTo>
                  <a:lnTo>
                    <a:pt x="14166" y="6308"/>
                  </a:lnTo>
                  <a:lnTo>
                    <a:pt x="14114" y="6257"/>
                  </a:lnTo>
                  <a:lnTo>
                    <a:pt x="14037" y="6205"/>
                  </a:lnTo>
                  <a:lnTo>
                    <a:pt x="13959" y="6179"/>
                  </a:lnTo>
                  <a:lnTo>
                    <a:pt x="13804" y="6179"/>
                  </a:lnTo>
                  <a:lnTo>
                    <a:pt x="13727" y="6205"/>
                  </a:lnTo>
                  <a:lnTo>
                    <a:pt x="13649" y="6257"/>
                  </a:lnTo>
                  <a:lnTo>
                    <a:pt x="13572" y="6308"/>
                  </a:lnTo>
                  <a:lnTo>
                    <a:pt x="13520" y="6360"/>
                  </a:lnTo>
                  <a:lnTo>
                    <a:pt x="13494" y="6438"/>
                  </a:lnTo>
                  <a:lnTo>
                    <a:pt x="13468" y="6515"/>
                  </a:lnTo>
                  <a:lnTo>
                    <a:pt x="13468" y="6593"/>
                  </a:lnTo>
                  <a:lnTo>
                    <a:pt x="13468" y="6748"/>
                  </a:lnTo>
                  <a:lnTo>
                    <a:pt x="12305" y="6748"/>
                  </a:lnTo>
                  <a:lnTo>
                    <a:pt x="12305" y="4783"/>
                  </a:lnTo>
                  <a:lnTo>
                    <a:pt x="13468" y="4783"/>
                  </a:lnTo>
                  <a:lnTo>
                    <a:pt x="13468" y="4912"/>
                  </a:lnTo>
                  <a:lnTo>
                    <a:pt x="13468" y="5016"/>
                  </a:lnTo>
                  <a:lnTo>
                    <a:pt x="13494" y="5093"/>
                  </a:lnTo>
                  <a:lnTo>
                    <a:pt x="13520" y="5171"/>
                  </a:lnTo>
                  <a:lnTo>
                    <a:pt x="13572" y="5223"/>
                  </a:lnTo>
                  <a:lnTo>
                    <a:pt x="13649" y="5274"/>
                  </a:lnTo>
                  <a:lnTo>
                    <a:pt x="13727" y="5300"/>
                  </a:lnTo>
                  <a:lnTo>
                    <a:pt x="13804" y="5326"/>
                  </a:lnTo>
                  <a:lnTo>
                    <a:pt x="13882" y="5352"/>
                  </a:lnTo>
                  <a:lnTo>
                    <a:pt x="13959" y="5326"/>
                  </a:lnTo>
                  <a:lnTo>
                    <a:pt x="14037" y="5300"/>
                  </a:lnTo>
                  <a:lnTo>
                    <a:pt x="14114" y="5274"/>
                  </a:lnTo>
                  <a:lnTo>
                    <a:pt x="14166" y="5223"/>
                  </a:lnTo>
                  <a:lnTo>
                    <a:pt x="14218" y="5171"/>
                  </a:lnTo>
                  <a:lnTo>
                    <a:pt x="14269" y="5093"/>
                  </a:lnTo>
                  <a:lnTo>
                    <a:pt x="14295" y="5016"/>
                  </a:lnTo>
                  <a:lnTo>
                    <a:pt x="14295" y="4912"/>
                  </a:lnTo>
                  <a:lnTo>
                    <a:pt x="14295" y="3801"/>
                  </a:lnTo>
                  <a:lnTo>
                    <a:pt x="14295" y="3723"/>
                  </a:lnTo>
                  <a:lnTo>
                    <a:pt x="14269" y="3646"/>
                  </a:lnTo>
                  <a:lnTo>
                    <a:pt x="14218" y="3568"/>
                  </a:lnTo>
                  <a:lnTo>
                    <a:pt x="14166" y="3516"/>
                  </a:lnTo>
                  <a:lnTo>
                    <a:pt x="14114" y="3465"/>
                  </a:lnTo>
                  <a:lnTo>
                    <a:pt x="14037" y="3413"/>
                  </a:lnTo>
                  <a:lnTo>
                    <a:pt x="13959" y="3387"/>
                  </a:lnTo>
                  <a:lnTo>
                    <a:pt x="13804" y="3387"/>
                  </a:lnTo>
                  <a:lnTo>
                    <a:pt x="13727" y="3413"/>
                  </a:lnTo>
                  <a:lnTo>
                    <a:pt x="13649" y="3465"/>
                  </a:lnTo>
                  <a:lnTo>
                    <a:pt x="13572" y="3516"/>
                  </a:lnTo>
                  <a:lnTo>
                    <a:pt x="13520" y="3568"/>
                  </a:lnTo>
                  <a:lnTo>
                    <a:pt x="13494" y="3646"/>
                  </a:lnTo>
                  <a:lnTo>
                    <a:pt x="13468" y="3723"/>
                  </a:lnTo>
                  <a:lnTo>
                    <a:pt x="13468" y="3801"/>
                  </a:lnTo>
                  <a:lnTo>
                    <a:pt x="13468" y="3956"/>
                  </a:lnTo>
                  <a:lnTo>
                    <a:pt x="12305" y="3956"/>
                  </a:lnTo>
                  <a:lnTo>
                    <a:pt x="12305" y="3258"/>
                  </a:lnTo>
                  <a:lnTo>
                    <a:pt x="12279" y="2999"/>
                  </a:lnTo>
                  <a:lnTo>
                    <a:pt x="12227" y="2767"/>
                  </a:lnTo>
                  <a:lnTo>
                    <a:pt x="12098" y="2560"/>
                  </a:lnTo>
                  <a:lnTo>
                    <a:pt x="11943" y="2353"/>
                  </a:lnTo>
                  <a:lnTo>
                    <a:pt x="11762" y="2198"/>
                  </a:lnTo>
                  <a:lnTo>
                    <a:pt x="11555" y="2095"/>
                  </a:lnTo>
                  <a:lnTo>
                    <a:pt x="11323" y="2017"/>
                  </a:lnTo>
                  <a:lnTo>
                    <a:pt x="11064" y="1991"/>
                  </a:lnTo>
                  <a:lnTo>
                    <a:pt x="10366" y="1991"/>
                  </a:lnTo>
                  <a:lnTo>
                    <a:pt x="10366" y="854"/>
                  </a:lnTo>
                  <a:lnTo>
                    <a:pt x="10495" y="854"/>
                  </a:lnTo>
                  <a:lnTo>
                    <a:pt x="10573" y="828"/>
                  </a:lnTo>
                  <a:lnTo>
                    <a:pt x="10650" y="828"/>
                  </a:lnTo>
                  <a:lnTo>
                    <a:pt x="10728" y="776"/>
                  </a:lnTo>
                  <a:lnTo>
                    <a:pt x="10806" y="725"/>
                  </a:lnTo>
                  <a:lnTo>
                    <a:pt x="10857" y="673"/>
                  </a:lnTo>
                  <a:lnTo>
                    <a:pt x="10883" y="595"/>
                  </a:lnTo>
                  <a:lnTo>
                    <a:pt x="10909" y="518"/>
                  </a:lnTo>
                  <a:lnTo>
                    <a:pt x="10909" y="440"/>
                  </a:lnTo>
                  <a:lnTo>
                    <a:pt x="10909" y="337"/>
                  </a:lnTo>
                  <a:lnTo>
                    <a:pt x="10883" y="259"/>
                  </a:lnTo>
                  <a:lnTo>
                    <a:pt x="10857" y="208"/>
                  </a:lnTo>
                  <a:lnTo>
                    <a:pt x="10806" y="130"/>
                  </a:lnTo>
                  <a:lnTo>
                    <a:pt x="10728" y="78"/>
                  </a:lnTo>
                  <a:lnTo>
                    <a:pt x="10650" y="53"/>
                  </a:lnTo>
                  <a:lnTo>
                    <a:pt x="10573" y="27"/>
                  </a:lnTo>
                  <a:lnTo>
                    <a:pt x="10495" y="1"/>
                  </a:lnTo>
                  <a:lnTo>
                    <a:pt x="9384" y="1"/>
                  </a:lnTo>
                  <a:lnTo>
                    <a:pt x="9306" y="27"/>
                  </a:lnTo>
                  <a:lnTo>
                    <a:pt x="9229" y="53"/>
                  </a:lnTo>
                  <a:lnTo>
                    <a:pt x="9151" y="78"/>
                  </a:lnTo>
                  <a:lnTo>
                    <a:pt x="9074" y="130"/>
                  </a:lnTo>
                  <a:lnTo>
                    <a:pt x="9048" y="208"/>
                  </a:lnTo>
                  <a:lnTo>
                    <a:pt x="8996" y="259"/>
                  </a:lnTo>
                  <a:lnTo>
                    <a:pt x="8970" y="337"/>
                  </a:lnTo>
                  <a:lnTo>
                    <a:pt x="8970" y="440"/>
                  </a:lnTo>
                  <a:lnTo>
                    <a:pt x="8970" y="518"/>
                  </a:lnTo>
                  <a:lnTo>
                    <a:pt x="8996" y="595"/>
                  </a:lnTo>
                  <a:lnTo>
                    <a:pt x="9048" y="673"/>
                  </a:lnTo>
                  <a:lnTo>
                    <a:pt x="9074" y="725"/>
                  </a:lnTo>
                  <a:lnTo>
                    <a:pt x="9151" y="776"/>
                  </a:lnTo>
                  <a:lnTo>
                    <a:pt x="9229" y="828"/>
                  </a:lnTo>
                  <a:lnTo>
                    <a:pt x="9306" y="828"/>
                  </a:lnTo>
                  <a:lnTo>
                    <a:pt x="9384" y="854"/>
                  </a:lnTo>
                  <a:lnTo>
                    <a:pt x="9513" y="854"/>
                  </a:lnTo>
                  <a:lnTo>
                    <a:pt x="9513" y="1991"/>
                  </a:lnTo>
                  <a:lnTo>
                    <a:pt x="7574" y="1991"/>
                  </a:lnTo>
                  <a:lnTo>
                    <a:pt x="7574" y="854"/>
                  </a:lnTo>
                  <a:lnTo>
                    <a:pt x="7703" y="854"/>
                  </a:lnTo>
                  <a:lnTo>
                    <a:pt x="7781" y="828"/>
                  </a:lnTo>
                  <a:lnTo>
                    <a:pt x="7859" y="828"/>
                  </a:lnTo>
                  <a:lnTo>
                    <a:pt x="7936" y="776"/>
                  </a:lnTo>
                  <a:lnTo>
                    <a:pt x="8014" y="725"/>
                  </a:lnTo>
                  <a:lnTo>
                    <a:pt x="8065" y="673"/>
                  </a:lnTo>
                  <a:lnTo>
                    <a:pt x="8091" y="595"/>
                  </a:lnTo>
                  <a:lnTo>
                    <a:pt x="8117" y="518"/>
                  </a:lnTo>
                  <a:lnTo>
                    <a:pt x="8117" y="440"/>
                  </a:lnTo>
                  <a:lnTo>
                    <a:pt x="8117" y="337"/>
                  </a:lnTo>
                  <a:lnTo>
                    <a:pt x="8091" y="259"/>
                  </a:lnTo>
                  <a:lnTo>
                    <a:pt x="8065" y="208"/>
                  </a:lnTo>
                  <a:lnTo>
                    <a:pt x="8014" y="130"/>
                  </a:lnTo>
                  <a:lnTo>
                    <a:pt x="7936" y="78"/>
                  </a:lnTo>
                  <a:lnTo>
                    <a:pt x="7859" y="53"/>
                  </a:lnTo>
                  <a:lnTo>
                    <a:pt x="7781" y="27"/>
                  </a:lnTo>
                  <a:lnTo>
                    <a:pt x="7703" y="1"/>
                  </a:lnTo>
                  <a:lnTo>
                    <a:pt x="6592" y="1"/>
                  </a:lnTo>
                  <a:lnTo>
                    <a:pt x="6514" y="27"/>
                  </a:lnTo>
                  <a:lnTo>
                    <a:pt x="6437" y="53"/>
                  </a:lnTo>
                  <a:lnTo>
                    <a:pt x="6359" y="78"/>
                  </a:lnTo>
                  <a:lnTo>
                    <a:pt x="6282" y="130"/>
                  </a:lnTo>
                  <a:lnTo>
                    <a:pt x="6256" y="208"/>
                  </a:lnTo>
                  <a:lnTo>
                    <a:pt x="6204" y="259"/>
                  </a:lnTo>
                  <a:lnTo>
                    <a:pt x="6178" y="337"/>
                  </a:lnTo>
                  <a:lnTo>
                    <a:pt x="6178" y="440"/>
                  </a:lnTo>
                  <a:lnTo>
                    <a:pt x="6178" y="518"/>
                  </a:lnTo>
                  <a:lnTo>
                    <a:pt x="6204" y="595"/>
                  </a:lnTo>
                  <a:lnTo>
                    <a:pt x="6256" y="673"/>
                  </a:lnTo>
                  <a:lnTo>
                    <a:pt x="6282" y="725"/>
                  </a:lnTo>
                  <a:lnTo>
                    <a:pt x="6359" y="776"/>
                  </a:lnTo>
                  <a:lnTo>
                    <a:pt x="6437" y="828"/>
                  </a:lnTo>
                  <a:lnTo>
                    <a:pt x="6514" y="828"/>
                  </a:lnTo>
                  <a:lnTo>
                    <a:pt x="6592" y="854"/>
                  </a:lnTo>
                  <a:lnTo>
                    <a:pt x="6721" y="854"/>
                  </a:lnTo>
                  <a:lnTo>
                    <a:pt x="6721" y="1991"/>
                  </a:lnTo>
                  <a:lnTo>
                    <a:pt x="4782" y="1991"/>
                  </a:lnTo>
                  <a:lnTo>
                    <a:pt x="4782" y="854"/>
                  </a:lnTo>
                  <a:lnTo>
                    <a:pt x="4912" y="854"/>
                  </a:lnTo>
                  <a:lnTo>
                    <a:pt x="4989" y="828"/>
                  </a:lnTo>
                  <a:lnTo>
                    <a:pt x="5067" y="828"/>
                  </a:lnTo>
                  <a:lnTo>
                    <a:pt x="5144" y="776"/>
                  </a:lnTo>
                  <a:lnTo>
                    <a:pt x="5222" y="725"/>
                  </a:lnTo>
                  <a:lnTo>
                    <a:pt x="5274" y="673"/>
                  </a:lnTo>
                  <a:lnTo>
                    <a:pt x="5299" y="595"/>
                  </a:lnTo>
                  <a:lnTo>
                    <a:pt x="5325" y="518"/>
                  </a:lnTo>
                  <a:lnTo>
                    <a:pt x="5325" y="440"/>
                  </a:lnTo>
                  <a:lnTo>
                    <a:pt x="5325" y="337"/>
                  </a:lnTo>
                  <a:lnTo>
                    <a:pt x="5299" y="259"/>
                  </a:lnTo>
                  <a:lnTo>
                    <a:pt x="5274" y="208"/>
                  </a:lnTo>
                  <a:lnTo>
                    <a:pt x="5222" y="130"/>
                  </a:lnTo>
                  <a:lnTo>
                    <a:pt x="5144" y="78"/>
                  </a:lnTo>
                  <a:lnTo>
                    <a:pt x="5067" y="53"/>
                  </a:lnTo>
                  <a:lnTo>
                    <a:pt x="4989" y="27"/>
                  </a:lnTo>
                  <a:lnTo>
                    <a:pt x="49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9"/>
            <p:cNvSpPr/>
            <p:nvPr/>
          </p:nvSpPr>
          <p:spPr>
            <a:xfrm>
              <a:off x="4113725" y="4125425"/>
              <a:ext cx="146725" cy="174525"/>
            </a:xfrm>
            <a:custGeom>
              <a:avLst/>
              <a:gdLst/>
              <a:ahLst/>
              <a:cxnLst/>
              <a:rect l="l" t="t" r="r" b="b"/>
              <a:pathLst>
                <a:path w="5869" h="6981" extrusionOk="0">
                  <a:moveTo>
                    <a:pt x="2948" y="828"/>
                  </a:moveTo>
                  <a:lnTo>
                    <a:pt x="3465" y="854"/>
                  </a:lnTo>
                  <a:lnTo>
                    <a:pt x="3982" y="931"/>
                  </a:lnTo>
                  <a:lnTo>
                    <a:pt x="4499" y="1060"/>
                  </a:lnTo>
                  <a:lnTo>
                    <a:pt x="5042" y="1241"/>
                  </a:lnTo>
                  <a:lnTo>
                    <a:pt x="5042" y="2689"/>
                  </a:lnTo>
                  <a:lnTo>
                    <a:pt x="5016" y="2948"/>
                  </a:lnTo>
                  <a:lnTo>
                    <a:pt x="4990" y="3232"/>
                  </a:lnTo>
                  <a:lnTo>
                    <a:pt x="4938" y="3490"/>
                  </a:lnTo>
                  <a:lnTo>
                    <a:pt x="4886" y="3749"/>
                  </a:lnTo>
                  <a:lnTo>
                    <a:pt x="4809" y="3982"/>
                  </a:lnTo>
                  <a:lnTo>
                    <a:pt x="4705" y="4240"/>
                  </a:lnTo>
                  <a:lnTo>
                    <a:pt x="4602" y="4473"/>
                  </a:lnTo>
                  <a:lnTo>
                    <a:pt x="4473" y="4679"/>
                  </a:lnTo>
                  <a:lnTo>
                    <a:pt x="4318" y="4912"/>
                  </a:lnTo>
                  <a:lnTo>
                    <a:pt x="4163" y="5119"/>
                  </a:lnTo>
                  <a:lnTo>
                    <a:pt x="3982" y="5300"/>
                  </a:lnTo>
                  <a:lnTo>
                    <a:pt x="3801" y="5481"/>
                  </a:lnTo>
                  <a:lnTo>
                    <a:pt x="3594" y="5662"/>
                  </a:lnTo>
                  <a:lnTo>
                    <a:pt x="3387" y="5817"/>
                  </a:lnTo>
                  <a:lnTo>
                    <a:pt x="3180" y="5972"/>
                  </a:lnTo>
                  <a:lnTo>
                    <a:pt x="2948" y="6101"/>
                  </a:lnTo>
                  <a:lnTo>
                    <a:pt x="2689" y="5972"/>
                  </a:lnTo>
                  <a:lnTo>
                    <a:pt x="2482" y="5817"/>
                  </a:lnTo>
                  <a:lnTo>
                    <a:pt x="2276" y="5662"/>
                  </a:lnTo>
                  <a:lnTo>
                    <a:pt x="2069" y="5481"/>
                  </a:lnTo>
                  <a:lnTo>
                    <a:pt x="1888" y="5300"/>
                  </a:lnTo>
                  <a:lnTo>
                    <a:pt x="1707" y="5119"/>
                  </a:lnTo>
                  <a:lnTo>
                    <a:pt x="1552" y="4912"/>
                  </a:lnTo>
                  <a:lnTo>
                    <a:pt x="1397" y="4679"/>
                  </a:lnTo>
                  <a:lnTo>
                    <a:pt x="1293" y="4473"/>
                  </a:lnTo>
                  <a:lnTo>
                    <a:pt x="1164" y="4240"/>
                  </a:lnTo>
                  <a:lnTo>
                    <a:pt x="1061" y="3982"/>
                  </a:lnTo>
                  <a:lnTo>
                    <a:pt x="983" y="3749"/>
                  </a:lnTo>
                  <a:lnTo>
                    <a:pt x="931" y="3490"/>
                  </a:lnTo>
                  <a:lnTo>
                    <a:pt x="880" y="3232"/>
                  </a:lnTo>
                  <a:lnTo>
                    <a:pt x="854" y="2948"/>
                  </a:lnTo>
                  <a:lnTo>
                    <a:pt x="854" y="2689"/>
                  </a:lnTo>
                  <a:lnTo>
                    <a:pt x="854" y="1241"/>
                  </a:lnTo>
                  <a:lnTo>
                    <a:pt x="1371" y="1060"/>
                  </a:lnTo>
                  <a:lnTo>
                    <a:pt x="1888" y="931"/>
                  </a:lnTo>
                  <a:lnTo>
                    <a:pt x="2405" y="854"/>
                  </a:lnTo>
                  <a:lnTo>
                    <a:pt x="2948" y="828"/>
                  </a:lnTo>
                  <a:close/>
                  <a:moveTo>
                    <a:pt x="2612" y="1"/>
                  </a:moveTo>
                  <a:lnTo>
                    <a:pt x="2276" y="26"/>
                  </a:lnTo>
                  <a:lnTo>
                    <a:pt x="1939" y="78"/>
                  </a:lnTo>
                  <a:lnTo>
                    <a:pt x="1603" y="156"/>
                  </a:lnTo>
                  <a:lnTo>
                    <a:pt x="1267" y="233"/>
                  </a:lnTo>
                  <a:lnTo>
                    <a:pt x="931" y="337"/>
                  </a:lnTo>
                  <a:lnTo>
                    <a:pt x="595" y="440"/>
                  </a:lnTo>
                  <a:lnTo>
                    <a:pt x="259" y="595"/>
                  </a:lnTo>
                  <a:lnTo>
                    <a:pt x="156" y="647"/>
                  </a:lnTo>
                  <a:lnTo>
                    <a:pt x="78" y="750"/>
                  </a:lnTo>
                  <a:lnTo>
                    <a:pt x="27" y="854"/>
                  </a:lnTo>
                  <a:lnTo>
                    <a:pt x="1" y="983"/>
                  </a:lnTo>
                  <a:lnTo>
                    <a:pt x="1" y="2689"/>
                  </a:lnTo>
                  <a:lnTo>
                    <a:pt x="27" y="3025"/>
                  </a:lnTo>
                  <a:lnTo>
                    <a:pt x="52" y="3361"/>
                  </a:lnTo>
                  <a:lnTo>
                    <a:pt x="104" y="3697"/>
                  </a:lnTo>
                  <a:lnTo>
                    <a:pt x="207" y="4033"/>
                  </a:lnTo>
                  <a:lnTo>
                    <a:pt x="311" y="4343"/>
                  </a:lnTo>
                  <a:lnTo>
                    <a:pt x="440" y="4654"/>
                  </a:lnTo>
                  <a:lnTo>
                    <a:pt x="595" y="4938"/>
                  </a:lnTo>
                  <a:lnTo>
                    <a:pt x="750" y="5222"/>
                  </a:lnTo>
                  <a:lnTo>
                    <a:pt x="957" y="5507"/>
                  </a:lnTo>
                  <a:lnTo>
                    <a:pt x="1164" y="5765"/>
                  </a:lnTo>
                  <a:lnTo>
                    <a:pt x="1371" y="5998"/>
                  </a:lnTo>
                  <a:lnTo>
                    <a:pt x="1629" y="6230"/>
                  </a:lnTo>
                  <a:lnTo>
                    <a:pt x="1888" y="6437"/>
                  </a:lnTo>
                  <a:lnTo>
                    <a:pt x="2172" y="6618"/>
                  </a:lnTo>
                  <a:lnTo>
                    <a:pt x="2456" y="6799"/>
                  </a:lnTo>
                  <a:lnTo>
                    <a:pt x="2767" y="6928"/>
                  </a:lnTo>
                  <a:lnTo>
                    <a:pt x="2844" y="6980"/>
                  </a:lnTo>
                  <a:lnTo>
                    <a:pt x="3025" y="6980"/>
                  </a:lnTo>
                  <a:lnTo>
                    <a:pt x="3103" y="6928"/>
                  </a:lnTo>
                  <a:lnTo>
                    <a:pt x="3413" y="6799"/>
                  </a:lnTo>
                  <a:lnTo>
                    <a:pt x="3697" y="6618"/>
                  </a:lnTo>
                  <a:lnTo>
                    <a:pt x="3982" y="6437"/>
                  </a:lnTo>
                  <a:lnTo>
                    <a:pt x="4240" y="6230"/>
                  </a:lnTo>
                  <a:lnTo>
                    <a:pt x="4499" y="5998"/>
                  </a:lnTo>
                  <a:lnTo>
                    <a:pt x="4705" y="5765"/>
                  </a:lnTo>
                  <a:lnTo>
                    <a:pt x="4938" y="5507"/>
                  </a:lnTo>
                  <a:lnTo>
                    <a:pt x="5119" y="5222"/>
                  </a:lnTo>
                  <a:lnTo>
                    <a:pt x="5274" y="4938"/>
                  </a:lnTo>
                  <a:lnTo>
                    <a:pt x="5429" y="4654"/>
                  </a:lnTo>
                  <a:lnTo>
                    <a:pt x="5559" y="4343"/>
                  </a:lnTo>
                  <a:lnTo>
                    <a:pt x="5662" y="4033"/>
                  </a:lnTo>
                  <a:lnTo>
                    <a:pt x="5765" y="3697"/>
                  </a:lnTo>
                  <a:lnTo>
                    <a:pt x="5817" y="3361"/>
                  </a:lnTo>
                  <a:lnTo>
                    <a:pt x="5843" y="3025"/>
                  </a:lnTo>
                  <a:lnTo>
                    <a:pt x="5869" y="2689"/>
                  </a:lnTo>
                  <a:lnTo>
                    <a:pt x="5869" y="983"/>
                  </a:lnTo>
                  <a:lnTo>
                    <a:pt x="5843" y="854"/>
                  </a:lnTo>
                  <a:lnTo>
                    <a:pt x="5791" y="750"/>
                  </a:lnTo>
                  <a:lnTo>
                    <a:pt x="5714" y="647"/>
                  </a:lnTo>
                  <a:lnTo>
                    <a:pt x="5610" y="595"/>
                  </a:lnTo>
                  <a:lnTo>
                    <a:pt x="5274" y="440"/>
                  </a:lnTo>
                  <a:lnTo>
                    <a:pt x="4938" y="337"/>
                  </a:lnTo>
                  <a:lnTo>
                    <a:pt x="4602" y="233"/>
                  </a:lnTo>
                  <a:lnTo>
                    <a:pt x="4292" y="156"/>
                  </a:lnTo>
                  <a:lnTo>
                    <a:pt x="3956" y="78"/>
                  </a:lnTo>
                  <a:lnTo>
                    <a:pt x="3620" y="26"/>
                  </a:lnTo>
                  <a:lnTo>
                    <a:pt x="32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9"/>
            <p:cNvSpPr/>
            <p:nvPr/>
          </p:nvSpPr>
          <p:spPr>
            <a:xfrm>
              <a:off x="4154450" y="4187475"/>
              <a:ext cx="65300" cy="50425"/>
            </a:xfrm>
            <a:custGeom>
              <a:avLst/>
              <a:gdLst/>
              <a:ahLst/>
              <a:cxnLst/>
              <a:rect l="l" t="t" r="r" b="b"/>
              <a:pathLst>
                <a:path w="2612" h="2017" extrusionOk="0">
                  <a:moveTo>
                    <a:pt x="2120" y="0"/>
                  </a:moveTo>
                  <a:lnTo>
                    <a:pt x="2042" y="26"/>
                  </a:lnTo>
                  <a:lnTo>
                    <a:pt x="1965" y="52"/>
                  </a:lnTo>
                  <a:lnTo>
                    <a:pt x="1887" y="104"/>
                  </a:lnTo>
                  <a:lnTo>
                    <a:pt x="1008" y="1008"/>
                  </a:lnTo>
                  <a:lnTo>
                    <a:pt x="724" y="698"/>
                  </a:lnTo>
                  <a:lnTo>
                    <a:pt x="647" y="646"/>
                  </a:lnTo>
                  <a:lnTo>
                    <a:pt x="569" y="621"/>
                  </a:lnTo>
                  <a:lnTo>
                    <a:pt x="491" y="595"/>
                  </a:lnTo>
                  <a:lnTo>
                    <a:pt x="336" y="595"/>
                  </a:lnTo>
                  <a:lnTo>
                    <a:pt x="259" y="621"/>
                  </a:lnTo>
                  <a:lnTo>
                    <a:pt x="181" y="646"/>
                  </a:lnTo>
                  <a:lnTo>
                    <a:pt x="130" y="698"/>
                  </a:lnTo>
                  <a:lnTo>
                    <a:pt x="78" y="776"/>
                  </a:lnTo>
                  <a:lnTo>
                    <a:pt x="26" y="853"/>
                  </a:lnTo>
                  <a:lnTo>
                    <a:pt x="0" y="931"/>
                  </a:lnTo>
                  <a:lnTo>
                    <a:pt x="0" y="1008"/>
                  </a:lnTo>
                  <a:lnTo>
                    <a:pt x="0" y="1086"/>
                  </a:lnTo>
                  <a:lnTo>
                    <a:pt x="26" y="1163"/>
                  </a:lnTo>
                  <a:lnTo>
                    <a:pt x="78" y="1241"/>
                  </a:lnTo>
                  <a:lnTo>
                    <a:pt x="130" y="1293"/>
                  </a:lnTo>
                  <a:lnTo>
                    <a:pt x="724" y="1887"/>
                  </a:lnTo>
                  <a:lnTo>
                    <a:pt x="776" y="1939"/>
                  </a:lnTo>
                  <a:lnTo>
                    <a:pt x="853" y="1991"/>
                  </a:lnTo>
                  <a:lnTo>
                    <a:pt x="931" y="2017"/>
                  </a:lnTo>
                  <a:lnTo>
                    <a:pt x="1086" y="2017"/>
                  </a:lnTo>
                  <a:lnTo>
                    <a:pt x="1164" y="1991"/>
                  </a:lnTo>
                  <a:lnTo>
                    <a:pt x="1241" y="1939"/>
                  </a:lnTo>
                  <a:lnTo>
                    <a:pt x="1319" y="1887"/>
                  </a:lnTo>
                  <a:lnTo>
                    <a:pt x="2482" y="698"/>
                  </a:lnTo>
                  <a:lnTo>
                    <a:pt x="2534" y="646"/>
                  </a:lnTo>
                  <a:lnTo>
                    <a:pt x="2585" y="569"/>
                  </a:lnTo>
                  <a:lnTo>
                    <a:pt x="2611" y="491"/>
                  </a:lnTo>
                  <a:lnTo>
                    <a:pt x="2611" y="414"/>
                  </a:lnTo>
                  <a:lnTo>
                    <a:pt x="2611" y="336"/>
                  </a:lnTo>
                  <a:lnTo>
                    <a:pt x="2585" y="259"/>
                  </a:lnTo>
                  <a:lnTo>
                    <a:pt x="2534" y="181"/>
                  </a:lnTo>
                  <a:lnTo>
                    <a:pt x="2482" y="104"/>
                  </a:lnTo>
                  <a:lnTo>
                    <a:pt x="2430" y="52"/>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59"/>
          <p:cNvGrpSpPr/>
          <p:nvPr/>
        </p:nvGrpSpPr>
        <p:grpSpPr>
          <a:xfrm>
            <a:off x="5594018" y="4223616"/>
            <a:ext cx="383454" cy="383454"/>
            <a:chOff x="4762575" y="4033650"/>
            <a:chExt cx="357400" cy="357400"/>
          </a:xfrm>
        </p:grpSpPr>
        <p:sp>
          <p:nvSpPr>
            <p:cNvPr id="1028" name="Google Shape;1028;p59"/>
            <p:cNvSpPr/>
            <p:nvPr/>
          </p:nvSpPr>
          <p:spPr>
            <a:xfrm>
              <a:off x="4804575" y="4201675"/>
              <a:ext cx="106025" cy="62725"/>
            </a:xfrm>
            <a:custGeom>
              <a:avLst/>
              <a:gdLst/>
              <a:ahLst/>
              <a:cxnLst/>
              <a:rect l="l" t="t" r="r" b="b"/>
              <a:pathLst>
                <a:path w="4241" h="2509" extrusionOk="0">
                  <a:moveTo>
                    <a:pt x="3387" y="828"/>
                  </a:moveTo>
                  <a:lnTo>
                    <a:pt x="3387" y="1655"/>
                  </a:lnTo>
                  <a:lnTo>
                    <a:pt x="828" y="1655"/>
                  </a:lnTo>
                  <a:lnTo>
                    <a:pt x="828" y="828"/>
                  </a:lnTo>
                  <a:close/>
                  <a:moveTo>
                    <a:pt x="337" y="1"/>
                  </a:moveTo>
                  <a:lnTo>
                    <a:pt x="259" y="27"/>
                  </a:lnTo>
                  <a:lnTo>
                    <a:pt x="182" y="53"/>
                  </a:lnTo>
                  <a:lnTo>
                    <a:pt x="104" y="104"/>
                  </a:lnTo>
                  <a:lnTo>
                    <a:pt x="52" y="182"/>
                  </a:lnTo>
                  <a:lnTo>
                    <a:pt x="27" y="234"/>
                  </a:lnTo>
                  <a:lnTo>
                    <a:pt x="1" y="337"/>
                  </a:lnTo>
                  <a:lnTo>
                    <a:pt x="1" y="415"/>
                  </a:lnTo>
                  <a:lnTo>
                    <a:pt x="1" y="2095"/>
                  </a:lnTo>
                  <a:lnTo>
                    <a:pt x="1" y="2172"/>
                  </a:lnTo>
                  <a:lnTo>
                    <a:pt x="27" y="2250"/>
                  </a:lnTo>
                  <a:lnTo>
                    <a:pt x="52" y="2327"/>
                  </a:lnTo>
                  <a:lnTo>
                    <a:pt x="104" y="2379"/>
                  </a:lnTo>
                  <a:lnTo>
                    <a:pt x="182" y="2431"/>
                  </a:lnTo>
                  <a:lnTo>
                    <a:pt x="259" y="2483"/>
                  </a:lnTo>
                  <a:lnTo>
                    <a:pt x="337" y="2483"/>
                  </a:lnTo>
                  <a:lnTo>
                    <a:pt x="414" y="2508"/>
                  </a:lnTo>
                  <a:lnTo>
                    <a:pt x="3827" y="2508"/>
                  </a:lnTo>
                  <a:lnTo>
                    <a:pt x="3904" y="2483"/>
                  </a:lnTo>
                  <a:lnTo>
                    <a:pt x="3982" y="2483"/>
                  </a:lnTo>
                  <a:lnTo>
                    <a:pt x="4059" y="2431"/>
                  </a:lnTo>
                  <a:lnTo>
                    <a:pt x="4111" y="2379"/>
                  </a:lnTo>
                  <a:lnTo>
                    <a:pt x="4163" y="2327"/>
                  </a:lnTo>
                  <a:lnTo>
                    <a:pt x="4214" y="2250"/>
                  </a:lnTo>
                  <a:lnTo>
                    <a:pt x="4240" y="2172"/>
                  </a:lnTo>
                  <a:lnTo>
                    <a:pt x="4240" y="2095"/>
                  </a:lnTo>
                  <a:lnTo>
                    <a:pt x="4240" y="415"/>
                  </a:lnTo>
                  <a:lnTo>
                    <a:pt x="4240" y="337"/>
                  </a:lnTo>
                  <a:lnTo>
                    <a:pt x="4214" y="234"/>
                  </a:lnTo>
                  <a:lnTo>
                    <a:pt x="4163" y="182"/>
                  </a:lnTo>
                  <a:lnTo>
                    <a:pt x="4111" y="104"/>
                  </a:lnTo>
                  <a:lnTo>
                    <a:pt x="4059" y="53"/>
                  </a:lnTo>
                  <a:lnTo>
                    <a:pt x="3982" y="27"/>
                  </a:lnTo>
                  <a:lnTo>
                    <a:pt x="39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9"/>
            <p:cNvSpPr/>
            <p:nvPr/>
          </p:nvSpPr>
          <p:spPr>
            <a:xfrm>
              <a:off x="4762575" y="4033650"/>
              <a:ext cx="357400" cy="357400"/>
            </a:xfrm>
            <a:custGeom>
              <a:avLst/>
              <a:gdLst/>
              <a:ahLst/>
              <a:cxnLst/>
              <a:rect l="l" t="t" r="r" b="b"/>
              <a:pathLst>
                <a:path w="14296" h="14296" extrusionOk="0">
                  <a:moveTo>
                    <a:pt x="13132" y="854"/>
                  </a:moveTo>
                  <a:lnTo>
                    <a:pt x="13210" y="880"/>
                  </a:lnTo>
                  <a:lnTo>
                    <a:pt x="13262" y="931"/>
                  </a:lnTo>
                  <a:lnTo>
                    <a:pt x="13339" y="983"/>
                  </a:lnTo>
                  <a:lnTo>
                    <a:pt x="13391" y="1035"/>
                  </a:lnTo>
                  <a:lnTo>
                    <a:pt x="13417" y="1112"/>
                  </a:lnTo>
                  <a:lnTo>
                    <a:pt x="13443" y="1190"/>
                  </a:lnTo>
                  <a:lnTo>
                    <a:pt x="13443" y="1268"/>
                  </a:lnTo>
                  <a:lnTo>
                    <a:pt x="13443" y="4628"/>
                  </a:lnTo>
                  <a:lnTo>
                    <a:pt x="13443" y="4706"/>
                  </a:lnTo>
                  <a:lnTo>
                    <a:pt x="13417" y="4783"/>
                  </a:lnTo>
                  <a:lnTo>
                    <a:pt x="13391" y="4861"/>
                  </a:lnTo>
                  <a:lnTo>
                    <a:pt x="13339" y="4912"/>
                  </a:lnTo>
                  <a:lnTo>
                    <a:pt x="13262" y="4964"/>
                  </a:lnTo>
                  <a:lnTo>
                    <a:pt x="13210" y="5016"/>
                  </a:lnTo>
                  <a:lnTo>
                    <a:pt x="13132" y="5016"/>
                  </a:lnTo>
                  <a:lnTo>
                    <a:pt x="13029" y="5042"/>
                  </a:lnTo>
                  <a:lnTo>
                    <a:pt x="1241" y="5042"/>
                  </a:lnTo>
                  <a:lnTo>
                    <a:pt x="1164" y="5016"/>
                  </a:lnTo>
                  <a:lnTo>
                    <a:pt x="1086" y="5016"/>
                  </a:lnTo>
                  <a:lnTo>
                    <a:pt x="1009" y="4964"/>
                  </a:lnTo>
                  <a:lnTo>
                    <a:pt x="957" y="4912"/>
                  </a:lnTo>
                  <a:lnTo>
                    <a:pt x="905" y="4861"/>
                  </a:lnTo>
                  <a:lnTo>
                    <a:pt x="879" y="4783"/>
                  </a:lnTo>
                  <a:lnTo>
                    <a:pt x="854" y="4706"/>
                  </a:lnTo>
                  <a:lnTo>
                    <a:pt x="828" y="4628"/>
                  </a:lnTo>
                  <a:lnTo>
                    <a:pt x="828" y="1268"/>
                  </a:lnTo>
                  <a:lnTo>
                    <a:pt x="854" y="1190"/>
                  </a:lnTo>
                  <a:lnTo>
                    <a:pt x="879" y="1112"/>
                  </a:lnTo>
                  <a:lnTo>
                    <a:pt x="905" y="1035"/>
                  </a:lnTo>
                  <a:lnTo>
                    <a:pt x="957" y="983"/>
                  </a:lnTo>
                  <a:lnTo>
                    <a:pt x="1009" y="931"/>
                  </a:lnTo>
                  <a:lnTo>
                    <a:pt x="1086" y="880"/>
                  </a:lnTo>
                  <a:lnTo>
                    <a:pt x="1164" y="854"/>
                  </a:lnTo>
                  <a:close/>
                  <a:moveTo>
                    <a:pt x="10522" y="7601"/>
                  </a:moveTo>
                  <a:lnTo>
                    <a:pt x="10780" y="7627"/>
                  </a:lnTo>
                  <a:lnTo>
                    <a:pt x="11013" y="7704"/>
                  </a:lnTo>
                  <a:lnTo>
                    <a:pt x="11220" y="7808"/>
                  </a:lnTo>
                  <a:lnTo>
                    <a:pt x="11400" y="7963"/>
                  </a:lnTo>
                  <a:lnTo>
                    <a:pt x="11556" y="8170"/>
                  </a:lnTo>
                  <a:lnTo>
                    <a:pt x="11685" y="8376"/>
                  </a:lnTo>
                  <a:lnTo>
                    <a:pt x="11762" y="8609"/>
                  </a:lnTo>
                  <a:lnTo>
                    <a:pt x="11788" y="8867"/>
                  </a:lnTo>
                  <a:lnTo>
                    <a:pt x="11788" y="9565"/>
                  </a:lnTo>
                  <a:lnTo>
                    <a:pt x="9255" y="9565"/>
                  </a:lnTo>
                  <a:lnTo>
                    <a:pt x="9255" y="8867"/>
                  </a:lnTo>
                  <a:lnTo>
                    <a:pt x="9281" y="8609"/>
                  </a:lnTo>
                  <a:lnTo>
                    <a:pt x="9358" y="8376"/>
                  </a:lnTo>
                  <a:lnTo>
                    <a:pt x="9488" y="8170"/>
                  </a:lnTo>
                  <a:lnTo>
                    <a:pt x="9643" y="7963"/>
                  </a:lnTo>
                  <a:lnTo>
                    <a:pt x="9824" y="7808"/>
                  </a:lnTo>
                  <a:lnTo>
                    <a:pt x="10030" y="7704"/>
                  </a:lnTo>
                  <a:lnTo>
                    <a:pt x="10263" y="7627"/>
                  </a:lnTo>
                  <a:lnTo>
                    <a:pt x="10522" y="7601"/>
                  </a:lnTo>
                  <a:close/>
                  <a:moveTo>
                    <a:pt x="13029" y="5869"/>
                  </a:moveTo>
                  <a:lnTo>
                    <a:pt x="13132" y="5895"/>
                  </a:lnTo>
                  <a:lnTo>
                    <a:pt x="13210" y="5895"/>
                  </a:lnTo>
                  <a:lnTo>
                    <a:pt x="13262" y="5946"/>
                  </a:lnTo>
                  <a:lnTo>
                    <a:pt x="13339" y="5998"/>
                  </a:lnTo>
                  <a:lnTo>
                    <a:pt x="13391" y="6050"/>
                  </a:lnTo>
                  <a:lnTo>
                    <a:pt x="13417" y="6127"/>
                  </a:lnTo>
                  <a:lnTo>
                    <a:pt x="13443" y="6205"/>
                  </a:lnTo>
                  <a:lnTo>
                    <a:pt x="13443" y="6282"/>
                  </a:lnTo>
                  <a:lnTo>
                    <a:pt x="13443" y="9643"/>
                  </a:lnTo>
                  <a:lnTo>
                    <a:pt x="13443" y="9721"/>
                  </a:lnTo>
                  <a:lnTo>
                    <a:pt x="13417" y="9798"/>
                  </a:lnTo>
                  <a:lnTo>
                    <a:pt x="13339" y="9927"/>
                  </a:lnTo>
                  <a:lnTo>
                    <a:pt x="13210" y="10031"/>
                  </a:lnTo>
                  <a:lnTo>
                    <a:pt x="13132" y="10057"/>
                  </a:lnTo>
                  <a:lnTo>
                    <a:pt x="13055" y="10057"/>
                  </a:lnTo>
                  <a:lnTo>
                    <a:pt x="12977" y="9927"/>
                  </a:lnTo>
                  <a:lnTo>
                    <a:pt x="12874" y="9824"/>
                  </a:lnTo>
                  <a:lnTo>
                    <a:pt x="12745" y="9721"/>
                  </a:lnTo>
                  <a:lnTo>
                    <a:pt x="12615" y="9643"/>
                  </a:lnTo>
                  <a:lnTo>
                    <a:pt x="12615" y="8867"/>
                  </a:lnTo>
                  <a:lnTo>
                    <a:pt x="12615" y="8635"/>
                  </a:lnTo>
                  <a:lnTo>
                    <a:pt x="12564" y="8428"/>
                  </a:lnTo>
                  <a:lnTo>
                    <a:pt x="12512" y="8247"/>
                  </a:lnTo>
                  <a:lnTo>
                    <a:pt x="12460" y="8040"/>
                  </a:lnTo>
                  <a:lnTo>
                    <a:pt x="12357" y="7859"/>
                  </a:lnTo>
                  <a:lnTo>
                    <a:pt x="12254" y="7678"/>
                  </a:lnTo>
                  <a:lnTo>
                    <a:pt x="12150" y="7523"/>
                  </a:lnTo>
                  <a:lnTo>
                    <a:pt x="11995" y="7368"/>
                  </a:lnTo>
                  <a:lnTo>
                    <a:pt x="11866" y="7239"/>
                  </a:lnTo>
                  <a:lnTo>
                    <a:pt x="11685" y="7136"/>
                  </a:lnTo>
                  <a:lnTo>
                    <a:pt x="11530" y="7032"/>
                  </a:lnTo>
                  <a:lnTo>
                    <a:pt x="11349" y="6929"/>
                  </a:lnTo>
                  <a:lnTo>
                    <a:pt x="11142" y="6851"/>
                  </a:lnTo>
                  <a:lnTo>
                    <a:pt x="10935" y="6799"/>
                  </a:lnTo>
                  <a:lnTo>
                    <a:pt x="10728" y="6774"/>
                  </a:lnTo>
                  <a:lnTo>
                    <a:pt x="10315" y="6774"/>
                  </a:lnTo>
                  <a:lnTo>
                    <a:pt x="10108" y="6799"/>
                  </a:lnTo>
                  <a:lnTo>
                    <a:pt x="9901" y="6851"/>
                  </a:lnTo>
                  <a:lnTo>
                    <a:pt x="9720" y="6929"/>
                  </a:lnTo>
                  <a:lnTo>
                    <a:pt x="9513" y="7032"/>
                  </a:lnTo>
                  <a:lnTo>
                    <a:pt x="9358" y="7136"/>
                  </a:lnTo>
                  <a:lnTo>
                    <a:pt x="9203" y="7239"/>
                  </a:lnTo>
                  <a:lnTo>
                    <a:pt x="9048" y="7368"/>
                  </a:lnTo>
                  <a:lnTo>
                    <a:pt x="8919" y="7523"/>
                  </a:lnTo>
                  <a:lnTo>
                    <a:pt x="8790" y="7678"/>
                  </a:lnTo>
                  <a:lnTo>
                    <a:pt x="8686" y="7859"/>
                  </a:lnTo>
                  <a:lnTo>
                    <a:pt x="8583" y="8040"/>
                  </a:lnTo>
                  <a:lnTo>
                    <a:pt x="8531" y="8247"/>
                  </a:lnTo>
                  <a:lnTo>
                    <a:pt x="8479" y="8428"/>
                  </a:lnTo>
                  <a:lnTo>
                    <a:pt x="8428" y="8635"/>
                  </a:lnTo>
                  <a:lnTo>
                    <a:pt x="8428" y="8867"/>
                  </a:lnTo>
                  <a:lnTo>
                    <a:pt x="8428" y="9643"/>
                  </a:lnTo>
                  <a:lnTo>
                    <a:pt x="8298" y="9721"/>
                  </a:lnTo>
                  <a:lnTo>
                    <a:pt x="8169" y="9824"/>
                  </a:lnTo>
                  <a:lnTo>
                    <a:pt x="8066" y="9927"/>
                  </a:lnTo>
                  <a:lnTo>
                    <a:pt x="7988" y="10057"/>
                  </a:lnTo>
                  <a:lnTo>
                    <a:pt x="1164" y="10057"/>
                  </a:lnTo>
                  <a:lnTo>
                    <a:pt x="1086" y="10031"/>
                  </a:lnTo>
                  <a:lnTo>
                    <a:pt x="1009" y="9979"/>
                  </a:lnTo>
                  <a:lnTo>
                    <a:pt x="957" y="9927"/>
                  </a:lnTo>
                  <a:lnTo>
                    <a:pt x="905" y="9876"/>
                  </a:lnTo>
                  <a:lnTo>
                    <a:pt x="879" y="9798"/>
                  </a:lnTo>
                  <a:lnTo>
                    <a:pt x="854" y="9721"/>
                  </a:lnTo>
                  <a:lnTo>
                    <a:pt x="828" y="9643"/>
                  </a:lnTo>
                  <a:lnTo>
                    <a:pt x="828" y="6282"/>
                  </a:lnTo>
                  <a:lnTo>
                    <a:pt x="854" y="6205"/>
                  </a:lnTo>
                  <a:lnTo>
                    <a:pt x="879" y="6127"/>
                  </a:lnTo>
                  <a:lnTo>
                    <a:pt x="905" y="6050"/>
                  </a:lnTo>
                  <a:lnTo>
                    <a:pt x="957" y="5998"/>
                  </a:lnTo>
                  <a:lnTo>
                    <a:pt x="1009" y="5946"/>
                  </a:lnTo>
                  <a:lnTo>
                    <a:pt x="1086" y="5895"/>
                  </a:lnTo>
                  <a:lnTo>
                    <a:pt x="1164" y="5895"/>
                  </a:lnTo>
                  <a:lnTo>
                    <a:pt x="1241" y="5869"/>
                  </a:lnTo>
                  <a:close/>
                  <a:moveTo>
                    <a:pt x="12202" y="10393"/>
                  </a:moveTo>
                  <a:lnTo>
                    <a:pt x="12254" y="10418"/>
                  </a:lnTo>
                  <a:lnTo>
                    <a:pt x="12305" y="10444"/>
                  </a:lnTo>
                  <a:lnTo>
                    <a:pt x="12331" y="10470"/>
                  </a:lnTo>
                  <a:lnTo>
                    <a:pt x="12331" y="10548"/>
                  </a:lnTo>
                  <a:lnTo>
                    <a:pt x="12331" y="13340"/>
                  </a:lnTo>
                  <a:lnTo>
                    <a:pt x="12331" y="13391"/>
                  </a:lnTo>
                  <a:lnTo>
                    <a:pt x="12305" y="13417"/>
                  </a:lnTo>
                  <a:lnTo>
                    <a:pt x="12254" y="13469"/>
                  </a:lnTo>
                  <a:lnTo>
                    <a:pt x="8790" y="13469"/>
                  </a:lnTo>
                  <a:lnTo>
                    <a:pt x="8738" y="13417"/>
                  </a:lnTo>
                  <a:lnTo>
                    <a:pt x="8712" y="13391"/>
                  </a:lnTo>
                  <a:lnTo>
                    <a:pt x="8712" y="13340"/>
                  </a:lnTo>
                  <a:lnTo>
                    <a:pt x="8712" y="10548"/>
                  </a:lnTo>
                  <a:lnTo>
                    <a:pt x="8712" y="10470"/>
                  </a:lnTo>
                  <a:lnTo>
                    <a:pt x="8738" y="10444"/>
                  </a:lnTo>
                  <a:lnTo>
                    <a:pt x="8790" y="10418"/>
                  </a:lnTo>
                  <a:lnTo>
                    <a:pt x="8841" y="10393"/>
                  </a:lnTo>
                  <a:close/>
                  <a:moveTo>
                    <a:pt x="1241" y="1"/>
                  </a:moveTo>
                  <a:lnTo>
                    <a:pt x="1009" y="27"/>
                  </a:lnTo>
                  <a:lnTo>
                    <a:pt x="776" y="104"/>
                  </a:lnTo>
                  <a:lnTo>
                    <a:pt x="543" y="234"/>
                  </a:lnTo>
                  <a:lnTo>
                    <a:pt x="362" y="389"/>
                  </a:lnTo>
                  <a:lnTo>
                    <a:pt x="207" y="570"/>
                  </a:lnTo>
                  <a:lnTo>
                    <a:pt x="104" y="776"/>
                  </a:lnTo>
                  <a:lnTo>
                    <a:pt x="26" y="1009"/>
                  </a:lnTo>
                  <a:lnTo>
                    <a:pt x="0" y="1268"/>
                  </a:lnTo>
                  <a:lnTo>
                    <a:pt x="0" y="4628"/>
                  </a:lnTo>
                  <a:lnTo>
                    <a:pt x="26" y="4861"/>
                  </a:lnTo>
                  <a:lnTo>
                    <a:pt x="78" y="5067"/>
                  </a:lnTo>
                  <a:lnTo>
                    <a:pt x="181" y="5274"/>
                  </a:lnTo>
                  <a:lnTo>
                    <a:pt x="311" y="5455"/>
                  </a:lnTo>
                  <a:lnTo>
                    <a:pt x="181" y="5636"/>
                  </a:lnTo>
                  <a:lnTo>
                    <a:pt x="78" y="5843"/>
                  </a:lnTo>
                  <a:lnTo>
                    <a:pt x="26" y="6050"/>
                  </a:lnTo>
                  <a:lnTo>
                    <a:pt x="0" y="6282"/>
                  </a:lnTo>
                  <a:lnTo>
                    <a:pt x="0" y="9643"/>
                  </a:lnTo>
                  <a:lnTo>
                    <a:pt x="26" y="9901"/>
                  </a:lnTo>
                  <a:lnTo>
                    <a:pt x="104" y="10134"/>
                  </a:lnTo>
                  <a:lnTo>
                    <a:pt x="207" y="10341"/>
                  </a:lnTo>
                  <a:lnTo>
                    <a:pt x="362" y="10522"/>
                  </a:lnTo>
                  <a:lnTo>
                    <a:pt x="543" y="10677"/>
                  </a:lnTo>
                  <a:lnTo>
                    <a:pt x="776" y="10806"/>
                  </a:lnTo>
                  <a:lnTo>
                    <a:pt x="1009" y="10884"/>
                  </a:lnTo>
                  <a:lnTo>
                    <a:pt x="1241" y="10910"/>
                  </a:lnTo>
                  <a:lnTo>
                    <a:pt x="7859" y="10910"/>
                  </a:lnTo>
                  <a:lnTo>
                    <a:pt x="7859" y="13340"/>
                  </a:lnTo>
                  <a:lnTo>
                    <a:pt x="7885" y="13521"/>
                  </a:lnTo>
                  <a:lnTo>
                    <a:pt x="7937" y="13701"/>
                  </a:lnTo>
                  <a:lnTo>
                    <a:pt x="8040" y="13882"/>
                  </a:lnTo>
                  <a:lnTo>
                    <a:pt x="8169" y="14012"/>
                  </a:lnTo>
                  <a:lnTo>
                    <a:pt x="8298" y="14141"/>
                  </a:lnTo>
                  <a:lnTo>
                    <a:pt x="8479" y="14218"/>
                  </a:lnTo>
                  <a:lnTo>
                    <a:pt x="8660" y="14296"/>
                  </a:lnTo>
                  <a:lnTo>
                    <a:pt x="12383" y="14296"/>
                  </a:lnTo>
                  <a:lnTo>
                    <a:pt x="12590" y="14218"/>
                  </a:lnTo>
                  <a:lnTo>
                    <a:pt x="12745" y="14141"/>
                  </a:lnTo>
                  <a:lnTo>
                    <a:pt x="12900" y="14012"/>
                  </a:lnTo>
                  <a:lnTo>
                    <a:pt x="13003" y="13882"/>
                  </a:lnTo>
                  <a:lnTo>
                    <a:pt x="13107" y="13701"/>
                  </a:lnTo>
                  <a:lnTo>
                    <a:pt x="13158" y="13521"/>
                  </a:lnTo>
                  <a:lnTo>
                    <a:pt x="13184" y="13340"/>
                  </a:lnTo>
                  <a:lnTo>
                    <a:pt x="13184" y="10884"/>
                  </a:lnTo>
                  <a:lnTo>
                    <a:pt x="13391" y="10832"/>
                  </a:lnTo>
                  <a:lnTo>
                    <a:pt x="13624" y="10755"/>
                  </a:lnTo>
                  <a:lnTo>
                    <a:pt x="13805" y="10625"/>
                  </a:lnTo>
                  <a:lnTo>
                    <a:pt x="13960" y="10470"/>
                  </a:lnTo>
                  <a:lnTo>
                    <a:pt x="14115" y="10315"/>
                  </a:lnTo>
                  <a:lnTo>
                    <a:pt x="14218" y="10108"/>
                  </a:lnTo>
                  <a:lnTo>
                    <a:pt x="14270" y="9876"/>
                  </a:lnTo>
                  <a:lnTo>
                    <a:pt x="14296" y="9643"/>
                  </a:lnTo>
                  <a:lnTo>
                    <a:pt x="14296" y="6282"/>
                  </a:lnTo>
                  <a:lnTo>
                    <a:pt x="14270" y="6050"/>
                  </a:lnTo>
                  <a:lnTo>
                    <a:pt x="14218" y="5843"/>
                  </a:lnTo>
                  <a:lnTo>
                    <a:pt x="14115" y="5636"/>
                  </a:lnTo>
                  <a:lnTo>
                    <a:pt x="13960" y="5455"/>
                  </a:lnTo>
                  <a:lnTo>
                    <a:pt x="14115" y="5274"/>
                  </a:lnTo>
                  <a:lnTo>
                    <a:pt x="14218" y="5067"/>
                  </a:lnTo>
                  <a:lnTo>
                    <a:pt x="14270" y="4861"/>
                  </a:lnTo>
                  <a:lnTo>
                    <a:pt x="14296" y="4628"/>
                  </a:lnTo>
                  <a:lnTo>
                    <a:pt x="14296" y="1268"/>
                  </a:lnTo>
                  <a:lnTo>
                    <a:pt x="14270" y="1009"/>
                  </a:lnTo>
                  <a:lnTo>
                    <a:pt x="14192" y="776"/>
                  </a:lnTo>
                  <a:lnTo>
                    <a:pt x="14089" y="570"/>
                  </a:lnTo>
                  <a:lnTo>
                    <a:pt x="13934" y="389"/>
                  </a:lnTo>
                  <a:lnTo>
                    <a:pt x="13727" y="234"/>
                  </a:lnTo>
                  <a:lnTo>
                    <a:pt x="13520" y="104"/>
                  </a:lnTo>
                  <a:lnTo>
                    <a:pt x="13288" y="27"/>
                  </a:lnTo>
                  <a:lnTo>
                    <a:pt x="130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9"/>
            <p:cNvSpPr/>
            <p:nvPr/>
          </p:nvSpPr>
          <p:spPr>
            <a:xfrm>
              <a:off x="4804575" y="4075675"/>
              <a:ext cx="106025" cy="62700"/>
            </a:xfrm>
            <a:custGeom>
              <a:avLst/>
              <a:gdLst/>
              <a:ahLst/>
              <a:cxnLst/>
              <a:rect l="l" t="t" r="r" b="b"/>
              <a:pathLst>
                <a:path w="4241" h="2508" extrusionOk="0">
                  <a:moveTo>
                    <a:pt x="3387" y="853"/>
                  </a:moveTo>
                  <a:lnTo>
                    <a:pt x="3387" y="1680"/>
                  </a:lnTo>
                  <a:lnTo>
                    <a:pt x="828" y="1680"/>
                  </a:lnTo>
                  <a:lnTo>
                    <a:pt x="828" y="853"/>
                  </a:lnTo>
                  <a:close/>
                  <a:moveTo>
                    <a:pt x="414" y="0"/>
                  </a:moveTo>
                  <a:lnTo>
                    <a:pt x="337" y="26"/>
                  </a:lnTo>
                  <a:lnTo>
                    <a:pt x="259" y="26"/>
                  </a:lnTo>
                  <a:lnTo>
                    <a:pt x="182" y="78"/>
                  </a:lnTo>
                  <a:lnTo>
                    <a:pt x="104" y="129"/>
                  </a:lnTo>
                  <a:lnTo>
                    <a:pt x="52" y="181"/>
                  </a:lnTo>
                  <a:lnTo>
                    <a:pt x="27" y="259"/>
                  </a:lnTo>
                  <a:lnTo>
                    <a:pt x="1" y="336"/>
                  </a:lnTo>
                  <a:lnTo>
                    <a:pt x="1" y="414"/>
                  </a:lnTo>
                  <a:lnTo>
                    <a:pt x="1" y="2094"/>
                  </a:lnTo>
                  <a:lnTo>
                    <a:pt x="1" y="2172"/>
                  </a:lnTo>
                  <a:lnTo>
                    <a:pt x="27" y="2249"/>
                  </a:lnTo>
                  <a:lnTo>
                    <a:pt x="52" y="2327"/>
                  </a:lnTo>
                  <a:lnTo>
                    <a:pt x="104" y="2404"/>
                  </a:lnTo>
                  <a:lnTo>
                    <a:pt x="182" y="2456"/>
                  </a:lnTo>
                  <a:lnTo>
                    <a:pt x="259" y="2482"/>
                  </a:lnTo>
                  <a:lnTo>
                    <a:pt x="337" y="2508"/>
                  </a:lnTo>
                  <a:lnTo>
                    <a:pt x="3904" y="2508"/>
                  </a:lnTo>
                  <a:lnTo>
                    <a:pt x="3982" y="2482"/>
                  </a:lnTo>
                  <a:lnTo>
                    <a:pt x="4059" y="2456"/>
                  </a:lnTo>
                  <a:lnTo>
                    <a:pt x="4111" y="2404"/>
                  </a:lnTo>
                  <a:lnTo>
                    <a:pt x="4163" y="2327"/>
                  </a:lnTo>
                  <a:lnTo>
                    <a:pt x="4214" y="2249"/>
                  </a:lnTo>
                  <a:lnTo>
                    <a:pt x="4240" y="2172"/>
                  </a:lnTo>
                  <a:lnTo>
                    <a:pt x="4240" y="2094"/>
                  </a:lnTo>
                  <a:lnTo>
                    <a:pt x="4240" y="414"/>
                  </a:lnTo>
                  <a:lnTo>
                    <a:pt x="4240" y="336"/>
                  </a:lnTo>
                  <a:lnTo>
                    <a:pt x="4214" y="259"/>
                  </a:lnTo>
                  <a:lnTo>
                    <a:pt x="4163" y="181"/>
                  </a:lnTo>
                  <a:lnTo>
                    <a:pt x="4111" y="129"/>
                  </a:lnTo>
                  <a:lnTo>
                    <a:pt x="4059" y="78"/>
                  </a:lnTo>
                  <a:lnTo>
                    <a:pt x="3982" y="26"/>
                  </a:lnTo>
                  <a:lnTo>
                    <a:pt x="3904" y="26"/>
                  </a:lnTo>
                  <a:lnTo>
                    <a:pt x="38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9"/>
            <p:cNvSpPr/>
            <p:nvPr/>
          </p:nvSpPr>
          <p:spPr>
            <a:xfrm>
              <a:off x="4993925" y="4097000"/>
              <a:ext cx="42050" cy="20700"/>
            </a:xfrm>
            <a:custGeom>
              <a:avLst/>
              <a:gdLst/>
              <a:ahLst/>
              <a:cxnLst/>
              <a:rect l="l" t="t" r="r" b="b"/>
              <a:pathLst>
                <a:path w="1682" h="828" extrusionOk="0">
                  <a:moveTo>
                    <a:pt x="337" y="0"/>
                  </a:moveTo>
                  <a:lnTo>
                    <a:pt x="259" y="26"/>
                  </a:lnTo>
                  <a:lnTo>
                    <a:pt x="208" y="52"/>
                  </a:lnTo>
                  <a:lnTo>
                    <a:pt x="130" y="104"/>
                  </a:lnTo>
                  <a:lnTo>
                    <a:pt x="78" y="181"/>
                  </a:lnTo>
                  <a:lnTo>
                    <a:pt x="53" y="233"/>
                  </a:lnTo>
                  <a:lnTo>
                    <a:pt x="27" y="336"/>
                  </a:lnTo>
                  <a:lnTo>
                    <a:pt x="1" y="414"/>
                  </a:lnTo>
                  <a:lnTo>
                    <a:pt x="27" y="491"/>
                  </a:lnTo>
                  <a:lnTo>
                    <a:pt x="53" y="569"/>
                  </a:lnTo>
                  <a:lnTo>
                    <a:pt x="78" y="646"/>
                  </a:lnTo>
                  <a:lnTo>
                    <a:pt x="130" y="698"/>
                  </a:lnTo>
                  <a:lnTo>
                    <a:pt x="208" y="750"/>
                  </a:lnTo>
                  <a:lnTo>
                    <a:pt x="259" y="802"/>
                  </a:lnTo>
                  <a:lnTo>
                    <a:pt x="337" y="827"/>
                  </a:lnTo>
                  <a:lnTo>
                    <a:pt x="1345" y="827"/>
                  </a:lnTo>
                  <a:lnTo>
                    <a:pt x="1423" y="802"/>
                  </a:lnTo>
                  <a:lnTo>
                    <a:pt x="1500" y="750"/>
                  </a:lnTo>
                  <a:lnTo>
                    <a:pt x="1578" y="698"/>
                  </a:lnTo>
                  <a:lnTo>
                    <a:pt x="1629" y="646"/>
                  </a:lnTo>
                  <a:lnTo>
                    <a:pt x="1655" y="569"/>
                  </a:lnTo>
                  <a:lnTo>
                    <a:pt x="1681" y="491"/>
                  </a:lnTo>
                  <a:lnTo>
                    <a:pt x="1681" y="414"/>
                  </a:lnTo>
                  <a:lnTo>
                    <a:pt x="1681" y="336"/>
                  </a:lnTo>
                  <a:lnTo>
                    <a:pt x="1655" y="233"/>
                  </a:lnTo>
                  <a:lnTo>
                    <a:pt x="1629" y="181"/>
                  </a:lnTo>
                  <a:lnTo>
                    <a:pt x="1578" y="104"/>
                  </a:lnTo>
                  <a:lnTo>
                    <a:pt x="1500" y="52"/>
                  </a:lnTo>
                  <a:lnTo>
                    <a:pt x="1423" y="26"/>
                  </a:lnTo>
                  <a:lnTo>
                    <a:pt x="13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9"/>
            <p:cNvSpPr/>
            <p:nvPr/>
          </p:nvSpPr>
          <p:spPr>
            <a:xfrm>
              <a:off x="4931250" y="4097000"/>
              <a:ext cx="42025" cy="20700"/>
            </a:xfrm>
            <a:custGeom>
              <a:avLst/>
              <a:gdLst/>
              <a:ahLst/>
              <a:cxnLst/>
              <a:rect l="l" t="t" r="r" b="b"/>
              <a:pathLst>
                <a:path w="1681" h="828" extrusionOk="0">
                  <a:moveTo>
                    <a:pt x="336" y="0"/>
                  </a:moveTo>
                  <a:lnTo>
                    <a:pt x="259" y="26"/>
                  </a:lnTo>
                  <a:lnTo>
                    <a:pt x="181" y="52"/>
                  </a:lnTo>
                  <a:lnTo>
                    <a:pt x="130" y="104"/>
                  </a:lnTo>
                  <a:lnTo>
                    <a:pt x="78" y="181"/>
                  </a:lnTo>
                  <a:lnTo>
                    <a:pt x="52" y="233"/>
                  </a:lnTo>
                  <a:lnTo>
                    <a:pt x="26" y="336"/>
                  </a:lnTo>
                  <a:lnTo>
                    <a:pt x="0" y="414"/>
                  </a:lnTo>
                  <a:lnTo>
                    <a:pt x="26" y="491"/>
                  </a:lnTo>
                  <a:lnTo>
                    <a:pt x="52" y="569"/>
                  </a:lnTo>
                  <a:lnTo>
                    <a:pt x="78" y="646"/>
                  </a:lnTo>
                  <a:lnTo>
                    <a:pt x="130" y="698"/>
                  </a:lnTo>
                  <a:lnTo>
                    <a:pt x="181" y="750"/>
                  </a:lnTo>
                  <a:lnTo>
                    <a:pt x="259" y="802"/>
                  </a:lnTo>
                  <a:lnTo>
                    <a:pt x="336" y="827"/>
                  </a:lnTo>
                  <a:lnTo>
                    <a:pt x="1345" y="827"/>
                  </a:lnTo>
                  <a:lnTo>
                    <a:pt x="1422" y="802"/>
                  </a:lnTo>
                  <a:lnTo>
                    <a:pt x="1500" y="750"/>
                  </a:lnTo>
                  <a:lnTo>
                    <a:pt x="1551" y="698"/>
                  </a:lnTo>
                  <a:lnTo>
                    <a:pt x="1603" y="646"/>
                  </a:lnTo>
                  <a:lnTo>
                    <a:pt x="1655" y="569"/>
                  </a:lnTo>
                  <a:lnTo>
                    <a:pt x="1681" y="491"/>
                  </a:lnTo>
                  <a:lnTo>
                    <a:pt x="1681" y="414"/>
                  </a:lnTo>
                  <a:lnTo>
                    <a:pt x="1681" y="336"/>
                  </a:lnTo>
                  <a:lnTo>
                    <a:pt x="1655" y="233"/>
                  </a:lnTo>
                  <a:lnTo>
                    <a:pt x="1603" y="181"/>
                  </a:lnTo>
                  <a:lnTo>
                    <a:pt x="1551" y="104"/>
                  </a:lnTo>
                  <a:lnTo>
                    <a:pt x="1500" y="52"/>
                  </a:lnTo>
                  <a:lnTo>
                    <a:pt x="1422" y="26"/>
                  </a:lnTo>
                  <a:lnTo>
                    <a:pt x="13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9"/>
            <p:cNvSpPr/>
            <p:nvPr/>
          </p:nvSpPr>
          <p:spPr>
            <a:xfrm>
              <a:off x="4931250" y="4222375"/>
              <a:ext cx="34925" cy="20700"/>
            </a:xfrm>
            <a:custGeom>
              <a:avLst/>
              <a:gdLst/>
              <a:ahLst/>
              <a:cxnLst/>
              <a:rect l="l" t="t" r="r" b="b"/>
              <a:pathLst>
                <a:path w="1397" h="828" extrusionOk="0">
                  <a:moveTo>
                    <a:pt x="336" y="0"/>
                  </a:moveTo>
                  <a:lnTo>
                    <a:pt x="259" y="26"/>
                  </a:lnTo>
                  <a:lnTo>
                    <a:pt x="181" y="78"/>
                  </a:lnTo>
                  <a:lnTo>
                    <a:pt x="130" y="129"/>
                  </a:lnTo>
                  <a:lnTo>
                    <a:pt x="78" y="181"/>
                  </a:lnTo>
                  <a:lnTo>
                    <a:pt x="52" y="259"/>
                  </a:lnTo>
                  <a:lnTo>
                    <a:pt x="26" y="336"/>
                  </a:lnTo>
                  <a:lnTo>
                    <a:pt x="0" y="414"/>
                  </a:lnTo>
                  <a:lnTo>
                    <a:pt x="26" y="491"/>
                  </a:lnTo>
                  <a:lnTo>
                    <a:pt x="52" y="569"/>
                  </a:lnTo>
                  <a:lnTo>
                    <a:pt x="78" y="646"/>
                  </a:lnTo>
                  <a:lnTo>
                    <a:pt x="130" y="724"/>
                  </a:lnTo>
                  <a:lnTo>
                    <a:pt x="181" y="776"/>
                  </a:lnTo>
                  <a:lnTo>
                    <a:pt x="259" y="801"/>
                  </a:lnTo>
                  <a:lnTo>
                    <a:pt x="336" y="827"/>
                  </a:lnTo>
                  <a:lnTo>
                    <a:pt x="1060" y="827"/>
                  </a:lnTo>
                  <a:lnTo>
                    <a:pt x="1138" y="801"/>
                  </a:lnTo>
                  <a:lnTo>
                    <a:pt x="1215" y="776"/>
                  </a:lnTo>
                  <a:lnTo>
                    <a:pt x="1293" y="724"/>
                  </a:lnTo>
                  <a:lnTo>
                    <a:pt x="1319" y="646"/>
                  </a:lnTo>
                  <a:lnTo>
                    <a:pt x="1370" y="569"/>
                  </a:lnTo>
                  <a:lnTo>
                    <a:pt x="1396" y="491"/>
                  </a:lnTo>
                  <a:lnTo>
                    <a:pt x="1396" y="414"/>
                  </a:lnTo>
                  <a:lnTo>
                    <a:pt x="1396" y="336"/>
                  </a:lnTo>
                  <a:lnTo>
                    <a:pt x="1370" y="259"/>
                  </a:lnTo>
                  <a:lnTo>
                    <a:pt x="1319" y="181"/>
                  </a:lnTo>
                  <a:lnTo>
                    <a:pt x="1293" y="129"/>
                  </a:lnTo>
                  <a:lnTo>
                    <a:pt x="1215" y="78"/>
                  </a:lnTo>
                  <a:lnTo>
                    <a:pt x="1138" y="26"/>
                  </a:lnTo>
                  <a:lnTo>
                    <a:pt x="10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9"/>
            <p:cNvSpPr/>
            <p:nvPr/>
          </p:nvSpPr>
          <p:spPr>
            <a:xfrm>
              <a:off x="5057275" y="4075675"/>
              <a:ext cx="20700" cy="62700"/>
            </a:xfrm>
            <a:custGeom>
              <a:avLst/>
              <a:gdLst/>
              <a:ahLst/>
              <a:cxnLst/>
              <a:rect l="l" t="t" r="r" b="b"/>
              <a:pathLst>
                <a:path w="828" h="2508" extrusionOk="0">
                  <a:moveTo>
                    <a:pt x="414" y="0"/>
                  </a:moveTo>
                  <a:lnTo>
                    <a:pt x="336" y="26"/>
                  </a:lnTo>
                  <a:lnTo>
                    <a:pt x="259" y="26"/>
                  </a:lnTo>
                  <a:lnTo>
                    <a:pt x="181" y="78"/>
                  </a:lnTo>
                  <a:lnTo>
                    <a:pt x="104" y="129"/>
                  </a:lnTo>
                  <a:lnTo>
                    <a:pt x="52" y="181"/>
                  </a:lnTo>
                  <a:lnTo>
                    <a:pt x="26" y="259"/>
                  </a:lnTo>
                  <a:lnTo>
                    <a:pt x="0" y="336"/>
                  </a:lnTo>
                  <a:lnTo>
                    <a:pt x="0" y="414"/>
                  </a:lnTo>
                  <a:lnTo>
                    <a:pt x="0" y="2094"/>
                  </a:lnTo>
                  <a:lnTo>
                    <a:pt x="0" y="2172"/>
                  </a:lnTo>
                  <a:lnTo>
                    <a:pt x="26" y="2249"/>
                  </a:lnTo>
                  <a:lnTo>
                    <a:pt x="52" y="2327"/>
                  </a:lnTo>
                  <a:lnTo>
                    <a:pt x="104" y="2404"/>
                  </a:lnTo>
                  <a:lnTo>
                    <a:pt x="181" y="2456"/>
                  </a:lnTo>
                  <a:lnTo>
                    <a:pt x="259" y="2482"/>
                  </a:lnTo>
                  <a:lnTo>
                    <a:pt x="336" y="2508"/>
                  </a:lnTo>
                  <a:lnTo>
                    <a:pt x="491" y="2508"/>
                  </a:lnTo>
                  <a:lnTo>
                    <a:pt x="569" y="2482"/>
                  </a:lnTo>
                  <a:lnTo>
                    <a:pt x="646" y="2456"/>
                  </a:lnTo>
                  <a:lnTo>
                    <a:pt x="698" y="2404"/>
                  </a:lnTo>
                  <a:lnTo>
                    <a:pt x="750" y="2327"/>
                  </a:lnTo>
                  <a:lnTo>
                    <a:pt x="802" y="2249"/>
                  </a:lnTo>
                  <a:lnTo>
                    <a:pt x="827" y="2172"/>
                  </a:lnTo>
                  <a:lnTo>
                    <a:pt x="827" y="2094"/>
                  </a:lnTo>
                  <a:lnTo>
                    <a:pt x="827" y="414"/>
                  </a:lnTo>
                  <a:lnTo>
                    <a:pt x="827" y="336"/>
                  </a:lnTo>
                  <a:lnTo>
                    <a:pt x="802" y="259"/>
                  </a:lnTo>
                  <a:lnTo>
                    <a:pt x="750" y="181"/>
                  </a:lnTo>
                  <a:lnTo>
                    <a:pt x="698" y="129"/>
                  </a:lnTo>
                  <a:lnTo>
                    <a:pt x="646" y="78"/>
                  </a:lnTo>
                  <a:lnTo>
                    <a:pt x="569" y="26"/>
                  </a:lnTo>
                  <a:lnTo>
                    <a:pt x="491" y="26"/>
                  </a:lnTo>
                  <a:lnTo>
                    <a:pt x="4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9"/>
            <p:cNvSpPr/>
            <p:nvPr/>
          </p:nvSpPr>
          <p:spPr>
            <a:xfrm>
              <a:off x="4992650" y="4306375"/>
              <a:ext cx="65925" cy="51075"/>
            </a:xfrm>
            <a:custGeom>
              <a:avLst/>
              <a:gdLst/>
              <a:ahLst/>
              <a:cxnLst/>
              <a:rect l="l" t="t" r="r" b="b"/>
              <a:pathLst>
                <a:path w="2637" h="2043" extrusionOk="0">
                  <a:moveTo>
                    <a:pt x="2197" y="1"/>
                  </a:moveTo>
                  <a:lnTo>
                    <a:pt x="2120" y="26"/>
                  </a:lnTo>
                  <a:lnTo>
                    <a:pt x="2042" y="52"/>
                  </a:lnTo>
                  <a:lnTo>
                    <a:pt x="1991" y="78"/>
                  </a:lnTo>
                  <a:lnTo>
                    <a:pt x="1913" y="130"/>
                  </a:lnTo>
                  <a:lnTo>
                    <a:pt x="1034" y="1035"/>
                  </a:lnTo>
                  <a:lnTo>
                    <a:pt x="724" y="724"/>
                  </a:lnTo>
                  <a:lnTo>
                    <a:pt x="672" y="673"/>
                  </a:lnTo>
                  <a:lnTo>
                    <a:pt x="595" y="647"/>
                  </a:lnTo>
                  <a:lnTo>
                    <a:pt x="517" y="621"/>
                  </a:lnTo>
                  <a:lnTo>
                    <a:pt x="440" y="595"/>
                  </a:lnTo>
                  <a:lnTo>
                    <a:pt x="362" y="621"/>
                  </a:lnTo>
                  <a:lnTo>
                    <a:pt x="285" y="647"/>
                  </a:lnTo>
                  <a:lnTo>
                    <a:pt x="207" y="673"/>
                  </a:lnTo>
                  <a:lnTo>
                    <a:pt x="129" y="724"/>
                  </a:lnTo>
                  <a:lnTo>
                    <a:pt x="78" y="802"/>
                  </a:lnTo>
                  <a:lnTo>
                    <a:pt x="52" y="854"/>
                  </a:lnTo>
                  <a:lnTo>
                    <a:pt x="26" y="931"/>
                  </a:lnTo>
                  <a:lnTo>
                    <a:pt x="0" y="1035"/>
                  </a:lnTo>
                  <a:lnTo>
                    <a:pt x="26" y="1112"/>
                  </a:lnTo>
                  <a:lnTo>
                    <a:pt x="52" y="1190"/>
                  </a:lnTo>
                  <a:lnTo>
                    <a:pt x="78" y="1241"/>
                  </a:lnTo>
                  <a:lnTo>
                    <a:pt x="129" y="1319"/>
                  </a:lnTo>
                  <a:lnTo>
                    <a:pt x="724" y="1914"/>
                  </a:lnTo>
                  <a:lnTo>
                    <a:pt x="802" y="1965"/>
                  </a:lnTo>
                  <a:lnTo>
                    <a:pt x="853" y="1991"/>
                  </a:lnTo>
                  <a:lnTo>
                    <a:pt x="931" y="2017"/>
                  </a:lnTo>
                  <a:lnTo>
                    <a:pt x="1034" y="2043"/>
                  </a:lnTo>
                  <a:lnTo>
                    <a:pt x="1112" y="2017"/>
                  </a:lnTo>
                  <a:lnTo>
                    <a:pt x="1189" y="1991"/>
                  </a:lnTo>
                  <a:lnTo>
                    <a:pt x="1267" y="1965"/>
                  </a:lnTo>
                  <a:lnTo>
                    <a:pt x="1319" y="1914"/>
                  </a:lnTo>
                  <a:lnTo>
                    <a:pt x="2508" y="724"/>
                  </a:lnTo>
                  <a:lnTo>
                    <a:pt x="2559" y="673"/>
                  </a:lnTo>
                  <a:lnTo>
                    <a:pt x="2585" y="595"/>
                  </a:lnTo>
                  <a:lnTo>
                    <a:pt x="2611" y="518"/>
                  </a:lnTo>
                  <a:lnTo>
                    <a:pt x="2637" y="440"/>
                  </a:lnTo>
                  <a:lnTo>
                    <a:pt x="2611" y="363"/>
                  </a:lnTo>
                  <a:lnTo>
                    <a:pt x="2585" y="285"/>
                  </a:lnTo>
                  <a:lnTo>
                    <a:pt x="2559" y="207"/>
                  </a:lnTo>
                  <a:lnTo>
                    <a:pt x="2508" y="130"/>
                  </a:lnTo>
                  <a:lnTo>
                    <a:pt x="2430" y="78"/>
                  </a:lnTo>
                  <a:lnTo>
                    <a:pt x="2378" y="52"/>
                  </a:lnTo>
                  <a:lnTo>
                    <a:pt x="2301" y="26"/>
                  </a:lnTo>
                  <a:lnTo>
                    <a:pt x="219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59"/>
          <p:cNvGrpSpPr/>
          <p:nvPr/>
        </p:nvGrpSpPr>
        <p:grpSpPr>
          <a:xfrm>
            <a:off x="6403172" y="4239575"/>
            <a:ext cx="383481" cy="352260"/>
            <a:chOff x="5516750" y="4048525"/>
            <a:chExt cx="357425" cy="328325"/>
          </a:xfrm>
        </p:grpSpPr>
        <p:sp>
          <p:nvSpPr>
            <p:cNvPr id="1037" name="Google Shape;1037;p59"/>
            <p:cNvSpPr/>
            <p:nvPr/>
          </p:nvSpPr>
          <p:spPr>
            <a:xfrm>
              <a:off x="5516750" y="4048525"/>
              <a:ext cx="357425" cy="328325"/>
            </a:xfrm>
            <a:custGeom>
              <a:avLst/>
              <a:gdLst/>
              <a:ahLst/>
              <a:cxnLst/>
              <a:rect l="l" t="t" r="r" b="b"/>
              <a:pathLst>
                <a:path w="14297" h="13133" extrusionOk="0">
                  <a:moveTo>
                    <a:pt x="4938" y="828"/>
                  </a:moveTo>
                  <a:lnTo>
                    <a:pt x="4938" y="2224"/>
                  </a:lnTo>
                  <a:lnTo>
                    <a:pt x="2198" y="2224"/>
                  </a:lnTo>
                  <a:lnTo>
                    <a:pt x="2198" y="828"/>
                  </a:lnTo>
                  <a:close/>
                  <a:moveTo>
                    <a:pt x="8506" y="828"/>
                  </a:moveTo>
                  <a:lnTo>
                    <a:pt x="8506" y="2224"/>
                  </a:lnTo>
                  <a:lnTo>
                    <a:pt x="5765" y="2224"/>
                  </a:lnTo>
                  <a:lnTo>
                    <a:pt x="5765" y="828"/>
                  </a:lnTo>
                  <a:close/>
                  <a:moveTo>
                    <a:pt x="12073" y="828"/>
                  </a:moveTo>
                  <a:lnTo>
                    <a:pt x="12073" y="2224"/>
                  </a:lnTo>
                  <a:lnTo>
                    <a:pt x="9359" y="2224"/>
                  </a:lnTo>
                  <a:lnTo>
                    <a:pt x="9359" y="828"/>
                  </a:lnTo>
                  <a:close/>
                  <a:moveTo>
                    <a:pt x="3361" y="3077"/>
                  </a:moveTo>
                  <a:lnTo>
                    <a:pt x="3361" y="4472"/>
                  </a:lnTo>
                  <a:lnTo>
                    <a:pt x="828" y="4472"/>
                  </a:lnTo>
                  <a:lnTo>
                    <a:pt x="828" y="3077"/>
                  </a:lnTo>
                  <a:close/>
                  <a:moveTo>
                    <a:pt x="6722" y="3077"/>
                  </a:moveTo>
                  <a:lnTo>
                    <a:pt x="6722" y="4472"/>
                  </a:lnTo>
                  <a:lnTo>
                    <a:pt x="4214" y="4472"/>
                  </a:lnTo>
                  <a:lnTo>
                    <a:pt x="4214" y="3077"/>
                  </a:lnTo>
                  <a:close/>
                  <a:moveTo>
                    <a:pt x="10082" y="3077"/>
                  </a:moveTo>
                  <a:lnTo>
                    <a:pt x="10082" y="4472"/>
                  </a:lnTo>
                  <a:lnTo>
                    <a:pt x="7549" y="4472"/>
                  </a:lnTo>
                  <a:lnTo>
                    <a:pt x="7549" y="3077"/>
                  </a:lnTo>
                  <a:close/>
                  <a:moveTo>
                    <a:pt x="13443" y="3077"/>
                  </a:moveTo>
                  <a:lnTo>
                    <a:pt x="13443" y="4472"/>
                  </a:lnTo>
                  <a:lnTo>
                    <a:pt x="10910" y="4472"/>
                  </a:lnTo>
                  <a:lnTo>
                    <a:pt x="10910" y="3077"/>
                  </a:lnTo>
                  <a:close/>
                  <a:moveTo>
                    <a:pt x="4938" y="5300"/>
                  </a:moveTo>
                  <a:lnTo>
                    <a:pt x="4938" y="6696"/>
                  </a:lnTo>
                  <a:lnTo>
                    <a:pt x="2198" y="6696"/>
                  </a:lnTo>
                  <a:lnTo>
                    <a:pt x="2198" y="5300"/>
                  </a:lnTo>
                  <a:close/>
                  <a:moveTo>
                    <a:pt x="8506" y="5300"/>
                  </a:moveTo>
                  <a:lnTo>
                    <a:pt x="8506" y="6153"/>
                  </a:lnTo>
                  <a:lnTo>
                    <a:pt x="7937" y="6204"/>
                  </a:lnTo>
                  <a:lnTo>
                    <a:pt x="7368" y="6308"/>
                  </a:lnTo>
                  <a:lnTo>
                    <a:pt x="6799" y="6489"/>
                  </a:lnTo>
                  <a:lnTo>
                    <a:pt x="6205" y="6696"/>
                  </a:lnTo>
                  <a:lnTo>
                    <a:pt x="5765" y="6696"/>
                  </a:lnTo>
                  <a:lnTo>
                    <a:pt x="5765" y="5300"/>
                  </a:lnTo>
                  <a:close/>
                  <a:moveTo>
                    <a:pt x="12073" y="5300"/>
                  </a:moveTo>
                  <a:lnTo>
                    <a:pt x="12073" y="6696"/>
                  </a:lnTo>
                  <a:lnTo>
                    <a:pt x="11427" y="6696"/>
                  </a:lnTo>
                  <a:lnTo>
                    <a:pt x="10910" y="6515"/>
                  </a:lnTo>
                  <a:lnTo>
                    <a:pt x="10393" y="6360"/>
                  </a:lnTo>
                  <a:lnTo>
                    <a:pt x="9876" y="6230"/>
                  </a:lnTo>
                  <a:lnTo>
                    <a:pt x="9359" y="6179"/>
                  </a:lnTo>
                  <a:lnTo>
                    <a:pt x="9359" y="5300"/>
                  </a:lnTo>
                  <a:close/>
                  <a:moveTo>
                    <a:pt x="3361" y="7549"/>
                  </a:moveTo>
                  <a:lnTo>
                    <a:pt x="3361" y="8945"/>
                  </a:lnTo>
                  <a:lnTo>
                    <a:pt x="828" y="8945"/>
                  </a:lnTo>
                  <a:lnTo>
                    <a:pt x="828" y="7549"/>
                  </a:lnTo>
                  <a:close/>
                  <a:moveTo>
                    <a:pt x="5895" y="7549"/>
                  </a:moveTo>
                  <a:lnTo>
                    <a:pt x="5895" y="8945"/>
                  </a:lnTo>
                  <a:lnTo>
                    <a:pt x="4214" y="8945"/>
                  </a:lnTo>
                  <a:lnTo>
                    <a:pt x="4214" y="7549"/>
                  </a:lnTo>
                  <a:close/>
                  <a:moveTo>
                    <a:pt x="13443" y="7549"/>
                  </a:moveTo>
                  <a:lnTo>
                    <a:pt x="13443" y="8945"/>
                  </a:lnTo>
                  <a:lnTo>
                    <a:pt x="11737" y="8945"/>
                  </a:lnTo>
                  <a:lnTo>
                    <a:pt x="11737" y="7549"/>
                  </a:lnTo>
                  <a:close/>
                  <a:moveTo>
                    <a:pt x="8816" y="6980"/>
                  </a:moveTo>
                  <a:lnTo>
                    <a:pt x="9333" y="7006"/>
                  </a:lnTo>
                  <a:lnTo>
                    <a:pt x="9850" y="7083"/>
                  </a:lnTo>
                  <a:lnTo>
                    <a:pt x="10393" y="7213"/>
                  </a:lnTo>
                  <a:lnTo>
                    <a:pt x="10910" y="7394"/>
                  </a:lnTo>
                  <a:lnTo>
                    <a:pt x="10910" y="8841"/>
                  </a:lnTo>
                  <a:lnTo>
                    <a:pt x="10910" y="9100"/>
                  </a:lnTo>
                  <a:lnTo>
                    <a:pt x="10884" y="9384"/>
                  </a:lnTo>
                  <a:lnTo>
                    <a:pt x="10832" y="9643"/>
                  </a:lnTo>
                  <a:lnTo>
                    <a:pt x="10755" y="9875"/>
                  </a:lnTo>
                  <a:lnTo>
                    <a:pt x="10677" y="10134"/>
                  </a:lnTo>
                  <a:lnTo>
                    <a:pt x="10574" y="10366"/>
                  </a:lnTo>
                  <a:lnTo>
                    <a:pt x="10470" y="10625"/>
                  </a:lnTo>
                  <a:lnTo>
                    <a:pt x="10341" y="10832"/>
                  </a:lnTo>
                  <a:lnTo>
                    <a:pt x="10212" y="11064"/>
                  </a:lnTo>
                  <a:lnTo>
                    <a:pt x="10031" y="11271"/>
                  </a:lnTo>
                  <a:lnTo>
                    <a:pt x="9876" y="11452"/>
                  </a:lnTo>
                  <a:lnTo>
                    <a:pt x="9695" y="11633"/>
                  </a:lnTo>
                  <a:lnTo>
                    <a:pt x="9488" y="11814"/>
                  </a:lnTo>
                  <a:lnTo>
                    <a:pt x="9281" y="11969"/>
                  </a:lnTo>
                  <a:lnTo>
                    <a:pt x="9048" y="12124"/>
                  </a:lnTo>
                  <a:lnTo>
                    <a:pt x="8816" y="12253"/>
                  </a:lnTo>
                  <a:lnTo>
                    <a:pt x="8583" y="12124"/>
                  </a:lnTo>
                  <a:lnTo>
                    <a:pt x="8351" y="11969"/>
                  </a:lnTo>
                  <a:lnTo>
                    <a:pt x="8144" y="11814"/>
                  </a:lnTo>
                  <a:lnTo>
                    <a:pt x="7963" y="11633"/>
                  </a:lnTo>
                  <a:lnTo>
                    <a:pt x="7756" y="11452"/>
                  </a:lnTo>
                  <a:lnTo>
                    <a:pt x="7601" y="11271"/>
                  </a:lnTo>
                  <a:lnTo>
                    <a:pt x="7446" y="11064"/>
                  </a:lnTo>
                  <a:lnTo>
                    <a:pt x="7291" y="10832"/>
                  </a:lnTo>
                  <a:lnTo>
                    <a:pt x="7161" y="10625"/>
                  </a:lnTo>
                  <a:lnTo>
                    <a:pt x="7058" y="10366"/>
                  </a:lnTo>
                  <a:lnTo>
                    <a:pt x="6955" y="10134"/>
                  </a:lnTo>
                  <a:lnTo>
                    <a:pt x="6877" y="9875"/>
                  </a:lnTo>
                  <a:lnTo>
                    <a:pt x="6799" y="9643"/>
                  </a:lnTo>
                  <a:lnTo>
                    <a:pt x="6748" y="9384"/>
                  </a:lnTo>
                  <a:lnTo>
                    <a:pt x="6722" y="9100"/>
                  </a:lnTo>
                  <a:lnTo>
                    <a:pt x="6722" y="8841"/>
                  </a:lnTo>
                  <a:lnTo>
                    <a:pt x="6722" y="7394"/>
                  </a:lnTo>
                  <a:lnTo>
                    <a:pt x="7239" y="7213"/>
                  </a:lnTo>
                  <a:lnTo>
                    <a:pt x="7782" y="7083"/>
                  </a:lnTo>
                  <a:lnTo>
                    <a:pt x="8299" y="7006"/>
                  </a:lnTo>
                  <a:lnTo>
                    <a:pt x="8816" y="6980"/>
                  </a:lnTo>
                  <a:close/>
                  <a:moveTo>
                    <a:pt x="1707" y="0"/>
                  </a:moveTo>
                  <a:lnTo>
                    <a:pt x="1629" y="26"/>
                  </a:lnTo>
                  <a:lnTo>
                    <a:pt x="1552" y="78"/>
                  </a:lnTo>
                  <a:lnTo>
                    <a:pt x="1474" y="130"/>
                  </a:lnTo>
                  <a:lnTo>
                    <a:pt x="1423" y="181"/>
                  </a:lnTo>
                  <a:lnTo>
                    <a:pt x="1397" y="259"/>
                  </a:lnTo>
                  <a:lnTo>
                    <a:pt x="1371" y="336"/>
                  </a:lnTo>
                  <a:lnTo>
                    <a:pt x="1371" y="414"/>
                  </a:lnTo>
                  <a:lnTo>
                    <a:pt x="1371" y="2224"/>
                  </a:lnTo>
                  <a:lnTo>
                    <a:pt x="414" y="2224"/>
                  </a:lnTo>
                  <a:lnTo>
                    <a:pt x="337" y="2249"/>
                  </a:lnTo>
                  <a:lnTo>
                    <a:pt x="259" y="2275"/>
                  </a:lnTo>
                  <a:lnTo>
                    <a:pt x="182" y="2301"/>
                  </a:lnTo>
                  <a:lnTo>
                    <a:pt x="104" y="2353"/>
                  </a:lnTo>
                  <a:lnTo>
                    <a:pt x="53" y="2430"/>
                  </a:lnTo>
                  <a:lnTo>
                    <a:pt x="27" y="2482"/>
                  </a:lnTo>
                  <a:lnTo>
                    <a:pt x="1" y="2560"/>
                  </a:lnTo>
                  <a:lnTo>
                    <a:pt x="1" y="2663"/>
                  </a:lnTo>
                  <a:lnTo>
                    <a:pt x="1" y="4886"/>
                  </a:lnTo>
                  <a:lnTo>
                    <a:pt x="1" y="4964"/>
                  </a:lnTo>
                  <a:lnTo>
                    <a:pt x="27" y="5041"/>
                  </a:lnTo>
                  <a:lnTo>
                    <a:pt x="53" y="5119"/>
                  </a:lnTo>
                  <a:lnTo>
                    <a:pt x="104" y="5196"/>
                  </a:lnTo>
                  <a:lnTo>
                    <a:pt x="182" y="5222"/>
                  </a:lnTo>
                  <a:lnTo>
                    <a:pt x="259" y="5274"/>
                  </a:lnTo>
                  <a:lnTo>
                    <a:pt x="337" y="5300"/>
                  </a:lnTo>
                  <a:lnTo>
                    <a:pt x="1371" y="5300"/>
                  </a:lnTo>
                  <a:lnTo>
                    <a:pt x="1371" y="6696"/>
                  </a:lnTo>
                  <a:lnTo>
                    <a:pt x="414" y="6696"/>
                  </a:lnTo>
                  <a:lnTo>
                    <a:pt x="337" y="6721"/>
                  </a:lnTo>
                  <a:lnTo>
                    <a:pt x="259" y="6747"/>
                  </a:lnTo>
                  <a:lnTo>
                    <a:pt x="182" y="6773"/>
                  </a:lnTo>
                  <a:lnTo>
                    <a:pt x="104" y="6825"/>
                  </a:lnTo>
                  <a:lnTo>
                    <a:pt x="53" y="6877"/>
                  </a:lnTo>
                  <a:lnTo>
                    <a:pt x="27" y="6954"/>
                  </a:lnTo>
                  <a:lnTo>
                    <a:pt x="1" y="7032"/>
                  </a:lnTo>
                  <a:lnTo>
                    <a:pt x="1" y="7109"/>
                  </a:lnTo>
                  <a:lnTo>
                    <a:pt x="1" y="9358"/>
                  </a:lnTo>
                  <a:lnTo>
                    <a:pt x="1" y="9436"/>
                  </a:lnTo>
                  <a:lnTo>
                    <a:pt x="27" y="9513"/>
                  </a:lnTo>
                  <a:lnTo>
                    <a:pt x="53" y="9591"/>
                  </a:lnTo>
                  <a:lnTo>
                    <a:pt x="104" y="9643"/>
                  </a:lnTo>
                  <a:lnTo>
                    <a:pt x="182" y="9694"/>
                  </a:lnTo>
                  <a:lnTo>
                    <a:pt x="259" y="9746"/>
                  </a:lnTo>
                  <a:lnTo>
                    <a:pt x="337" y="9772"/>
                  </a:lnTo>
                  <a:lnTo>
                    <a:pt x="5972" y="9772"/>
                  </a:lnTo>
                  <a:lnTo>
                    <a:pt x="6050" y="10056"/>
                  </a:lnTo>
                  <a:lnTo>
                    <a:pt x="6127" y="10315"/>
                  </a:lnTo>
                  <a:lnTo>
                    <a:pt x="6205" y="10573"/>
                  </a:lnTo>
                  <a:lnTo>
                    <a:pt x="6334" y="10806"/>
                  </a:lnTo>
                  <a:lnTo>
                    <a:pt x="6463" y="11064"/>
                  </a:lnTo>
                  <a:lnTo>
                    <a:pt x="6593" y="11297"/>
                  </a:lnTo>
                  <a:lnTo>
                    <a:pt x="6748" y="11530"/>
                  </a:lnTo>
                  <a:lnTo>
                    <a:pt x="6903" y="11736"/>
                  </a:lnTo>
                  <a:lnTo>
                    <a:pt x="7084" y="11943"/>
                  </a:lnTo>
                  <a:lnTo>
                    <a:pt x="7265" y="12150"/>
                  </a:lnTo>
                  <a:lnTo>
                    <a:pt x="7472" y="12331"/>
                  </a:lnTo>
                  <a:lnTo>
                    <a:pt x="7678" y="12512"/>
                  </a:lnTo>
                  <a:lnTo>
                    <a:pt x="7911" y="12667"/>
                  </a:lnTo>
                  <a:lnTo>
                    <a:pt x="8144" y="12822"/>
                  </a:lnTo>
                  <a:lnTo>
                    <a:pt x="8402" y="12977"/>
                  </a:lnTo>
                  <a:lnTo>
                    <a:pt x="8635" y="13081"/>
                  </a:lnTo>
                  <a:lnTo>
                    <a:pt x="8738" y="13106"/>
                  </a:lnTo>
                  <a:lnTo>
                    <a:pt x="8816" y="13132"/>
                  </a:lnTo>
                  <a:lnTo>
                    <a:pt x="8893" y="13106"/>
                  </a:lnTo>
                  <a:lnTo>
                    <a:pt x="8997" y="13081"/>
                  </a:lnTo>
                  <a:lnTo>
                    <a:pt x="9229" y="12977"/>
                  </a:lnTo>
                  <a:lnTo>
                    <a:pt x="9488" y="12822"/>
                  </a:lnTo>
                  <a:lnTo>
                    <a:pt x="9721" y="12667"/>
                  </a:lnTo>
                  <a:lnTo>
                    <a:pt x="9953" y="12512"/>
                  </a:lnTo>
                  <a:lnTo>
                    <a:pt x="10160" y="12331"/>
                  </a:lnTo>
                  <a:lnTo>
                    <a:pt x="10367" y="12150"/>
                  </a:lnTo>
                  <a:lnTo>
                    <a:pt x="10548" y="11943"/>
                  </a:lnTo>
                  <a:lnTo>
                    <a:pt x="10729" y="11736"/>
                  </a:lnTo>
                  <a:lnTo>
                    <a:pt x="10884" y="11530"/>
                  </a:lnTo>
                  <a:lnTo>
                    <a:pt x="11039" y="11297"/>
                  </a:lnTo>
                  <a:lnTo>
                    <a:pt x="11194" y="11064"/>
                  </a:lnTo>
                  <a:lnTo>
                    <a:pt x="11297" y="10806"/>
                  </a:lnTo>
                  <a:lnTo>
                    <a:pt x="11427" y="10573"/>
                  </a:lnTo>
                  <a:lnTo>
                    <a:pt x="11504" y="10315"/>
                  </a:lnTo>
                  <a:lnTo>
                    <a:pt x="11582" y="10056"/>
                  </a:lnTo>
                  <a:lnTo>
                    <a:pt x="11659" y="9772"/>
                  </a:lnTo>
                  <a:lnTo>
                    <a:pt x="13960" y="9772"/>
                  </a:lnTo>
                  <a:lnTo>
                    <a:pt x="14038" y="9746"/>
                  </a:lnTo>
                  <a:lnTo>
                    <a:pt x="14115" y="9694"/>
                  </a:lnTo>
                  <a:lnTo>
                    <a:pt x="14167" y="9643"/>
                  </a:lnTo>
                  <a:lnTo>
                    <a:pt x="14219" y="9591"/>
                  </a:lnTo>
                  <a:lnTo>
                    <a:pt x="14244" y="9513"/>
                  </a:lnTo>
                  <a:lnTo>
                    <a:pt x="14270" y="9436"/>
                  </a:lnTo>
                  <a:lnTo>
                    <a:pt x="14296" y="9358"/>
                  </a:lnTo>
                  <a:lnTo>
                    <a:pt x="14296" y="7109"/>
                  </a:lnTo>
                  <a:lnTo>
                    <a:pt x="14270" y="7032"/>
                  </a:lnTo>
                  <a:lnTo>
                    <a:pt x="14244" y="6954"/>
                  </a:lnTo>
                  <a:lnTo>
                    <a:pt x="14219" y="6877"/>
                  </a:lnTo>
                  <a:lnTo>
                    <a:pt x="14167" y="6825"/>
                  </a:lnTo>
                  <a:lnTo>
                    <a:pt x="14115" y="6773"/>
                  </a:lnTo>
                  <a:lnTo>
                    <a:pt x="14038" y="6747"/>
                  </a:lnTo>
                  <a:lnTo>
                    <a:pt x="13960" y="6721"/>
                  </a:lnTo>
                  <a:lnTo>
                    <a:pt x="13882" y="6696"/>
                  </a:lnTo>
                  <a:lnTo>
                    <a:pt x="12926" y="6696"/>
                  </a:lnTo>
                  <a:lnTo>
                    <a:pt x="12926" y="5300"/>
                  </a:lnTo>
                  <a:lnTo>
                    <a:pt x="13960" y="5300"/>
                  </a:lnTo>
                  <a:lnTo>
                    <a:pt x="14038" y="5274"/>
                  </a:lnTo>
                  <a:lnTo>
                    <a:pt x="14115" y="5222"/>
                  </a:lnTo>
                  <a:lnTo>
                    <a:pt x="14167" y="5196"/>
                  </a:lnTo>
                  <a:lnTo>
                    <a:pt x="14219" y="5119"/>
                  </a:lnTo>
                  <a:lnTo>
                    <a:pt x="14244" y="5041"/>
                  </a:lnTo>
                  <a:lnTo>
                    <a:pt x="14270" y="4964"/>
                  </a:lnTo>
                  <a:lnTo>
                    <a:pt x="14296" y="4886"/>
                  </a:lnTo>
                  <a:lnTo>
                    <a:pt x="14296" y="2663"/>
                  </a:lnTo>
                  <a:lnTo>
                    <a:pt x="14270" y="2560"/>
                  </a:lnTo>
                  <a:lnTo>
                    <a:pt x="14244" y="2482"/>
                  </a:lnTo>
                  <a:lnTo>
                    <a:pt x="14219" y="2430"/>
                  </a:lnTo>
                  <a:lnTo>
                    <a:pt x="14167" y="2353"/>
                  </a:lnTo>
                  <a:lnTo>
                    <a:pt x="14115" y="2301"/>
                  </a:lnTo>
                  <a:lnTo>
                    <a:pt x="14038" y="2275"/>
                  </a:lnTo>
                  <a:lnTo>
                    <a:pt x="13960" y="2249"/>
                  </a:lnTo>
                  <a:lnTo>
                    <a:pt x="13882" y="2224"/>
                  </a:lnTo>
                  <a:lnTo>
                    <a:pt x="12926" y="2224"/>
                  </a:lnTo>
                  <a:lnTo>
                    <a:pt x="12926" y="414"/>
                  </a:lnTo>
                  <a:lnTo>
                    <a:pt x="12900" y="336"/>
                  </a:lnTo>
                  <a:lnTo>
                    <a:pt x="12900" y="259"/>
                  </a:lnTo>
                  <a:lnTo>
                    <a:pt x="12848" y="181"/>
                  </a:lnTo>
                  <a:lnTo>
                    <a:pt x="12797" y="130"/>
                  </a:lnTo>
                  <a:lnTo>
                    <a:pt x="12745" y="78"/>
                  </a:lnTo>
                  <a:lnTo>
                    <a:pt x="12668" y="26"/>
                  </a:lnTo>
                  <a:lnTo>
                    <a:pt x="1259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9"/>
            <p:cNvSpPr/>
            <p:nvPr/>
          </p:nvSpPr>
          <p:spPr>
            <a:xfrm>
              <a:off x="5704175" y="4264375"/>
              <a:ext cx="65950" cy="50425"/>
            </a:xfrm>
            <a:custGeom>
              <a:avLst/>
              <a:gdLst/>
              <a:ahLst/>
              <a:cxnLst/>
              <a:rect l="l" t="t" r="r" b="b"/>
              <a:pathLst>
                <a:path w="2638" h="2017" extrusionOk="0">
                  <a:moveTo>
                    <a:pt x="2120" y="0"/>
                  </a:moveTo>
                  <a:lnTo>
                    <a:pt x="2043" y="26"/>
                  </a:lnTo>
                  <a:lnTo>
                    <a:pt x="1965" y="52"/>
                  </a:lnTo>
                  <a:lnTo>
                    <a:pt x="1913" y="104"/>
                  </a:lnTo>
                  <a:lnTo>
                    <a:pt x="1034" y="1009"/>
                  </a:lnTo>
                  <a:lnTo>
                    <a:pt x="724" y="698"/>
                  </a:lnTo>
                  <a:lnTo>
                    <a:pt x="673" y="647"/>
                  </a:lnTo>
                  <a:lnTo>
                    <a:pt x="595" y="621"/>
                  </a:lnTo>
                  <a:lnTo>
                    <a:pt x="517" y="595"/>
                  </a:lnTo>
                  <a:lnTo>
                    <a:pt x="440" y="569"/>
                  </a:lnTo>
                  <a:lnTo>
                    <a:pt x="362" y="595"/>
                  </a:lnTo>
                  <a:lnTo>
                    <a:pt x="285" y="621"/>
                  </a:lnTo>
                  <a:lnTo>
                    <a:pt x="207" y="647"/>
                  </a:lnTo>
                  <a:lnTo>
                    <a:pt x="130" y="698"/>
                  </a:lnTo>
                  <a:lnTo>
                    <a:pt x="78" y="776"/>
                  </a:lnTo>
                  <a:lnTo>
                    <a:pt x="52" y="853"/>
                  </a:lnTo>
                  <a:lnTo>
                    <a:pt x="26" y="931"/>
                  </a:lnTo>
                  <a:lnTo>
                    <a:pt x="0" y="1009"/>
                  </a:lnTo>
                  <a:lnTo>
                    <a:pt x="26" y="1086"/>
                  </a:lnTo>
                  <a:lnTo>
                    <a:pt x="52" y="1164"/>
                  </a:lnTo>
                  <a:lnTo>
                    <a:pt x="78" y="1241"/>
                  </a:lnTo>
                  <a:lnTo>
                    <a:pt x="130" y="1293"/>
                  </a:lnTo>
                  <a:lnTo>
                    <a:pt x="724" y="1887"/>
                  </a:lnTo>
                  <a:lnTo>
                    <a:pt x="802" y="1939"/>
                  </a:lnTo>
                  <a:lnTo>
                    <a:pt x="854" y="1991"/>
                  </a:lnTo>
                  <a:lnTo>
                    <a:pt x="931" y="1991"/>
                  </a:lnTo>
                  <a:lnTo>
                    <a:pt x="1034" y="2017"/>
                  </a:lnTo>
                  <a:lnTo>
                    <a:pt x="1112" y="1991"/>
                  </a:lnTo>
                  <a:lnTo>
                    <a:pt x="1190" y="1991"/>
                  </a:lnTo>
                  <a:lnTo>
                    <a:pt x="1241" y="1939"/>
                  </a:lnTo>
                  <a:lnTo>
                    <a:pt x="1319" y="1887"/>
                  </a:lnTo>
                  <a:lnTo>
                    <a:pt x="2508" y="698"/>
                  </a:lnTo>
                  <a:lnTo>
                    <a:pt x="2560" y="647"/>
                  </a:lnTo>
                  <a:lnTo>
                    <a:pt x="2585" y="569"/>
                  </a:lnTo>
                  <a:lnTo>
                    <a:pt x="2611" y="492"/>
                  </a:lnTo>
                  <a:lnTo>
                    <a:pt x="2637" y="414"/>
                  </a:lnTo>
                  <a:lnTo>
                    <a:pt x="2611" y="336"/>
                  </a:lnTo>
                  <a:lnTo>
                    <a:pt x="2585" y="259"/>
                  </a:lnTo>
                  <a:lnTo>
                    <a:pt x="2560" y="181"/>
                  </a:lnTo>
                  <a:lnTo>
                    <a:pt x="2508" y="104"/>
                  </a:lnTo>
                  <a:lnTo>
                    <a:pt x="2430" y="52"/>
                  </a:lnTo>
                  <a:lnTo>
                    <a:pt x="2353" y="26"/>
                  </a:lnTo>
                  <a:lnTo>
                    <a:pt x="2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 name="Google Shape;1039;p59"/>
          <p:cNvGrpSpPr/>
          <p:nvPr/>
        </p:nvGrpSpPr>
        <p:grpSpPr>
          <a:xfrm>
            <a:off x="7212353" y="4223616"/>
            <a:ext cx="383454" cy="383454"/>
            <a:chOff x="6270950" y="4033650"/>
            <a:chExt cx="357400" cy="357400"/>
          </a:xfrm>
        </p:grpSpPr>
        <p:sp>
          <p:nvSpPr>
            <p:cNvPr id="1040" name="Google Shape;1040;p59"/>
            <p:cNvSpPr/>
            <p:nvPr/>
          </p:nvSpPr>
          <p:spPr>
            <a:xfrm>
              <a:off x="6270950" y="4033650"/>
              <a:ext cx="357400" cy="357400"/>
            </a:xfrm>
            <a:custGeom>
              <a:avLst/>
              <a:gdLst/>
              <a:ahLst/>
              <a:cxnLst/>
              <a:rect l="l" t="t" r="r" b="b"/>
              <a:pathLst>
                <a:path w="14296" h="14296" extrusionOk="0">
                  <a:moveTo>
                    <a:pt x="5842" y="854"/>
                  </a:moveTo>
                  <a:lnTo>
                    <a:pt x="5972" y="906"/>
                  </a:lnTo>
                  <a:lnTo>
                    <a:pt x="6101" y="957"/>
                  </a:lnTo>
                  <a:lnTo>
                    <a:pt x="6204" y="1061"/>
                  </a:lnTo>
                  <a:lnTo>
                    <a:pt x="6282" y="1164"/>
                  </a:lnTo>
                  <a:lnTo>
                    <a:pt x="6359" y="1268"/>
                  </a:lnTo>
                  <a:lnTo>
                    <a:pt x="6385" y="1397"/>
                  </a:lnTo>
                  <a:lnTo>
                    <a:pt x="6411" y="1552"/>
                  </a:lnTo>
                  <a:lnTo>
                    <a:pt x="6385" y="1681"/>
                  </a:lnTo>
                  <a:lnTo>
                    <a:pt x="6359" y="1810"/>
                  </a:lnTo>
                  <a:lnTo>
                    <a:pt x="6282" y="1940"/>
                  </a:lnTo>
                  <a:lnTo>
                    <a:pt x="6204" y="2043"/>
                  </a:lnTo>
                  <a:lnTo>
                    <a:pt x="6101" y="2121"/>
                  </a:lnTo>
                  <a:lnTo>
                    <a:pt x="5972" y="2198"/>
                  </a:lnTo>
                  <a:lnTo>
                    <a:pt x="5842" y="2224"/>
                  </a:lnTo>
                  <a:lnTo>
                    <a:pt x="5713" y="2250"/>
                  </a:lnTo>
                  <a:lnTo>
                    <a:pt x="5584" y="2224"/>
                  </a:lnTo>
                  <a:lnTo>
                    <a:pt x="5429" y="2198"/>
                  </a:lnTo>
                  <a:lnTo>
                    <a:pt x="5325" y="2121"/>
                  </a:lnTo>
                  <a:lnTo>
                    <a:pt x="5222" y="2043"/>
                  </a:lnTo>
                  <a:lnTo>
                    <a:pt x="5144" y="1940"/>
                  </a:lnTo>
                  <a:lnTo>
                    <a:pt x="5067" y="1810"/>
                  </a:lnTo>
                  <a:lnTo>
                    <a:pt x="5041" y="1681"/>
                  </a:lnTo>
                  <a:lnTo>
                    <a:pt x="5015" y="1552"/>
                  </a:lnTo>
                  <a:lnTo>
                    <a:pt x="5041" y="1397"/>
                  </a:lnTo>
                  <a:lnTo>
                    <a:pt x="5067" y="1268"/>
                  </a:lnTo>
                  <a:lnTo>
                    <a:pt x="5144" y="1164"/>
                  </a:lnTo>
                  <a:lnTo>
                    <a:pt x="5222" y="1061"/>
                  </a:lnTo>
                  <a:lnTo>
                    <a:pt x="5325" y="957"/>
                  </a:lnTo>
                  <a:lnTo>
                    <a:pt x="5429" y="906"/>
                  </a:lnTo>
                  <a:lnTo>
                    <a:pt x="5584" y="854"/>
                  </a:lnTo>
                  <a:close/>
                  <a:moveTo>
                    <a:pt x="11504" y="5352"/>
                  </a:moveTo>
                  <a:lnTo>
                    <a:pt x="12848" y="6722"/>
                  </a:lnTo>
                  <a:lnTo>
                    <a:pt x="11917" y="6722"/>
                  </a:lnTo>
                  <a:lnTo>
                    <a:pt x="11814" y="6696"/>
                  </a:lnTo>
                  <a:lnTo>
                    <a:pt x="11736" y="6670"/>
                  </a:lnTo>
                  <a:lnTo>
                    <a:pt x="11685" y="6644"/>
                  </a:lnTo>
                  <a:lnTo>
                    <a:pt x="11607" y="6593"/>
                  </a:lnTo>
                  <a:lnTo>
                    <a:pt x="11555" y="6515"/>
                  </a:lnTo>
                  <a:lnTo>
                    <a:pt x="11529" y="6463"/>
                  </a:lnTo>
                  <a:lnTo>
                    <a:pt x="11504" y="6386"/>
                  </a:lnTo>
                  <a:lnTo>
                    <a:pt x="11504" y="6282"/>
                  </a:lnTo>
                  <a:lnTo>
                    <a:pt x="11504" y="5352"/>
                  </a:lnTo>
                  <a:close/>
                  <a:moveTo>
                    <a:pt x="10651" y="4757"/>
                  </a:moveTo>
                  <a:lnTo>
                    <a:pt x="10651" y="6282"/>
                  </a:lnTo>
                  <a:lnTo>
                    <a:pt x="10676" y="6541"/>
                  </a:lnTo>
                  <a:lnTo>
                    <a:pt x="10754" y="6774"/>
                  </a:lnTo>
                  <a:lnTo>
                    <a:pt x="10857" y="7006"/>
                  </a:lnTo>
                  <a:lnTo>
                    <a:pt x="11012" y="7187"/>
                  </a:lnTo>
                  <a:lnTo>
                    <a:pt x="11219" y="7342"/>
                  </a:lnTo>
                  <a:lnTo>
                    <a:pt x="11426" y="7446"/>
                  </a:lnTo>
                  <a:lnTo>
                    <a:pt x="11659" y="7523"/>
                  </a:lnTo>
                  <a:lnTo>
                    <a:pt x="11917" y="7549"/>
                  </a:lnTo>
                  <a:lnTo>
                    <a:pt x="13442" y="7549"/>
                  </a:lnTo>
                  <a:lnTo>
                    <a:pt x="13442" y="13055"/>
                  </a:lnTo>
                  <a:lnTo>
                    <a:pt x="13442" y="13133"/>
                  </a:lnTo>
                  <a:lnTo>
                    <a:pt x="13417" y="13210"/>
                  </a:lnTo>
                  <a:lnTo>
                    <a:pt x="13365" y="13288"/>
                  </a:lnTo>
                  <a:lnTo>
                    <a:pt x="13313" y="13340"/>
                  </a:lnTo>
                  <a:lnTo>
                    <a:pt x="13261" y="13391"/>
                  </a:lnTo>
                  <a:lnTo>
                    <a:pt x="13184" y="13443"/>
                  </a:lnTo>
                  <a:lnTo>
                    <a:pt x="13106" y="13469"/>
                  </a:lnTo>
                  <a:lnTo>
                    <a:pt x="1163" y="13469"/>
                  </a:lnTo>
                  <a:lnTo>
                    <a:pt x="1086" y="13443"/>
                  </a:lnTo>
                  <a:lnTo>
                    <a:pt x="1008" y="13391"/>
                  </a:lnTo>
                  <a:lnTo>
                    <a:pt x="957" y="13340"/>
                  </a:lnTo>
                  <a:lnTo>
                    <a:pt x="905" y="13288"/>
                  </a:lnTo>
                  <a:lnTo>
                    <a:pt x="853" y="13210"/>
                  </a:lnTo>
                  <a:lnTo>
                    <a:pt x="827" y="13133"/>
                  </a:lnTo>
                  <a:lnTo>
                    <a:pt x="827" y="13055"/>
                  </a:lnTo>
                  <a:lnTo>
                    <a:pt x="827" y="5171"/>
                  </a:lnTo>
                  <a:lnTo>
                    <a:pt x="827" y="5093"/>
                  </a:lnTo>
                  <a:lnTo>
                    <a:pt x="853" y="5016"/>
                  </a:lnTo>
                  <a:lnTo>
                    <a:pt x="905" y="4938"/>
                  </a:lnTo>
                  <a:lnTo>
                    <a:pt x="957" y="4887"/>
                  </a:lnTo>
                  <a:lnTo>
                    <a:pt x="1008" y="4835"/>
                  </a:lnTo>
                  <a:lnTo>
                    <a:pt x="1086" y="4783"/>
                  </a:lnTo>
                  <a:lnTo>
                    <a:pt x="1163" y="4757"/>
                  </a:lnTo>
                  <a:lnTo>
                    <a:pt x="5300" y="4757"/>
                  </a:lnTo>
                  <a:lnTo>
                    <a:pt x="5300" y="7420"/>
                  </a:lnTo>
                  <a:lnTo>
                    <a:pt x="5274" y="7601"/>
                  </a:lnTo>
                  <a:lnTo>
                    <a:pt x="5222" y="7782"/>
                  </a:lnTo>
                  <a:lnTo>
                    <a:pt x="5119" y="7963"/>
                  </a:lnTo>
                  <a:lnTo>
                    <a:pt x="5015" y="8092"/>
                  </a:lnTo>
                  <a:lnTo>
                    <a:pt x="4860" y="8221"/>
                  </a:lnTo>
                  <a:lnTo>
                    <a:pt x="4705" y="8299"/>
                  </a:lnTo>
                  <a:lnTo>
                    <a:pt x="4524" y="8376"/>
                  </a:lnTo>
                  <a:lnTo>
                    <a:pt x="4110" y="8376"/>
                  </a:lnTo>
                  <a:lnTo>
                    <a:pt x="3929" y="8299"/>
                  </a:lnTo>
                  <a:lnTo>
                    <a:pt x="3774" y="8221"/>
                  </a:lnTo>
                  <a:lnTo>
                    <a:pt x="3619" y="8092"/>
                  </a:lnTo>
                  <a:lnTo>
                    <a:pt x="3516" y="7963"/>
                  </a:lnTo>
                  <a:lnTo>
                    <a:pt x="3412" y="7782"/>
                  </a:lnTo>
                  <a:lnTo>
                    <a:pt x="3361" y="7601"/>
                  </a:lnTo>
                  <a:lnTo>
                    <a:pt x="3335" y="7420"/>
                  </a:lnTo>
                  <a:lnTo>
                    <a:pt x="3335" y="6024"/>
                  </a:lnTo>
                  <a:lnTo>
                    <a:pt x="3309" y="5895"/>
                  </a:lnTo>
                  <a:lnTo>
                    <a:pt x="3257" y="5791"/>
                  </a:lnTo>
                  <a:lnTo>
                    <a:pt x="3180" y="5688"/>
                  </a:lnTo>
                  <a:lnTo>
                    <a:pt x="3076" y="5636"/>
                  </a:lnTo>
                  <a:lnTo>
                    <a:pt x="2973" y="5584"/>
                  </a:lnTo>
                  <a:lnTo>
                    <a:pt x="2844" y="5610"/>
                  </a:lnTo>
                  <a:lnTo>
                    <a:pt x="2715" y="5636"/>
                  </a:lnTo>
                  <a:lnTo>
                    <a:pt x="2637" y="5714"/>
                  </a:lnTo>
                  <a:lnTo>
                    <a:pt x="1784" y="6567"/>
                  </a:lnTo>
                  <a:lnTo>
                    <a:pt x="1732" y="6619"/>
                  </a:lnTo>
                  <a:lnTo>
                    <a:pt x="1706" y="6696"/>
                  </a:lnTo>
                  <a:lnTo>
                    <a:pt x="1680" y="6774"/>
                  </a:lnTo>
                  <a:lnTo>
                    <a:pt x="1655" y="6851"/>
                  </a:lnTo>
                  <a:lnTo>
                    <a:pt x="1680" y="6929"/>
                  </a:lnTo>
                  <a:lnTo>
                    <a:pt x="1706" y="7006"/>
                  </a:lnTo>
                  <a:lnTo>
                    <a:pt x="1732" y="7084"/>
                  </a:lnTo>
                  <a:lnTo>
                    <a:pt x="1784" y="7136"/>
                  </a:lnTo>
                  <a:lnTo>
                    <a:pt x="1861" y="7213"/>
                  </a:lnTo>
                  <a:lnTo>
                    <a:pt x="1913" y="7239"/>
                  </a:lnTo>
                  <a:lnTo>
                    <a:pt x="1991" y="7265"/>
                  </a:lnTo>
                  <a:lnTo>
                    <a:pt x="2172" y="7265"/>
                  </a:lnTo>
                  <a:lnTo>
                    <a:pt x="2249" y="7239"/>
                  </a:lnTo>
                  <a:lnTo>
                    <a:pt x="2301" y="7213"/>
                  </a:lnTo>
                  <a:lnTo>
                    <a:pt x="2378" y="7136"/>
                  </a:lnTo>
                  <a:lnTo>
                    <a:pt x="2508" y="7032"/>
                  </a:lnTo>
                  <a:lnTo>
                    <a:pt x="2508" y="7420"/>
                  </a:lnTo>
                  <a:lnTo>
                    <a:pt x="2508" y="7601"/>
                  </a:lnTo>
                  <a:lnTo>
                    <a:pt x="2534" y="7782"/>
                  </a:lnTo>
                  <a:lnTo>
                    <a:pt x="2585" y="7937"/>
                  </a:lnTo>
                  <a:lnTo>
                    <a:pt x="2637" y="8118"/>
                  </a:lnTo>
                  <a:lnTo>
                    <a:pt x="2715" y="8273"/>
                  </a:lnTo>
                  <a:lnTo>
                    <a:pt x="2818" y="8428"/>
                  </a:lnTo>
                  <a:lnTo>
                    <a:pt x="2921" y="8557"/>
                  </a:lnTo>
                  <a:lnTo>
                    <a:pt x="3025" y="8687"/>
                  </a:lnTo>
                  <a:lnTo>
                    <a:pt x="3154" y="8816"/>
                  </a:lnTo>
                  <a:lnTo>
                    <a:pt x="3309" y="8919"/>
                  </a:lnTo>
                  <a:lnTo>
                    <a:pt x="3464" y="8997"/>
                  </a:lnTo>
                  <a:lnTo>
                    <a:pt x="3619" y="9074"/>
                  </a:lnTo>
                  <a:lnTo>
                    <a:pt x="3774" y="9152"/>
                  </a:lnTo>
                  <a:lnTo>
                    <a:pt x="3955" y="9178"/>
                  </a:lnTo>
                  <a:lnTo>
                    <a:pt x="4136" y="9204"/>
                  </a:lnTo>
                  <a:lnTo>
                    <a:pt x="4317" y="9229"/>
                  </a:lnTo>
                  <a:lnTo>
                    <a:pt x="4498" y="9204"/>
                  </a:lnTo>
                  <a:lnTo>
                    <a:pt x="4679" y="9178"/>
                  </a:lnTo>
                  <a:lnTo>
                    <a:pt x="4860" y="9152"/>
                  </a:lnTo>
                  <a:lnTo>
                    <a:pt x="5015" y="9074"/>
                  </a:lnTo>
                  <a:lnTo>
                    <a:pt x="5170" y="8997"/>
                  </a:lnTo>
                  <a:lnTo>
                    <a:pt x="5325" y="8919"/>
                  </a:lnTo>
                  <a:lnTo>
                    <a:pt x="5480" y="8816"/>
                  </a:lnTo>
                  <a:lnTo>
                    <a:pt x="5610" y="8687"/>
                  </a:lnTo>
                  <a:lnTo>
                    <a:pt x="5713" y="8557"/>
                  </a:lnTo>
                  <a:lnTo>
                    <a:pt x="5817" y="8428"/>
                  </a:lnTo>
                  <a:lnTo>
                    <a:pt x="5920" y="8273"/>
                  </a:lnTo>
                  <a:lnTo>
                    <a:pt x="5998" y="8118"/>
                  </a:lnTo>
                  <a:lnTo>
                    <a:pt x="6049" y="7937"/>
                  </a:lnTo>
                  <a:lnTo>
                    <a:pt x="6101" y="7782"/>
                  </a:lnTo>
                  <a:lnTo>
                    <a:pt x="6127" y="7601"/>
                  </a:lnTo>
                  <a:lnTo>
                    <a:pt x="6127" y="7420"/>
                  </a:lnTo>
                  <a:lnTo>
                    <a:pt x="6127" y="4757"/>
                  </a:lnTo>
                  <a:close/>
                  <a:moveTo>
                    <a:pt x="5713" y="1"/>
                  </a:moveTo>
                  <a:lnTo>
                    <a:pt x="5558" y="27"/>
                  </a:lnTo>
                  <a:lnTo>
                    <a:pt x="5403" y="53"/>
                  </a:lnTo>
                  <a:lnTo>
                    <a:pt x="5119" y="130"/>
                  </a:lnTo>
                  <a:lnTo>
                    <a:pt x="4860" y="285"/>
                  </a:lnTo>
                  <a:lnTo>
                    <a:pt x="4627" y="466"/>
                  </a:lnTo>
                  <a:lnTo>
                    <a:pt x="4446" y="699"/>
                  </a:lnTo>
                  <a:lnTo>
                    <a:pt x="4291" y="957"/>
                  </a:lnTo>
                  <a:lnTo>
                    <a:pt x="4214" y="1242"/>
                  </a:lnTo>
                  <a:lnTo>
                    <a:pt x="4188" y="1397"/>
                  </a:lnTo>
                  <a:lnTo>
                    <a:pt x="4188" y="1552"/>
                  </a:lnTo>
                  <a:lnTo>
                    <a:pt x="4188" y="1810"/>
                  </a:lnTo>
                  <a:lnTo>
                    <a:pt x="4266" y="2043"/>
                  </a:lnTo>
                  <a:lnTo>
                    <a:pt x="4369" y="2276"/>
                  </a:lnTo>
                  <a:lnTo>
                    <a:pt x="4498" y="2482"/>
                  </a:lnTo>
                  <a:lnTo>
                    <a:pt x="4653" y="2663"/>
                  </a:lnTo>
                  <a:lnTo>
                    <a:pt x="4860" y="2819"/>
                  </a:lnTo>
                  <a:lnTo>
                    <a:pt x="5067" y="2948"/>
                  </a:lnTo>
                  <a:lnTo>
                    <a:pt x="5300" y="3025"/>
                  </a:lnTo>
                  <a:lnTo>
                    <a:pt x="5300" y="3930"/>
                  </a:lnTo>
                  <a:lnTo>
                    <a:pt x="1241" y="3930"/>
                  </a:lnTo>
                  <a:lnTo>
                    <a:pt x="983" y="3956"/>
                  </a:lnTo>
                  <a:lnTo>
                    <a:pt x="750" y="4008"/>
                  </a:lnTo>
                  <a:lnTo>
                    <a:pt x="543" y="4137"/>
                  </a:lnTo>
                  <a:lnTo>
                    <a:pt x="362" y="4292"/>
                  </a:lnTo>
                  <a:lnTo>
                    <a:pt x="207" y="4473"/>
                  </a:lnTo>
                  <a:lnTo>
                    <a:pt x="78" y="4680"/>
                  </a:lnTo>
                  <a:lnTo>
                    <a:pt x="26" y="4912"/>
                  </a:lnTo>
                  <a:lnTo>
                    <a:pt x="0" y="5171"/>
                  </a:lnTo>
                  <a:lnTo>
                    <a:pt x="0" y="13055"/>
                  </a:lnTo>
                  <a:lnTo>
                    <a:pt x="26" y="13314"/>
                  </a:lnTo>
                  <a:lnTo>
                    <a:pt x="78" y="13546"/>
                  </a:lnTo>
                  <a:lnTo>
                    <a:pt x="207" y="13753"/>
                  </a:lnTo>
                  <a:lnTo>
                    <a:pt x="362" y="13934"/>
                  </a:lnTo>
                  <a:lnTo>
                    <a:pt x="543" y="14089"/>
                  </a:lnTo>
                  <a:lnTo>
                    <a:pt x="750" y="14218"/>
                  </a:lnTo>
                  <a:lnTo>
                    <a:pt x="983" y="14270"/>
                  </a:lnTo>
                  <a:lnTo>
                    <a:pt x="1241" y="14296"/>
                  </a:lnTo>
                  <a:lnTo>
                    <a:pt x="13029" y="14296"/>
                  </a:lnTo>
                  <a:lnTo>
                    <a:pt x="13287" y="14270"/>
                  </a:lnTo>
                  <a:lnTo>
                    <a:pt x="13520" y="14218"/>
                  </a:lnTo>
                  <a:lnTo>
                    <a:pt x="13727" y="14089"/>
                  </a:lnTo>
                  <a:lnTo>
                    <a:pt x="13908" y="13934"/>
                  </a:lnTo>
                  <a:lnTo>
                    <a:pt x="14063" y="13753"/>
                  </a:lnTo>
                  <a:lnTo>
                    <a:pt x="14192" y="13546"/>
                  </a:lnTo>
                  <a:lnTo>
                    <a:pt x="14270" y="13314"/>
                  </a:lnTo>
                  <a:lnTo>
                    <a:pt x="14295" y="13055"/>
                  </a:lnTo>
                  <a:lnTo>
                    <a:pt x="14295" y="7136"/>
                  </a:lnTo>
                  <a:lnTo>
                    <a:pt x="14270" y="7058"/>
                  </a:lnTo>
                  <a:lnTo>
                    <a:pt x="14244" y="6980"/>
                  </a:lnTo>
                  <a:lnTo>
                    <a:pt x="14218" y="6903"/>
                  </a:lnTo>
                  <a:lnTo>
                    <a:pt x="14166" y="6825"/>
                  </a:lnTo>
                  <a:lnTo>
                    <a:pt x="11374" y="4033"/>
                  </a:lnTo>
                  <a:lnTo>
                    <a:pt x="11297" y="3982"/>
                  </a:lnTo>
                  <a:lnTo>
                    <a:pt x="11245" y="3956"/>
                  </a:lnTo>
                  <a:lnTo>
                    <a:pt x="11168" y="3930"/>
                  </a:lnTo>
                  <a:lnTo>
                    <a:pt x="6127" y="3930"/>
                  </a:lnTo>
                  <a:lnTo>
                    <a:pt x="6127" y="3025"/>
                  </a:lnTo>
                  <a:lnTo>
                    <a:pt x="6359" y="2948"/>
                  </a:lnTo>
                  <a:lnTo>
                    <a:pt x="6566" y="2819"/>
                  </a:lnTo>
                  <a:lnTo>
                    <a:pt x="6773" y="2663"/>
                  </a:lnTo>
                  <a:lnTo>
                    <a:pt x="6928" y="2482"/>
                  </a:lnTo>
                  <a:lnTo>
                    <a:pt x="7057" y="2276"/>
                  </a:lnTo>
                  <a:lnTo>
                    <a:pt x="7161" y="2043"/>
                  </a:lnTo>
                  <a:lnTo>
                    <a:pt x="7238" y="1810"/>
                  </a:lnTo>
                  <a:lnTo>
                    <a:pt x="7238" y="1552"/>
                  </a:lnTo>
                  <a:lnTo>
                    <a:pt x="7238" y="1397"/>
                  </a:lnTo>
                  <a:lnTo>
                    <a:pt x="7212" y="1242"/>
                  </a:lnTo>
                  <a:lnTo>
                    <a:pt x="7135" y="957"/>
                  </a:lnTo>
                  <a:lnTo>
                    <a:pt x="6980" y="699"/>
                  </a:lnTo>
                  <a:lnTo>
                    <a:pt x="6799" y="466"/>
                  </a:lnTo>
                  <a:lnTo>
                    <a:pt x="6566" y="285"/>
                  </a:lnTo>
                  <a:lnTo>
                    <a:pt x="6308" y="130"/>
                  </a:lnTo>
                  <a:lnTo>
                    <a:pt x="6023" y="53"/>
                  </a:lnTo>
                  <a:lnTo>
                    <a:pt x="5868" y="27"/>
                  </a:lnTo>
                  <a:lnTo>
                    <a:pt x="571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9"/>
            <p:cNvSpPr/>
            <p:nvPr/>
          </p:nvSpPr>
          <p:spPr>
            <a:xfrm>
              <a:off x="6446075" y="4215250"/>
              <a:ext cx="118300" cy="132525"/>
            </a:xfrm>
            <a:custGeom>
              <a:avLst/>
              <a:gdLst/>
              <a:ahLst/>
              <a:cxnLst/>
              <a:rect l="l" t="t" r="r" b="b"/>
              <a:pathLst>
                <a:path w="4732" h="5301" extrusionOk="0">
                  <a:moveTo>
                    <a:pt x="2508" y="854"/>
                  </a:moveTo>
                  <a:lnTo>
                    <a:pt x="2637" y="906"/>
                  </a:lnTo>
                  <a:lnTo>
                    <a:pt x="2767" y="957"/>
                  </a:lnTo>
                  <a:lnTo>
                    <a:pt x="2870" y="1061"/>
                  </a:lnTo>
                  <a:lnTo>
                    <a:pt x="2948" y="1164"/>
                  </a:lnTo>
                  <a:lnTo>
                    <a:pt x="2999" y="1267"/>
                  </a:lnTo>
                  <a:lnTo>
                    <a:pt x="3051" y="1397"/>
                  </a:lnTo>
                  <a:lnTo>
                    <a:pt x="3051" y="1552"/>
                  </a:lnTo>
                  <a:lnTo>
                    <a:pt x="3051" y="1681"/>
                  </a:lnTo>
                  <a:lnTo>
                    <a:pt x="2999" y="1810"/>
                  </a:lnTo>
                  <a:lnTo>
                    <a:pt x="2948" y="1940"/>
                  </a:lnTo>
                  <a:lnTo>
                    <a:pt x="2870" y="2043"/>
                  </a:lnTo>
                  <a:lnTo>
                    <a:pt x="2767" y="2120"/>
                  </a:lnTo>
                  <a:lnTo>
                    <a:pt x="2637" y="2172"/>
                  </a:lnTo>
                  <a:lnTo>
                    <a:pt x="2508" y="2224"/>
                  </a:lnTo>
                  <a:lnTo>
                    <a:pt x="2353" y="2250"/>
                  </a:lnTo>
                  <a:lnTo>
                    <a:pt x="2224" y="2224"/>
                  </a:lnTo>
                  <a:lnTo>
                    <a:pt x="2095" y="2172"/>
                  </a:lnTo>
                  <a:lnTo>
                    <a:pt x="1965" y="2120"/>
                  </a:lnTo>
                  <a:lnTo>
                    <a:pt x="1862" y="2043"/>
                  </a:lnTo>
                  <a:lnTo>
                    <a:pt x="1784" y="1940"/>
                  </a:lnTo>
                  <a:lnTo>
                    <a:pt x="1733" y="1810"/>
                  </a:lnTo>
                  <a:lnTo>
                    <a:pt x="1681" y="1681"/>
                  </a:lnTo>
                  <a:lnTo>
                    <a:pt x="1655" y="1552"/>
                  </a:lnTo>
                  <a:lnTo>
                    <a:pt x="1681" y="1397"/>
                  </a:lnTo>
                  <a:lnTo>
                    <a:pt x="1733" y="1267"/>
                  </a:lnTo>
                  <a:lnTo>
                    <a:pt x="1784" y="1164"/>
                  </a:lnTo>
                  <a:lnTo>
                    <a:pt x="1862" y="1061"/>
                  </a:lnTo>
                  <a:lnTo>
                    <a:pt x="1965" y="957"/>
                  </a:lnTo>
                  <a:lnTo>
                    <a:pt x="2095" y="906"/>
                  </a:lnTo>
                  <a:lnTo>
                    <a:pt x="2224" y="854"/>
                  </a:lnTo>
                  <a:close/>
                  <a:moveTo>
                    <a:pt x="2353" y="3077"/>
                  </a:moveTo>
                  <a:lnTo>
                    <a:pt x="2663" y="3103"/>
                  </a:lnTo>
                  <a:lnTo>
                    <a:pt x="2922" y="3180"/>
                  </a:lnTo>
                  <a:lnTo>
                    <a:pt x="3180" y="3310"/>
                  </a:lnTo>
                  <a:lnTo>
                    <a:pt x="3413" y="3491"/>
                  </a:lnTo>
                  <a:lnTo>
                    <a:pt x="3594" y="3697"/>
                  </a:lnTo>
                  <a:lnTo>
                    <a:pt x="3749" y="3930"/>
                  </a:lnTo>
                  <a:lnTo>
                    <a:pt x="3852" y="4188"/>
                  </a:lnTo>
                  <a:lnTo>
                    <a:pt x="3904" y="4473"/>
                  </a:lnTo>
                  <a:lnTo>
                    <a:pt x="828" y="4473"/>
                  </a:lnTo>
                  <a:lnTo>
                    <a:pt x="880" y="4188"/>
                  </a:lnTo>
                  <a:lnTo>
                    <a:pt x="983" y="3930"/>
                  </a:lnTo>
                  <a:lnTo>
                    <a:pt x="1138" y="3697"/>
                  </a:lnTo>
                  <a:lnTo>
                    <a:pt x="1319" y="3491"/>
                  </a:lnTo>
                  <a:lnTo>
                    <a:pt x="1552" y="3310"/>
                  </a:lnTo>
                  <a:lnTo>
                    <a:pt x="1810" y="3180"/>
                  </a:lnTo>
                  <a:lnTo>
                    <a:pt x="2069" y="3103"/>
                  </a:lnTo>
                  <a:lnTo>
                    <a:pt x="2353" y="3077"/>
                  </a:lnTo>
                  <a:close/>
                  <a:moveTo>
                    <a:pt x="2198" y="1"/>
                  </a:moveTo>
                  <a:lnTo>
                    <a:pt x="2069" y="27"/>
                  </a:lnTo>
                  <a:lnTo>
                    <a:pt x="1758" y="130"/>
                  </a:lnTo>
                  <a:lnTo>
                    <a:pt x="1500" y="259"/>
                  </a:lnTo>
                  <a:lnTo>
                    <a:pt x="1267" y="466"/>
                  </a:lnTo>
                  <a:lnTo>
                    <a:pt x="1086" y="673"/>
                  </a:lnTo>
                  <a:lnTo>
                    <a:pt x="957" y="931"/>
                  </a:lnTo>
                  <a:lnTo>
                    <a:pt x="854" y="1242"/>
                  </a:lnTo>
                  <a:lnTo>
                    <a:pt x="828" y="1397"/>
                  </a:lnTo>
                  <a:lnTo>
                    <a:pt x="828" y="1552"/>
                  </a:lnTo>
                  <a:lnTo>
                    <a:pt x="854" y="1810"/>
                  </a:lnTo>
                  <a:lnTo>
                    <a:pt x="931" y="2095"/>
                  </a:lnTo>
                  <a:lnTo>
                    <a:pt x="1035" y="2327"/>
                  </a:lnTo>
                  <a:lnTo>
                    <a:pt x="1216" y="2534"/>
                  </a:lnTo>
                  <a:lnTo>
                    <a:pt x="931" y="2715"/>
                  </a:lnTo>
                  <a:lnTo>
                    <a:pt x="699" y="2922"/>
                  </a:lnTo>
                  <a:lnTo>
                    <a:pt x="492" y="3154"/>
                  </a:lnTo>
                  <a:lnTo>
                    <a:pt x="337" y="3387"/>
                  </a:lnTo>
                  <a:lnTo>
                    <a:pt x="182" y="3671"/>
                  </a:lnTo>
                  <a:lnTo>
                    <a:pt x="78" y="3982"/>
                  </a:lnTo>
                  <a:lnTo>
                    <a:pt x="27" y="4292"/>
                  </a:lnTo>
                  <a:lnTo>
                    <a:pt x="1" y="4602"/>
                  </a:lnTo>
                  <a:lnTo>
                    <a:pt x="1" y="4886"/>
                  </a:lnTo>
                  <a:lnTo>
                    <a:pt x="1" y="4964"/>
                  </a:lnTo>
                  <a:lnTo>
                    <a:pt x="27" y="5067"/>
                  </a:lnTo>
                  <a:lnTo>
                    <a:pt x="52" y="5119"/>
                  </a:lnTo>
                  <a:lnTo>
                    <a:pt x="104" y="5197"/>
                  </a:lnTo>
                  <a:lnTo>
                    <a:pt x="182" y="5248"/>
                  </a:lnTo>
                  <a:lnTo>
                    <a:pt x="259" y="5274"/>
                  </a:lnTo>
                  <a:lnTo>
                    <a:pt x="337" y="5300"/>
                  </a:lnTo>
                  <a:lnTo>
                    <a:pt x="4395" y="5300"/>
                  </a:lnTo>
                  <a:lnTo>
                    <a:pt x="4473" y="5274"/>
                  </a:lnTo>
                  <a:lnTo>
                    <a:pt x="4550" y="5248"/>
                  </a:lnTo>
                  <a:lnTo>
                    <a:pt x="4628" y="5197"/>
                  </a:lnTo>
                  <a:lnTo>
                    <a:pt x="4654" y="5119"/>
                  </a:lnTo>
                  <a:lnTo>
                    <a:pt x="4705" y="5067"/>
                  </a:lnTo>
                  <a:lnTo>
                    <a:pt x="4731" y="4964"/>
                  </a:lnTo>
                  <a:lnTo>
                    <a:pt x="4731" y="4886"/>
                  </a:lnTo>
                  <a:lnTo>
                    <a:pt x="4731" y="4602"/>
                  </a:lnTo>
                  <a:lnTo>
                    <a:pt x="4705" y="4292"/>
                  </a:lnTo>
                  <a:lnTo>
                    <a:pt x="4654" y="3982"/>
                  </a:lnTo>
                  <a:lnTo>
                    <a:pt x="4550" y="3671"/>
                  </a:lnTo>
                  <a:lnTo>
                    <a:pt x="4395" y="3387"/>
                  </a:lnTo>
                  <a:lnTo>
                    <a:pt x="4240" y="3154"/>
                  </a:lnTo>
                  <a:lnTo>
                    <a:pt x="4033" y="2922"/>
                  </a:lnTo>
                  <a:lnTo>
                    <a:pt x="3775" y="2715"/>
                  </a:lnTo>
                  <a:lnTo>
                    <a:pt x="3516" y="2534"/>
                  </a:lnTo>
                  <a:lnTo>
                    <a:pt x="3671" y="2327"/>
                  </a:lnTo>
                  <a:lnTo>
                    <a:pt x="3801" y="2095"/>
                  </a:lnTo>
                  <a:lnTo>
                    <a:pt x="3878" y="1810"/>
                  </a:lnTo>
                  <a:lnTo>
                    <a:pt x="3904" y="1552"/>
                  </a:lnTo>
                  <a:lnTo>
                    <a:pt x="3904" y="1397"/>
                  </a:lnTo>
                  <a:lnTo>
                    <a:pt x="3878" y="1242"/>
                  </a:lnTo>
                  <a:lnTo>
                    <a:pt x="3775" y="931"/>
                  </a:lnTo>
                  <a:lnTo>
                    <a:pt x="3646" y="673"/>
                  </a:lnTo>
                  <a:lnTo>
                    <a:pt x="3439" y="466"/>
                  </a:lnTo>
                  <a:lnTo>
                    <a:pt x="3232" y="259"/>
                  </a:lnTo>
                  <a:lnTo>
                    <a:pt x="2973" y="130"/>
                  </a:lnTo>
                  <a:lnTo>
                    <a:pt x="2663" y="27"/>
                  </a:lnTo>
                  <a:lnTo>
                    <a:pt x="25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9"/>
            <p:cNvSpPr/>
            <p:nvPr/>
          </p:nvSpPr>
          <p:spPr>
            <a:xfrm>
              <a:off x="6312950" y="4327050"/>
              <a:ext cx="111825" cy="20725"/>
            </a:xfrm>
            <a:custGeom>
              <a:avLst/>
              <a:gdLst/>
              <a:ahLst/>
              <a:cxnLst/>
              <a:rect l="l" t="t" r="r" b="b"/>
              <a:pathLst>
                <a:path w="4473" h="829" extrusionOk="0">
                  <a:moveTo>
                    <a:pt x="337" y="1"/>
                  </a:moveTo>
                  <a:lnTo>
                    <a:pt x="259" y="27"/>
                  </a:lnTo>
                  <a:lnTo>
                    <a:pt x="207" y="78"/>
                  </a:lnTo>
                  <a:lnTo>
                    <a:pt x="130" y="130"/>
                  </a:lnTo>
                  <a:lnTo>
                    <a:pt x="78" y="182"/>
                  </a:lnTo>
                  <a:lnTo>
                    <a:pt x="52" y="259"/>
                  </a:lnTo>
                  <a:lnTo>
                    <a:pt x="26" y="337"/>
                  </a:lnTo>
                  <a:lnTo>
                    <a:pt x="0" y="414"/>
                  </a:lnTo>
                  <a:lnTo>
                    <a:pt x="26" y="492"/>
                  </a:lnTo>
                  <a:lnTo>
                    <a:pt x="52" y="595"/>
                  </a:lnTo>
                  <a:lnTo>
                    <a:pt x="78" y="647"/>
                  </a:lnTo>
                  <a:lnTo>
                    <a:pt x="130" y="725"/>
                  </a:lnTo>
                  <a:lnTo>
                    <a:pt x="207" y="776"/>
                  </a:lnTo>
                  <a:lnTo>
                    <a:pt x="259" y="802"/>
                  </a:lnTo>
                  <a:lnTo>
                    <a:pt x="337" y="828"/>
                  </a:lnTo>
                  <a:lnTo>
                    <a:pt x="4137" y="828"/>
                  </a:lnTo>
                  <a:lnTo>
                    <a:pt x="4214" y="802"/>
                  </a:lnTo>
                  <a:lnTo>
                    <a:pt x="4292" y="776"/>
                  </a:lnTo>
                  <a:lnTo>
                    <a:pt x="4369" y="725"/>
                  </a:lnTo>
                  <a:lnTo>
                    <a:pt x="4395" y="647"/>
                  </a:lnTo>
                  <a:lnTo>
                    <a:pt x="4447" y="595"/>
                  </a:lnTo>
                  <a:lnTo>
                    <a:pt x="4473" y="492"/>
                  </a:lnTo>
                  <a:lnTo>
                    <a:pt x="4473" y="414"/>
                  </a:lnTo>
                  <a:lnTo>
                    <a:pt x="4473" y="337"/>
                  </a:lnTo>
                  <a:lnTo>
                    <a:pt x="4447" y="259"/>
                  </a:lnTo>
                  <a:lnTo>
                    <a:pt x="4395" y="182"/>
                  </a:lnTo>
                  <a:lnTo>
                    <a:pt x="4369" y="130"/>
                  </a:lnTo>
                  <a:lnTo>
                    <a:pt x="4292" y="78"/>
                  </a:lnTo>
                  <a:lnTo>
                    <a:pt x="4214" y="27"/>
                  </a:lnTo>
                  <a:lnTo>
                    <a:pt x="4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9"/>
            <p:cNvSpPr/>
            <p:nvPr/>
          </p:nvSpPr>
          <p:spPr>
            <a:xfrm>
              <a:off x="6312950" y="4285050"/>
              <a:ext cx="111825" cy="21350"/>
            </a:xfrm>
            <a:custGeom>
              <a:avLst/>
              <a:gdLst/>
              <a:ahLst/>
              <a:cxnLst/>
              <a:rect l="l" t="t" r="r" b="b"/>
              <a:pathLst>
                <a:path w="4473" h="854" extrusionOk="0">
                  <a:moveTo>
                    <a:pt x="440" y="1"/>
                  </a:moveTo>
                  <a:lnTo>
                    <a:pt x="337" y="26"/>
                  </a:lnTo>
                  <a:lnTo>
                    <a:pt x="259" y="26"/>
                  </a:lnTo>
                  <a:lnTo>
                    <a:pt x="207" y="78"/>
                  </a:lnTo>
                  <a:lnTo>
                    <a:pt x="130" y="130"/>
                  </a:lnTo>
                  <a:lnTo>
                    <a:pt x="78" y="182"/>
                  </a:lnTo>
                  <a:lnTo>
                    <a:pt x="52" y="259"/>
                  </a:lnTo>
                  <a:lnTo>
                    <a:pt x="26" y="337"/>
                  </a:lnTo>
                  <a:lnTo>
                    <a:pt x="0" y="414"/>
                  </a:lnTo>
                  <a:lnTo>
                    <a:pt x="26" y="518"/>
                  </a:lnTo>
                  <a:lnTo>
                    <a:pt x="52" y="595"/>
                  </a:lnTo>
                  <a:lnTo>
                    <a:pt x="78" y="647"/>
                  </a:lnTo>
                  <a:lnTo>
                    <a:pt x="130" y="724"/>
                  </a:lnTo>
                  <a:lnTo>
                    <a:pt x="207" y="776"/>
                  </a:lnTo>
                  <a:lnTo>
                    <a:pt x="259" y="802"/>
                  </a:lnTo>
                  <a:lnTo>
                    <a:pt x="337" y="828"/>
                  </a:lnTo>
                  <a:lnTo>
                    <a:pt x="440" y="854"/>
                  </a:lnTo>
                  <a:lnTo>
                    <a:pt x="4059" y="854"/>
                  </a:lnTo>
                  <a:lnTo>
                    <a:pt x="4137" y="828"/>
                  </a:lnTo>
                  <a:lnTo>
                    <a:pt x="4214" y="802"/>
                  </a:lnTo>
                  <a:lnTo>
                    <a:pt x="4292" y="776"/>
                  </a:lnTo>
                  <a:lnTo>
                    <a:pt x="4369" y="724"/>
                  </a:lnTo>
                  <a:lnTo>
                    <a:pt x="4395" y="647"/>
                  </a:lnTo>
                  <a:lnTo>
                    <a:pt x="4447" y="595"/>
                  </a:lnTo>
                  <a:lnTo>
                    <a:pt x="4473" y="518"/>
                  </a:lnTo>
                  <a:lnTo>
                    <a:pt x="4473" y="414"/>
                  </a:lnTo>
                  <a:lnTo>
                    <a:pt x="4473" y="337"/>
                  </a:lnTo>
                  <a:lnTo>
                    <a:pt x="4447" y="259"/>
                  </a:lnTo>
                  <a:lnTo>
                    <a:pt x="4395" y="182"/>
                  </a:lnTo>
                  <a:lnTo>
                    <a:pt x="4369" y="130"/>
                  </a:lnTo>
                  <a:lnTo>
                    <a:pt x="4292" y="78"/>
                  </a:lnTo>
                  <a:lnTo>
                    <a:pt x="4214" y="26"/>
                  </a:lnTo>
                  <a:lnTo>
                    <a:pt x="4137" y="26"/>
                  </a:lnTo>
                  <a:lnTo>
                    <a:pt x="40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 name="Google Shape;1044;p59"/>
          <p:cNvGrpSpPr/>
          <p:nvPr/>
        </p:nvGrpSpPr>
        <p:grpSpPr>
          <a:xfrm>
            <a:off x="8089449" y="4223616"/>
            <a:ext cx="246874" cy="383454"/>
            <a:chOff x="7088450" y="4033650"/>
            <a:chExt cx="230100" cy="357400"/>
          </a:xfrm>
        </p:grpSpPr>
        <p:sp>
          <p:nvSpPr>
            <p:cNvPr id="1045" name="Google Shape;1045;p59"/>
            <p:cNvSpPr/>
            <p:nvPr/>
          </p:nvSpPr>
          <p:spPr>
            <a:xfrm>
              <a:off x="7088450" y="4033650"/>
              <a:ext cx="230100" cy="357400"/>
            </a:xfrm>
            <a:custGeom>
              <a:avLst/>
              <a:gdLst/>
              <a:ahLst/>
              <a:cxnLst/>
              <a:rect l="l" t="t" r="r" b="b"/>
              <a:pathLst>
                <a:path w="9204" h="14296" extrusionOk="0">
                  <a:moveTo>
                    <a:pt x="8040" y="854"/>
                  </a:moveTo>
                  <a:lnTo>
                    <a:pt x="8118" y="880"/>
                  </a:lnTo>
                  <a:lnTo>
                    <a:pt x="8196" y="931"/>
                  </a:lnTo>
                  <a:lnTo>
                    <a:pt x="8247" y="983"/>
                  </a:lnTo>
                  <a:lnTo>
                    <a:pt x="8299" y="1035"/>
                  </a:lnTo>
                  <a:lnTo>
                    <a:pt x="8325" y="1112"/>
                  </a:lnTo>
                  <a:lnTo>
                    <a:pt x="8351" y="1190"/>
                  </a:lnTo>
                  <a:lnTo>
                    <a:pt x="8376" y="1268"/>
                  </a:lnTo>
                  <a:lnTo>
                    <a:pt x="8376" y="11789"/>
                  </a:lnTo>
                  <a:lnTo>
                    <a:pt x="828" y="11789"/>
                  </a:lnTo>
                  <a:lnTo>
                    <a:pt x="828" y="1268"/>
                  </a:lnTo>
                  <a:lnTo>
                    <a:pt x="828" y="1190"/>
                  </a:lnTo>
                  <a:lnTo>
                    <a:pt x="854" y="1112"/>
                  </a:lnTo>
                  <a:lnTo>
                    <a:pt x="906" y="1035"/>
                  </a:lnTo>
                  <a:lnTo>
                    <a:pt x="957" y="983"/>
                  </a:lnTo>
                  <a:lnTo>
                    <a:pt x="1009" y="931"/>
                  </a:lnTo>
                  <a:lnTo>
                    <a:pt x="1087" y="880"/>
                  </a:lnTo>
                  <a:lnTo>
                    <a:pt x="1164" y="854"/>
                  </a:lnTo>
                  <a:close/>
                  <a:moveTo>
                    <a:pt x="8376" y="12642"/>
                  </a:moveTo>
                  <a:lnTo>
                    <a:pt x="8376" y="13055"/>
                  </a:lnTo>
                  <a:lnTo>
                    <a:pt x="8351" y="13133"/>
                  </a:lnTo>
                  <a:lnTo>
                    <a:pt x="8325" y="13210"/>
                  </a:lnTo>
                  <a:lnTo>
                    <a:pt x="8299" y="13288"/>
                  </a:lnTo>
                  <a:lnTo>
                    <a:pt x="8247" y="13340"/>
                  </a:lnTo>
                  <a:lnTo>
                    <a:pt x="8196" y="13391"/>
                  </a:lnTo>
                  <a:lnTo>
                    <a:pt x="8118" y="13443"/>
                  </a:lnTo>
                  <a:lnTo>
                    <a:pt x="8040" y="13469"/>
                  </a:lnTo>
                  <a:lnTo>
                    <a:pt x="1164" y="13469"/>
                  </a:lnTo>
                  <a:lnTo>
                    <a:pt x="1087" y="13443"/>
                  </a:lnTo>
                  <a:lnTo>
                    <a:pt x="1009" y="13391"/>
                  </a:lnTo>
                  <a:lnTo>
                    <a:pt x="957" y="13340"/>
                  </a:lnTo>
                  <a:lnTo>
                    <a:pt x="906" y="13288"/>
                  </a:lnTo>
                  <a:lnTo>
                    <a:pt x="854" y="13210"/>
                  </a:lnTo>
                  <a:lnTo>
                    <a:pt x="828" y="13133"/>
                  </a:lnTo>
                  <a:lnTo>
                    <a:pt x="828" y="13055"/>
                  </a:lnTo>
                  <a:lnTo>
                    <a:pt x="828" y="12642"/>
                  </a:lnTo>
                  <a:close/>
                  <a:moveTo>
                    <a:pt x="1242" y="1"/>
                  </a:moveTo>
                  <a:lnTo>
                    <a:pt x="1009" y="27"/>
                  </a:lnTo>
                  <a:lnTo>
                    <a:pt x="751" y="104"/>
                  </a:lnTo>
                  <a:lnTo>
                    <a:pt x="544" y="234"/>
                  </a:lnTo>
                  <a:lnTo>
                    <a:pt x="363" y="389"/>
                  </a:lnTo>
                  <a:lnTo>
                    <a:pt x="208" y="570"/>
                  </a:lnTo>
                  <a:lnTo>
                    <a:pt x="104" y="776"/>
                  </a:lnTo>
                  <a:lnTo>
                    <a:pt x="27" y="1009"/>
                  </a:lnTo>
                  <a:lnTo>
                    <a:pt x="1" y="1268"/>
                  </a:lnTo>
                  <a:lnTo>
                    <a:pt x="1" y="13055"/>
                  </a:lnTo>
                  <a:lnTo>
                    <a:pt x="27" y="13314"/>
                  </a:lnTo>
                  <a:lnTo>
                    <a:pt x="104" y="13546"/>
                  </a:lnTo>
                  <a:lnTo>
                    <a:pt x="208" y="13753"/>
                  </a:lnTo>
                  <a:lnTo>
                    <a:pt x="363" y="13934"/>
                  </a:lnTo>
                  <a:lnTo>
                    <a:pt x="544" y="14089"/>
                  </a:lnTo>
                  <a:lnTo>
                    <a:pt x="751" y="14218"/>
                  </a:lnTo>
                  <a:lnTo>
                    <a:pt x="1009" y="14270"/>
                  </a:lnTo>
                  <a:lnTo>
                    <a:pt x="1242" y="14296"/>
                  </a:lnTo>
                  <a:lnTo>
                    <a:pt x="7937" y="14296"/>
                  </a:lnTo>
                  <a:lnTo>
                    <a:pt x="8196" y="14270"/>
                  </a:lnTo>
                  <a:lnTo>
                    <a:pt x="8428" y="14218"/>
                  </a:lnTo>
                  <a:lnTo>
                    <a:pt x="8661" y="14089"/>
                  </a:lnTo>
                  <a:lnTo>
                    <a:pt x="8842" y="13934"/>
                  </a:lnTo>
                  <a:lnTo>
                    <a:pt x="8997" y="13753"/>
                  </a:lnTo>
                  <a:lnTo>
                    <a:pt x="9100" y="13546"/>
                  </a:lnTo>
                  <a:lnTo>
                    <a:pt x="9178" y="13314"/>
                  </a:lnTo>
                  <a:lnTo>
                    <a:pt x="9204" y="13055"/>
                  </a:lnTo>
                  <a:lnTo>
                    <a:pt x="9204" y="1268"/>
                  </a:lnTo>
                  <a:lnTo>
                    <a:pt x="9178" y="1009"/>
                  </a:lnTo>
                  <a:lnTo>
                    <a:pt x="9100" y="776"/>
                  </a:lnTo>
                  <a:lnTo>
                    <a:pt x="8997" y="570"/>
                  </a:lnTo>
                  <a:lnTo>
                    <a:pt x="8842" y="389"/>
                  </a:lnTo>
                  <a:lnTo>
                    <a:pt x="8661" y="234"/>
                  </a:lnTo>
                  <a:lnTo>
                    <a:pt x="8428" y="104"/>
                  </a:lnTo>
                  <a:lnTo>
                    <a:pt x="8196" y="27"/>
                  </a:lnTo>
                  <a:lnTo>
                    <a:pt x="79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9"/>
            <p:cNvSpPr/>
            <p:nvPr/>
          </p:nvSpPr>
          <p:spPr>
            <a:xfrm>
              <a:off x="7171825" y="4075675"/>
              <a:ext cx="62725" cy="21350"/>
            </a:xfrm>
            <a:custGeom>
              <a:avLst/>
              <a:gdLst/>
              <a:ahLst/>
              <a:cxnLst/>
              <a:rect l="l" t="t" r="r" b="b"/>
              <a:pathLst>
                <a:path w="2509" h="854" extrusionOk="0">
                  <a:moveTo>
                    <a:pt x="414" y="0"/>
                  </a:moveTo>
                  <a:lnTo>
                    <a:pt x="337" y="26"/>
                  </a:lnTo>
                  <a:lnTo>
                    <a:pt x="259" y="26"/>
                  </a:lnTo>
                  <a:lnTo>
                    <a:pt x="182" y="78"/>
                  </a:lnTo>
                  <a:lnTo>
                    <a:pt x="130" y="129"/>
                  </a:lnTo>
                  <a:lnTo>
                    <a:pt x="78" y="181"/>
                  </a:lnTo>
                  <a:lnTo>
                    <a:pt x="52" y="259"/>
                  </a:lnTo>
                  <a:lnTo>
                    <a:pt x="26" y="336"/>
                  </a:lnTo>
                  <a:lnTo>
                    <a:pt x="1" y="414"/>
                  </a:lnTo>
                  <a:lnTo>
                    <a:pt x="26" y="517"/>
                  </a:lnTo>
                  <a:lnTo>
                    <a:pt x="52" y="595"/>
                  </a:lnTo>
                  <a:lnTo>
                    <a:pt x="78" y="646"/>
                  </a:lnTo>
                  <a:lnTo>
                    <a:pt x="130" y="724"/>
                  </a:lnTo>
                  <a:lnTo>
                    <a:pt x="182" y="776"/>
                  </a:lnTo>
                  <a:lnTo>
                    <a:pt x="259" y="801"/>
                  </a:lnTo>
                  <a:lnTo>
                    <a:pt x="337" y="827"/>
                  </a:lnTo>
                  <a:lnTo>
                    <a:pt x="414" y="853"/>
                  </a:lnTo>
                  <a:lnTo>
                    <a:pt x="2095" y="853"/>
                  </a:lnTo>
                  <a:lnTo>
                    <a:pt x="2198" y="827"/>
                  </a:lnTo>
                  <a:lnTo>
                    <a:pt x="2275" y="801"/>
                  </a:lnTo>
                  <a:lnTo>
                    <a:pt x="2327" y="776"/>
                  </a:lnTo>
                  <a:lnTo>
                    <a:pt x="2405" y="724"/>
                  </a:lnTo>
                  <a:lnTo>
                    <a:pt x="2456" y="646"/>
                  </a:lnTo>
                  <a:lnTo>
                    <a:pt x="2482" y="595"/>
                  </a:lnTo>
                  <a:lnTo>
                    <a:pt x="2508" y="517"/>
                  </a:lnTo>
                  <a:lnTo>
                    <a:pt x="2508" y="414"/>
                  </a:lnTo>
                  <a:lnTo>
                    <a:pt x="2508" y="336"/>
                  </a:lnTo>
                  <a:lnTo>
                    <a:pt x="2482" y="259"/>
                  </a:lnTo>
                  <a:lnTo>
                    <a:pt x="2456" y="181"/>
                  </a:lnTo>
                  <a:lnTo>
                    <a:pt x="2405" y="129"/>
                  </a:lnTo>
                  <a:lnTo>
                    <a:pt x="2327" y="78"/>
                  </a:lnTo>
                  <a:lnTo>
                    <a:pt x="2275" y="26"/>
                  </a:lnTo>
                  <a:lnTo>
                    <a:pt x="2198" y="26"/>
                  </a:lnTo>
                  <a:lnTo>
                    <a:pt x="2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9"/>
            <p:cNvSpPr/>
            <p:nvPr/>
          </p:nvSpPr>
          <p:spPr>
            <a:xfrm>
              <a:off x="7136925" y="4118975"/>
              <a:ext cx="132525" cy="188725"/>
            </a:xfrm>
            <a:custGeom>
              <a:avLst/>
              <a:gdLst/>
              <a:ahLst/>
              <a:cxnLst/>
              <a:rect l="l" t="t" r="r" b="b"/>
              <a:pathLst>
                <a:path w="5301" h="7549" extrusionOk="0">
                  <a:moveTo>
                    <a:pt x="2663" y="853"/>
                  </a:moveTo>
                  <a:lnTo>
                    <a:pt x="2922" y="879"/>
                  </a:lnTo>
                  <a:lnTo>
                    <a:pt x="3154" y="931"/>
                  </a:lnTo>
                  <a:lnTo>
                    <a:pt x="3361" y="1060"/>
                  </a:lnTo>
                  <a:lnTo>
                    <a:pt x="3542" y="1215"/>
                  </a:lnTo>
                  <a:lnTo>
                    <a:pt x="3697" y="1396"/>
                  </a:lnTo>
                  <a:lnTo>
                    <a:pt x="3827" y="1603"/>
                  </a:lnTo>
                  <a:lnTo>
                    <a:pt x="3904" y="1835"/>
                  </a:lnTo>
                  <a:lnTo>
                    <a:pt x="3904" y="2094"/>
                  </a:lnTo>
                  <a:lnTo>
                    <a:pt x="3904" y="2792"/>
                  </a:lnTo>
                  <a:lnTo>
                    <a:pt x="1397" y="2792"/>
                  </a:lnTo>
                  <a:lnTo>
                    <a:pt x="1397" y="2094"/>
                  </a:lnTo>
                  <a:lnTo>
                    <a:pt x="1422" y="1835"/>
                  </a:lnTo>
                  <a:lnTo>
                    <a:pt x="1500" y="1603"/>
                  </a:lnTo>
                  <a:lnTo>
                    <a:pt x="1629" y="1396"/>
                  </a:lnTo>
                  <a:lnTo>
                    <a:pt x="1784" y="1215"/>
                  </a:lnTo>
                  <a:lnTo>
                    <a:pt x="1965" y="1060"/>
                  </a:lnTo>
                  <a:lnTo>
                    <a:pt x="2172" y="931"/>
                  </a:lnTo>
                  <a:lnTo>
                    <a:pt x="2405" y="879"/>
                  </a:lnTo>
                  <a:lnTo>
                    <a:pt x="2663" y="853"/>
                  </a:lnTo>
                  <a:close/>
                  <a:moveTo>
                    <a:pt x="4395" y="3645"/>
                  </a:moveTo>
                  <a:lnTo>
                    <a:pt x="4447" y="3671"/>
                  </a:lnTo>
                  <a:lnTo>
                    <a:pt x="4473" y="3723"/>
                  </a:lnTo>
                  <a:lnTo>
                    <a:pt x="4473" y="3774"/>
                  </a:lnTo>
                  <a:lnTo>
                    <a:pt x="4473" y="6566"/>
                  </a:lnTo>
                  <a:lnTo>
                    <a:pt x="4473" y="6618"/>
                  </a:lnTo>
                  <a:lnTo>
                    <a:pt x="4447" y="6669"/>
                  </a:lnTo>
                  <a:lnTo>
                    <a:pt x="4395" y="6695"/>
                  </a:lnTo>
                  <a:lnTo>
                    <a:pt x="931" y="6695"/>
                  </a:lnTo>
                  <a:lnTo>
                    <a:pt x="880" y="6669"/>
                  </a:lnTo>
                  <a:lnTo>
                    <a:pt x="854" y="6618"/>
                  </a:lnTo>
                  <a:lnTo>
                    <a:pt x="854" y="6566"/>
                  </a:lnTo>
                  <a:lnTo>
                    <a:pt x="854" y="3774"/>
                  </a:lnTo>
                  <a:lnTo>
                    <a:pt x="854" y="3723"/>
                  </a:lnTo>
                  <a:lnTo>
                    <a:pt x="880" y="3671"/>
                  </a:lnTo>
                  <a:lnTo>
                    <a:pt x="931" y="3645"/>
                  </a:lnTo>
                  <a:close/>
                  <a:moveTo>
                    <a:pt x="2663" y="0"/>
                  </a:moveTo>
                  <a:lnTo>
                    <a:pt x="2457" y="26"/>
                  </a:lnTo>
                  <a:lnTo>
                    <a:pt x="2250" y="52"/>
                  </a:lnTo>
                  <a:lnTo>
                    <a:pt x="2043" y="103"/>
                  </a:lnTo>
                  <a:lnTo>
                    <a:pt x="1836" y="181"/>
                  </a:lnTo>
                  <a:lnTo>
                    <a:pt x="1655" y="259"/>
                  </a:lnTo>
                  <a:lnTo>
                    <a:pt x="1500" y="362"/>
                  </a:lnTo>
                  <a:lnTo>
                    <a:pt x="1319" y="491"/>
                  </a:lnTo>
                  <a:lnTo>
                    <a:pt x="1190" y="620"/>
                  </a:lnTo>
                  <a:lnTo>
                    <a:pt x="1035" y="776"/>
                  </a:lnTo>
                  <a:lnTo>
                    <a:pt x="931" y="931"/>
                  </a:lnTo>
                  <a:lnTo>
                    <a:pt x="828" y="1112"/>
                  </a:lnTo>
                  <a:lnTo>
                    <a:pt x="725" y="1293"/>
                  </a:lnTo>
                  <a:lnTo>
                    <a:pt x="673" y="1474"/>
                  </a:lnTo>
                  <a:lnTo>
                    <a:pt x="621" y="1680"/>
                  </a:lnTo>
                  <a:lnTo>
                    <a:pt x="569" y="1887"/>
                  </a:lnTo>
                  <a:lnTo>
                    <a:pt x="569" y="2094"/>
                  </a:lnTo>
                  <a:lnTo>
                    <a:pt x="569" y="2895"/>
                  </a:lnTo>
                  <a:lnTo>
                    <a:pt x="440" y="2947"/>
                  </a:lnTo>
                  <a:lnTo>
                    <a:pt x="337" y="3050"/>
                  </a:lnTo>
                  <a:lnTo>
                    <a:pt x="233" y="3128"/>
                  </a:lnTo>
                  <a:lnTo>
                    <a:pt x="156" y="3257"/>
                  </a:lnTo>
                  <a:lnTo>
                    <a:pt x="104" y="3361"/>
                  </a:lnTo>
                  <a:lnTo>
                    <a:pt x="52" y="3490"/>
                  </a:lnTo>
                  <a:lnTo>
                    <a:pt x="27" y="3619"/>
                  </a:lnTo>
                  <a:lnTo>
                    <a:pt x="1" y="3774"/>
                  </a:lnTo>
                  <a:lnTo>
                    <a:pt x="1" y="6566"/>
                  </a:lnTo>
                  <a:lnTo>
                    <a:pt x="27" y="6773"/>
                  </a:lnTo>
                  <a:lnTo>
                    <a:pt x="78" y="6954"/>
                  </a:lnTo>
                  <a:lnTo>
                    <a:pt x="182" y="7109"/>
                  </a:lnTo>
                  <a:lnTo>
                    <a:pt x="285" y="7264"/>
                  </a:lnTo>
                  <a:lnTo>
                    <a:pt x="440" y="7367"/>
                  </a:lnTo>
                  <a:lnTo>
                    <a:pt x="595" y="7471"/>
                  </a:lnTo>
                  <a:lnTo>
                    <a:pt x="776" y="7522"/>
                  </a:lnTo>
                  <a:lnTo>
                    <a:pt x="983" y="7548"/>
                  </a:lnTo>
                  <a:lnTo>
                    <a:pt x="4344" y="7548"/>
                  </a:lnTo>
                  <a:lnTo>
                    <a:pt x="4525" y="7522"/>
                  </a:lnTo>
                  <a:lnTo>
                    <a:pt x="4705" y="7471"/>
                  </a:lnTo>
                  <a:lnTo>
                    <a:pt x="4886" y="7367"/>
                  </a:lnTo>
                  <a:lnTo>
                    <a:pt x="5016" y="7264"/>
                  </a:lnTo>
                  <a:lnTo>
                    <a:pt x="5145" y="7109"/>
                  </a:lnTo>
                  <a:lnTo>
                    <a:pt x="5248" y="6954"/>
                  </a:lnTo>
                  <a:lnTo>
                    <a:pt x="5300" y="6773"/>
                  </a:lnTo>
                  <a:lnTo>
                    <a:pt x="5300" y="6566"/>
                  </a:lnTo>
                  <a:lnTo>
                    <a:pt x="5300" y="3774"/>
                  </a:lnTo>
                  <a:lnTo>
                    <a:pt x="5300" y="3619"/>
                  </a:lnTo>
                  <a:lnTo>
                    <a:pt x="5274" y="3490"/>
                  </a:lnTo>
                  <a:lnTo>
                    <a:pt x="5222" y="3361"/>
                  </a:lnTo>
                  <a:lnTo>
                    <a:pt x="5145" y="3257"/>
                  </a:lnTo>
                  <a:lnTo>
                    <a:pt x="5067" y="3128"/>
                  </a:lnTo>
                  <a:lnTo>
                    <a:pt x="4990" y="3050"/>
                  </a:lnTo>
                  <a:lnTo>
                    <a:pt x="4861" y="2947"/>
                  </a:lnTo>
                  <a:lnTo>
                    <a:pt x="4757" y="2895"/>
                  </a:lnTo>
                  <a:lnTo>
                    <a:pt x="4757" y="2094"/>
                  </a:lnTo>
                  <a:lnTo>
                    <a:pt x="4731" y="1887"/>
                  </a:lnTo>
                  <a:lnTo>
                    <a:pt x="4705" y="1680"/>
                  </a:lnTo>
                  <a:lnTo>
                    <a:pt x="4654" y="1474"/>
                  </a:lnTo>
                  <a:lnTo>
                    <a:pt x="4602" y="1293"/>
                  </a:lnTo>
                  <a:lnTo>
                    <a:pt x="4499" y="1112"/>
                  </a:lnTo>
                  <a:lnTo>
                    <a:pt x="4395" y="931"/>
                  </a:lnTo>
                  <a:lnTo>
                    <a:pt x="4266" y="776"/>
                  </a:lnTo>
                  <a:lnTo>
                    <a:pt x="4137" y="620"/>
                  </a:lnTo>
                  <a:lnTo>
                    <a:pt x="3982" y="491"/>
                  </a:lnTo>
                  <a:lnTo>
                    <a:pt x="3827" y="362"/>
                  </a:lnTo>
                  <a:lnTo>
                    <a:pt x="3646" y="259"/>
                  </a:lnTo>
                  <a:lnTo>
                    <a:pt x="3465" y="181"/>
                  </a:lnTo>
                  <a:lnTo>
                    <a:pt x="3284" y="103"/>
                  </a:lnTo>
                  <a:lnTo>
                    <a:pt x="3077" y="52"/>
                  </a:lnTo>
                  <a:lnTo>
                    <a:pt x="2870" y="26"/>
                  </a:lnTo>
                  <a:lnTo>
                    <a:pt x="26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9"/>
            <p:cNvSpPr/>
            <p:nvPr/>
          </p:nvSpPr>
          <p:spPr>
            <a:xfrm>
              <a:off x="7170525" y="4223000"/>
              <a:ext cx="65300" cy="50450"/>
            </a:xfrm>
            <a:custGeom>
              <a:avLst/>
              <a:gdLst/>
              <a:ahLst/>
              <a:cxnLst/>
              <a:rect l="l" t="t" r="r" b="b"/>
              <a:pathLst>
                <a:path w="2612" h="2018" extrusionOk="0">
                  <a:moveTo>
                    <a:pt x="2121" y="1"/>
                  </a:moveTo>
                  <a:lnTo>
                    <a:pt x="2043" y="27"/>
                  </a:lnTo>
                  <a:lnTo>
                    <a:pt x="1966" y="79"/>
                  </a:lnTo>
                  <a:lnTo>
                    <a:pt x="1914" y="130"/>
                  </a:lnTo>
                  <a:lnTo>
                    <a:pt x="1009" y="1009"/>
                  </a:lnTo>
                  <a:lnTo>
                    <a:pt x="725" y="699"/>
                  </a:lnTo>
                  <a:lnTo>
                    <a:pt x="647" y="647"/>
                  </a:lnTo>
                  <a:lnTo>
                    <a:pt x="596" y="621"/>
                  </a:lnTo>
                  <a:lnTo>
                    <a:pt x="518" y="596"/>
                  </a:lnTo>
                  <a:lnTo>
                    <a:pt x="337" y="596"/>
                  </a:lnTo>
                  <a:lnTo>
                    <a:pt x="259" y="621"/>
                  </a:lnTo>
                  <a:lnTo>
                    <a:pt x="208" y="647"/>
                  </a:lnTo>
                  <a:lnTo>
                    <a:pt x="130" y="699"/>
                  </a:lnTo>
                  <a:lnTo>
                    <a:pt x="78" y="776"/>
                  </a:lnTo>
                  <a:lnTo>
                    <a:pt x="53" y="854"/>
                  </a:lnTo>
                  <a:lnTo>
                    <a:pt x="27" y="932"/>
                  </a:lnTo>
                  <a:lnTo>
                    <a:pt x="1" y="1009"/>
                  </a:lnTo>
                  <a:lnTo>
                    <a:pt x="27" y="1087"/>
                  </a:lnTo>
                  <a:lnTo>
                    <a:pt x="53" y="1164"/>
                  </a:lnTo>
                  <a:lnTo>
                    <a:pt x="78" y="1242"/>
                  </a:lnTo>
                  <a:lnTo>
                    <a:pt x="130" y="1293"/>
                  </a:lnTo>
                  <a:lnTo>
                    <a:pt x="725" y="1888"/>
                  </a:lnTo>
                  <a:lnTo>
                    <a:pt x="776" y="1940"/>
                  </a:lnTo>
                  <a:lnTo>
                    <a:pt x="854" y="1991"/>
                  </a:lnTo>
                  <a:lnTo>
                    <a:pt x="932" y="2017"/>
                  </a:lnTo>
                  <a:lnTo>
                    <a:pt x="1113" y="2017"/>
                  </a:lnTo>
                  <a:lnTo>
                    <a:pt x="1190" y="1991"/>
                  </a:lnTo>
                  <a:lnTo>
                    <a:pt x="1242" y="1940"/>
                  </a:lnTo>
                  <a:lnTo>
                    <a:pt x="1319" y="1888"/>
                  </a:lnTo>
                  <a:lnTo>
                    <a:pt x="2508" y="699"/>
                  </a:lnTo>
                  <a:lnTo>
                    <a:pt x="2560" y="647"/>
                  </a:lnTo>
                  <a:lnTo>
                    <a:pt x="2586" y="570"/>
                  </a:lnTo>
                  <a:lnTo>
                    <a:pt x="2612" y="492"/>
                  </a:lnTo>
                  <a:lnTo>
                    <a:pt x="2612" y="415"/>
                  </a:lnTo>
                  <a:lnTo>
                    <a:pt x="2612" y="337"/>
                  </a:lnTo>
                  <a:lnTo>
                    <a:pt x="2586" y="259"/>
                  </a:lnTo>
                  <a:lnTo>
                    <a:pt x="2560" y="182"/>
                  </a:lnTo>
                  <a:lnTo>
                    <a:pt x="2508" y="130"/>
                  </a:lnTo>
                  <a:lnTo>
                    <a:pt x="2431" y="79"/>
                  </a:lnTo>
                  <a:lnTo>
                    <a:pt x="2353" y="27"/>
                  </a:lnTo>
                  <a:lnTo>
                    <a:pt x="22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52"/>
        <p:cNvGrpSpPr/>
        <p:nvPr/>
      </p:nvGrpSpPr>
      <p:grpSpPr>
        <a:xfrm>
          <a:off x="0" y="0"/>
          <a:ext cx="0" cy="0"/>
          <a:chOff x="0" y="0"/>
          <a:chExt cx="0" cy="0"/>
        </a:xfrm>
      </p:grpSpPr>
      <p:sp>
        <p:nvSpPr>
          <p:cNvPr id="1053" name="Google Shape;1053;p60"/>
          <p:cNvSpPr txBox="1">
            <a:spLocks noGrp="1"/>
          </p:cNvSpPr>
          <p:nvPr>
            <p:ph type="body" idx="4294967295"/>
          </p:nvPr>
        </p:nvSpPr>
        <p:spPr>
          <a:xfrm>
            <a:off x="2215800" y="1163174"/>
            <a:ext cx="4712400" cy="548700"/>
          </a:xfrm>
          <a:prstGeom prst="rect">
            <a:avLst/>
          </a:prstGeom>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a:t>Here’s an assortment of alternatives resources within the same style of this template</a:t>
            </a:r>
            <a:endParaRPr/>
          </a:p>
        </p:txBody>
      </p:sp>
      <p:sp>
        <p:nvSpPr>
          <p:cNvPr id="1054" name="Google Shape;1054;p6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pic>
        <p:nvPicPr>
          <p:cNvPr id="1055" name="Google Shape;1055;p60"/>
          <p:cNvPicPr preferRelativeResize="0"/>
          <p:nvPr/>
        </p:nvPicPr>
        <p:blipFill rotWithShape="1">
          <a:blip r:embed="rId3">
            <a:alphaModFix/>
          </a:blip>
          <a:srcRect r="41259" b="48904"/>
          <a:stretch/>
        </p:blipFill>
        <p:spPr>
          <a:xfrm flipH="1">
            <a:off x="6015979" y="2926526"/>
            <a:ext cx="2401244" cy="1384348"/>
          </a:xfrm>
          <a:prstGeom prst="rect">
            <a:avLst/>
          </a:prstGeom>
          <a:noFill/>
          <a:ln>
            <a:noFill/>
          </a:ln>
        </p:spPr>
      </p:pic>
      <p:pic>
        <p:nvPicPr>
          <p:cNvPr id="1056" name="Google Shape;1056;p60"/>
          <p:cNvPicPr preferRelativeResize="0"/>
          <p:nvPr/>
        </p:nvPicPr>
        <p:blipFill rotWithShape="1">
          <a:blip r:embed="rId3">
            <a:alphaModFix/>
          </a:blip>
          <a:srcRect l="33923" t="53620" r="7337" b="-4716"/>
          <a:stretch/>
        </p:blipFill>
        <p:spPr>
          <a:xfrm rot="10800000">
            <a:off x="3364602" y="2926526"/>
            <a:ext cx="2401244" cy="1384348"/>
          </a:xfrm>
          <a:prstGeom prst="rect">
            <a:avLst/>
          </a:prstGeom>
          <a:noFill/>
          <a:ln>
            <a:noFill/>
          </a:ln>
        </p:spPr>
      </p:pic>
      <p:pic>
        <p:nvPicPr>
          <p:cNvPr id="1057" name="Google Shape;1057;p60"/>
          <p:cNvPicPr preferRelativeResize="0"/>
          <p:nvPr/>
        </p:nvPicPr>
        <p:blipFill rotWithShape="1">
          <a:blip r:embed="rId3">
            <a:alphaModFix/>
          </a:blip>
          <a:srcRect l="40384" t="21936" r="875" b="26968"/>
          <a:stretch/>
        </p:blipFill>
        <p:spPr>
          <a:xfrm flipH="1">
            <a:off x="713225" y="2926526"/>
            <a:ext cx="2401244" cy="1384348"/>
          </a:xfrm>
          <a:prstGeom prst="rect">
            <a:avLst/>
          </a:prstGeom>
          <a:noFill/>
          <a:ln>
            <a:noFill/>
          </a:ln>
        </p:spPr>
      </p:pic>
      <p:sp>
        <p:nvSpPr>
          <p:cNvPr id="1058" name="Google Shape;1058;p60"/>
          <p:cNvSpPr txBox="1">
            <a:spLocks noGrp="1"/>
          </p:cNvSpPr>
          <p:nvPr>
            <p:ph type="body" idx="4294967295"/>
          </p:nvPr>
        </p:nvSpPr>
        <p:spPr>
          <a:xfrm>
            <a:off x="1977300" y="1878350"/>
            <a:ext cx="5189400" cy="548700"/>
          </a:xfrm>
          <a:prstGeom prst="rect">
            <a:avLst/>
          </a:prstGeom>
        </p:spPr>
        <p:txBody>
          <a:bodyPr spcFirstLastPara="1" wrap="square" lIns="91425" tIns="91425" rIns="91425" bIns="91425" anchor="ctr" anchorCtr="0">
            <a:noAutofit/>
          </a:bodyPr>
          <a:lstStyle/>
          <a:p>
            <a:pPr marL="457200" lvl="0" indent="-323850" algn="l" rtl="0">
              <a:spcBef>
                <a:spcPts val="0"/>
              </a:spcBef>
              <a:spcAft>
                <a:spcPts val="0"/>
              </a:spcAft>
              <a:buSzPts val="1500"/>
              <a:buChar char="●"/>
            </a:pPr>
            <a:r>
              <a:rPr lang="en" dirty="0">
                <a:solidFill>
                  <a:schemeClr val="hlink"/>
                </a:solidFill>
                <a:uFill>
                  <a:noFill/>
                </a:uFill>
                <a:hlinkClick r:id="rId4"/>
              </a:rPr>
              <a:t>Gradient violet glowing particles background</a:t>
            </a:r>
            <a:endParaRPr dirty="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062"/>
        <p:cNvGrpSpPr/>
        <p:nvPr/>
      </p:nvGrpSpPr>
      <p:grpSpPr>
        <a:xfrm>
          <a:off x="0" y="0"/>
          <a:ext cx="0" cy="0"/>
          <a:chOff x="0" y="0"/>
          <a:chExt cx="0" cy="0"/>
        </a:xfrm>
      </p:grpSpPr>
      <p:sp>
        <p:nvSpPr>
          <p:cNvPr id="1063" name="Google Shape;1063;p61"/>
          <p:cNvSpPr txBox="1">
            <a:spLocks noGrp="1"/>
          </p:cNvSpPr>
          <p:nvPr>
            <p:ph type="body" idx="2"/>
          </p:nvPr>
        </p:nvSpPr>
        <p:spPr>
          <a:xfrm>
            <a:off x="4599650" y="1860550"/>
            <a:ext cx="3749400" cy="2769300"/>
          </a:xfrm>
          <a:prstGeom prst="rect">
            <a:avLst/>
          </a:prstGeom>
        </p:spPr>
        <p:txBody>
          <a:bodyPr spcFirstLastPara="1" wrap="square" lIns="91425" tIns="91425" rIns="91425" bIns="91425" anchor="t" anchorCtr="0">
            <a:noAutofit/>
          </a:bodyPr>
          <a:lstStyle/>
          <a:p>
            <a:pPr marL="241300" lvl="0" indent="-209550" algn="l" rtl="0">
              <a:spcBef>
                <a:spcPts val="0"/>
              </a:spcBef>
              <a:spcAft>
                <a:spcPts val="0"/>
              </a:spcAft>
              <a:buSzPts val="1300"/>
              <a:buChar char="●"/>
            </a:pPr>
            <a:r>
              <a:rPr lang="en" sz="1300">
                <a:uFill>
                  <a:noFill/>
                </a:uFill>
                <a:hlinkClick r:id="rId3"/>
              </a:rPr>
              <a:t>Front view of man doing a presentation during a meeting</a:t>
            </a:r>
            <a:endParaRPr sz="2300">
              <a:latin typeface="Audiowide"/>
              <a:ea typeface="Audiowide"/>
              <a:cs typeface="Audiowide"/>
              <a:sym typeface="Audiowide"/>
            </a:endParaRPr>
          </a:p>
          <a:p>
            <a:pPr marL="0" lvl="0" indent="0" algn="l" rtl="0">
              <a:spcBef>
                <a:spcPts val="1000"/>
              </a:spcBef>
              <a:spcAft>
                <a:spcPts val="0"/>
              </a:spcAft>
              <a:buNone/>
            </a:pPr>
            <a:r>
              <a:rPr lang="en" sz="2300">
                <a:latin typeface="Audiowide"/>
                <a:ea typeface="Audiowide"/>
                <a:cs typeface="Audiowide"/>
                <a:sym typeface="Audiowide"/>
              </a:rPr>
              <a:t>Vectors:</a:t>
            </a:r>
            <a:endParaRPr sz="1300"/>
          </a:p>
          <a:p>
            <a:pPr marL="241300" lvl="0" indent="-209550" algn="l" rtl="0">
              <a:spcBef>
                <a:spcPts val="0"/>
              </a:spcBef>
              <a:spcAft>
                <a:spcPts val="0"/>
              </a:spcAft>
              <a:buSzPts val="1300"/>
              <a:buChar char="●"/>
            </a:pPr>
            <a:r>
              <a:rPr lang="en" sz="1300">
                <a:solidFill>
                  <a:schemeClr val="hlink"/>
                </a:solidFill>
                <a:uFill>
                  <a:noFill/>
                </a:uFill>
                <a:hlinkClick r:id="rId4"/>
              </a:rPr>
              <a:t>Elegant shapes of glowing particles background</a:t>
            </a:r>
            <a:endParaRPr sz="2300">
              <a:latin typeface="Audiowide"/>
              <a:ea typeface="Audiowide"/>
              <a:cs typeface="Audiowide"/>
              <a:sym typeface="Audiowide"/>
            </a:endParaRPr>
          </a:p>
          <a:p>
            <a:pPr marL="0" lvl="0" indent="0" algn="l" rtl="0">
              <a:spcBef>
                <a:spcPts val="1000"/>
              </a:spcBef>
              <a:spcAft>
                <a:spcPts val="0"/>
              </a:spcAft>
              <a:buNone/>
            </a:pPr>
            <a:r>
              <a:rPr lang="en" sz="2300">
                <a:latin typeface="Audiowide"/>
                <a:ea typeface="Audiowide"/>
                <a:cs typeface="Audiowide"/>
                <a:sym typeface="Audiowide"/>
              </a:rPr>
              <a:t>Icons:</a:t>
            </a:r>
            <a:endParaRPr sz="1300"/>
          </a:p>
          <a:p>
            <a:pPr marL="457200" lvl="0" indent="-311150" algn="l" rtl="0">
              <a:spcBef>
                <a:spcPts val="300"/>
              </a:spcBef>
              <a:spcAft>
                <a:spcPts val="0"/>
              </a:spcAft>
              <a:buSzPts val="1300"/>
              <a:buChar char="●"/>
            </a:pPr>
            <a:r>
              <a:rPr lang="en" sz="1300">
                <a:solidFill>
                  <a:schemeClr val="hlink"/>
                </a:solidFill>
                <a:uFill>
                  <a:noFill/>
                </a:uFill>
                <a:hlinkClick r:id="rId5"/>
              </a:rPr>
              <a:t>Data Protection icon pack</a:t>
            </a:r>
            <a:endParaRPr sz="1300"/>
          </a:p>
        </p:txBody>
      </p:sp>
      <p:sp>
        <p:nvSpPr>
          <p:cNvPr id="1064" name="Google Shape;1064;p61"/>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t>RESOURCES</a:t>
            </a:r>
            <a:endParaRPr sz="3200"/>
          </a:p>
        </p:txBody>
      </p:sp>
      <p:sp>
        <p:nvSpPr>
          <p:cNvPr id="1065" name="Google Shape;1065;p61"/>
          <p:cNvSpPr txBox="1">
            <a:spLocks noGrp="1"/>
          </p:cNvSpPr>
          <p:nvPr>
            <p:ph type="body" idx="1"/>
          </p:nvPr>
        </p:nvSpPr>
        <p:spPr>
          <a:xfrm>
            <a:off x="794950" y="1860550"/>
            <a:ext cx="3749400" cy="276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a:latin typeface="Audiowide"/>
                <a:ea typeface="Audiowide"/>
                <a:cs typeface="Audiowide"/>
                <a:sym typeface="Audiowide"/>
              </a:rPr>
              <a:t>Photos:</a:t>
            </a:r>
            <a:endParaRPr sz="2300">
              <a:latin typeface="Audiowide"/>
              <a:ea typeface="Audiowide"/>
              <a:cs typeface="Audiowide"/>
              <a:sym typeface="Audiowide"/>
            </a:endParaRPr>
          </a:p>
          <a:p>
            <a:pPr marL="241300" lvl="0" indent="-209550" algn="l" rtl="0">
              <a:spcBef>
                <a:spcPts val="0"/>
              </a:spcBef>
              <a:spcAft>
                <a:spcPts val="0"/>
              </a:spcAft>
              <a:buSzPts val="1300"/>
              <a:buChar char="●"/>
            </a:pPr>
            <a:r>
              <a:rPr lang="en" sz="1300">
                <a:solidFill>
                  <a:schemeClr val="hlink"/>
                </a:solidFill>
                <a:uFill>
                  <a:noFill/>
                </a:uFill>
                <a:hlinkClick r:id="rId6"/>
              </a:rPr>
              <a:t>Creative graphic designer sitting at table</a:t>
            </a:r>
            <a:endParaRPr sz="1300"/>
          </a:p>
          <a:p>
            <a:pPr marL="241300" lvl="0" indent="-209550" algn="l" rtl="0">
              <a:spcBef>
                <a:spcPts val="0"/>
              </a:spcBef>
              <a:spcAft>
                <a:spcPts val="0"/>
              </a:spcAft>
              <a:buSzPts val="1300"/>
              <a:buChar char="●"/>
            </a:pPr>
            <a:r>
              <a:rPr lang="en" sz="1300">
                <a:solidFill>
                  <a:schemeClr val="hlink"/>
                </a:solidFill>
                <a:uFill>
                  <a:noFill/>
                </a:uFill>
                <a:hlinkClick r:id="rId7"/>
              </a:rPr>
              <a:t>Front view of smiley man holding laptop</a:t>
            </a:r>
            <a:endParaRPr sz="1300"/>
          </a:p>
          <a:p>
            <a:pPr marL="241300" lvl="0" indent="-209550" algn="l" rtl="0">
              <a:spcBef>
                <a:spcPts val="0"/>
              </a:spcBef>
              <a:spcAft>
                <a:spcPts val="0"/>
              </a:spcAft>
              <a:buSzPts val="1300"/>
              <a:buChar char="●"/>
            </a:pPr>
            <a:r>
              <a:rPr lang="en" sz="1300">
                <a:solidFill>
                  <a:schemeClr val="hlink"/>
                </a:solidFill>
                <a:uFill>
                  <a:noFill/>
                </a:uFill>
                <a:hlinkClick r:id="rId8"/>
              </a:rPr>
              <a:t>African american man front view</a:t>
            </a:r>
            <a:endParaRPr sz="1300"/>
          </a:p>
          <a:p>
            <a:pPr marL="241300" lvl="0" indent="-209550" algn="l" rtl="0">
              <a:spcBef>
                <a:spcPts val="0"/>
              </a:spcBef>
              <a:spcAft>
                <a:spcPts val="0"/>
              </a:spcAft>
              <a:buSzPts val="1300"/>
              <a:buChar char="●"/>
            </a:pPr>
            <a:r>
              <a:rPr lang="en" sz="1300">
                <a:solidFill>
                  <a:schemeClr val="hlink"/>
                </a:solidFill>
                <a:uFill>
                  <a:noFill/>
                </a:uFill>
                <a:hlinkClick r:id="rId9"/>
              </a:rPr>
              <a:t>Portrait of a young asian businesswoman with her arm crossed looking to camera isolated on white background</a:t>
            </a:r>
            <a:endParaRPr sz="1300"/>
          </a:p>
          <a:p>
            <a:pPr marL="241300" lvl="0" indent="-209550" algn="l" rtl="0">
              <a:spcBef>
                <a:spcPts val="0"/>
              </a:spcBef>
              <a:spcAft>
                <a:spcPts val="0"/>
              </a:spcAft>
              <a:buSzPts val="1300"/>
              <a:buChar char="●"/>
            </a:pPr>
            <a:r>
              <a:rPr lang="en" sz="1300">
                <a:solidFill>
                  <a:schemeClr val="hlink"/>
                </a:solidFill>
                <a:uFill>
                  <a:noFill/>
                </a:uFill>
                <a:hlinkClick r:id="rId10"/>
              </a:rPr>
              <a:t>Portrait of a young woman showing money sign</a:t>
            </a:r>
            <a:endParaRPr sz="1300"/>
          </a:p>
          <a:p>
            <a:pPr marL="241300" lvl="0" indent="-209550" algn="l" rtl="0">
              <a:spcBef>
                <a:spcPts val="0"/>
              </a:spcBef>
              <a:spcAft>
                <a:spcPts val="0"/>
              </a:spcAft>
              <a:buSzPts val="1300"/>
              <a:buChar char="●"/>
            </a:pPr>
            <a:r>
              <a:rPr lang="en" sz="1300">
                <a:uFill>
                  <a:noFill/>
                </a:uFill>
                <a:hlinkClick r:id="rId11"/>
              </a:rPr>
              <a:t>Front view of woman using virtual reality headset</a:t>
            </a:r>
            <a:endParaRPr sz="1300"/>
          </a:p>
        </p:txBody>
      </p:sp>
      <p:sp>
        <p:nvSpPr>
          <p:cNvPr id="1066" name="Google Shape;1066;p61"/>
          <p:cNvSpPr txBox="1">
            <a:spLocks noGrp="1"/>
          </p:cNvSpPr>
          <p:nvPr>
            <p:ph type="subTitle" idx="3"/>
          </p:nvPr>
        </p:nvSpPr>
        <p:spPr>
          <a:xfrm>
            <a:off x="2361000" y="1161300"/>
            <a:ext cx="4422000" cy="548700"/>
          </a:xfrm>
          <a:prstGeom prst="rect">
            <a:avLst/>
          </a:prstGeom>
        </p:spPr>
        <p:txBody>
          <a:bodyPr spcFirstLastPara="1" wrap="square" lIns="91425" tIns="91425" rIns="91425" bIns="91425" anchor="ctr" anchorCtr="0">
            <a:noAutofit/>
          </a:bodyPr>
          <a:lstStyle/>
          <a:p>
            <a:pPr marL="0" lvl="0" indent="0" algn="ctr" rtl="0">
              <a:spcBef>
                <a:spcPts val="300"/>
              </a:spcBef>
              <a:spcAft>
                <a:spcPts val="0"/>
              </a:spcAft>
              <a:buClr>
                <a:schemeClr val="dk1"/>
              </a:buClr>
              <a:buSzPts val="1100"/>
              <a:buFont typeface="Arial"/>
              <a:buNone/>
            </a:pPr>
            <a:r>
              <a:rPr lang="en"/>
              <a:t>Did you like the resources on this template? Get them for free at our other websites.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0"/>
        <p:cNvGrpSpPr/>
        <p:nvPr/>
      </p:nvGrpSpPr>
      <p:grpSpPr>
        <a:xfrm>
          <a:off x="0" y="0"/>
          <a:ext cx="0" cy="0"/>
          <a:chOff x="0" y="0"/>
          <a:chExt cx="0" cy="0"/>
        </a:xfrm>
      </p:grpSpPr>
      <p:sp>
        <p:nvSpPr>
          <p:cNvPr id="1071" name="Google Shape;1071;p6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072" name="Google Shape;1072;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073" name="Google Shape;1073;p62"/>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7"/>
        <p:cNvGrpSpPr/>
        <p:nvPr/>
      </p:nvGrpSpPr>
      <p:grpSpPr>
        <a:xfrm>
          <a:off x="0" y="0"/>
          <a:ext cx="0" cy="0"/>
          <a:chOff x="0" y="0"/>
          <a:chExt cx="0" cy="0"/>
        </a:xfrm>
      </p:grpSpPr>
      <p:sp>
        <p:nvSpPr>
          <p:cNvPr id="1078" name="Google Shape;1078;p63"/>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900" b="1" u="sng">
                <a:solidFill>
                  <a:schemeClr val="hlink"/>
                </a:solidFill>
              </a:rPr>
              <a:t>S</a:t>
            </a:r>
            <a:r>
              <a:rPr lang="en" sz="1000" b="1" u="sng">
                <a:solidFill>
                  <a:schemeClr val="hlink"/>
                </a:solidFill>
                <a:hlinkClick r:id="rId3"/>
              </a:rPr>
              <a:t>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079" name="Google Shape;1079;p6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080" name="Google Shape;1080;p6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4"/>
        <p:cNvGrpSpPr/>
        <p:nvPr/>
      </p:nvGrpSpPr>
      <p:grpSpPr>
        <a:xfrm>
          <a:off x="0" y="0"/>
          <a:ext cx="0" cy="0"/>
          <a:chOff x="0" y="0"/>
          <a:chExt cx="0" cy="0"/>
        </a:xfrm>
      </p:grpSpPr>
      <p:sp>
        <p:nvSpPr>
          <p:cNvPr id="1085" name="Google Shape;1085;p64"/>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1086" name="Google Shape;1086;p64"/>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Audiowide</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https://fonts.google.com/specimen/Audiowide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Varela Round</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https://fonts.google.com/specimen/Varela+Round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087" name="Google Shape;1087;p64"/>
          <p:cNvSpPr/>
          <p:nvPr/>
        </p:nvSpPr>
        <p:spPr>
          <a:xfrm>
            <a:off x="2052650" y="2988225"/>
            <a:ext cx="791400" cy="754200"/>
          </a:xfrm>
          <a:prstGeom prst="roundRect">
            <a:avLst>
              <a:gd name="adj" fmla="val 16667"/>
            </a:avLst>
          </a:prstGeom>
          <a:solidFill>
            <a:srgbClr val="FF5CB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4"/>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4"/>
          <p:cNvSpPr/>
          <p:nvPr/>
        </p:nvSpPr>
        <p:spPr>
          <a:xfrm>
            <a:off x="4176289" y="2988225"/>
            <a:ext cx="791400" cy="754200"/>
          </a:xfrm>
          <a:prstGeom prst="roundRect">
            <a:avLst>
              <a:gd name="adj" fmla="val 16667"/>
            </a:avLst>
          </a:prstGeom>
          <a:solidFill>
            <a:srgbClr val="2C074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4"/>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000">
                <a:solidFill>
                  <a:schemeClr val="lt1"/>
                </a:solidFill>
                <a:latin typeface="Helvetica Neue"/>
                <a:ea typeface="Helvetica Neue"/>
                <a:cs typeface="Helvetica Neue"/>
                <a:sym typeface="Helvetica Neue"/>
              </a:rPr>
              <a:t>#ff5cbf</a:t>
            </a:r>
            <a:endParaRPr sz="1000">
              <a:solidFill>
                <a:schemeClr val="lt1"/>
              </a:solidFill>
              <a:latin typeface="Helvetica Neue"/>
              <a:ea typeface="Helvetica Neue"/>
              <a:cs typeface="Helvetica Neue"/>
              <a:sym typeface="Helvetica Neue"/>
            </a:endParaRPr>
          </a:p>
        </p:txBody>
      </p:sp>
      <p:sp>
        <p:nvSpPr>
          <p:cNvPr id="1091" name="Google Shape;1091;p64"/>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092" name="Google Shape;1092;p64"/>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000">
                <a:solidFill>
                  <a:schemeClr val="lt1"/>
                </a:solidFill>
                <a:latin typeface="Helvetica Neue"/>
                <a:ea typeface="Helvetica Neue"/>
                <a:cs typeface="Helvetica Neue"/>
                <a:sym typeface="Helvetica Neue"/>
              </a:rPr>
              <a:t>#2c0746</a:t>
            </a:r>
            <a:endParaRPr sz="1000">
              <a:solidFill>
                <a:schemeClr val="lt1"/>
              </a:solidFill>
            </a:endParaRPr>
          </a:p>
        </p:txBody>
      </p:sp>
      <p:sp>
        <p:nvSpPr>
          <p:cNvPr id="1093" name="Google Shape;1093;p64"/>
          <p:cNvSpPr/>
          <p:nvPr/>
        </p:nvSpPr>
        <p:spPr>
          <a:xfrm>
            <a:off x="5238125" y="2988225"/>
            <a:ext cx="791400" cy="754200"/>
          </a:xfrm>
          <a:prstGeom prst="roundRect">
            <a:avLst>
              <a:gd name="adj" fmla="val 16667"/>
            </a:avLst>
          </a:prstGeom>
          <a:solidFill>
            <a:srgbClr val="7159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4"/>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000">
                <a:solidFill>
                  <a:schemeClr val="lt1"/>
                </a:solidFill>
                <a:latin typeface="Helvetica Neue"/>
                <a:ea typeface="Helvetica Neue"/>
                <a:cs typeface="Helvetica Neue"/>
                <a:sym typeface="Helvetica Neue"/>
              </a:rPr>
              <a:t>#7159ff</a:t>
            </a:r>
            <a:endParaRPr sz="1000">
              <a:solidFill>
                <a:schemeClr val="lt1"/>
              </a:solidFill>
              <a:latin typeface="Helvetica Neue"/>
              <a:ea typeface="Helvetica Neue"/>
              <a:cs typeface="Helvetica Neue"/>
              <a:sym typeface="Helvetica Neue"/>
            </a:endParaRPr>
          </a:p>
        </p:txBody>
      </p:sp>
      <p:sp>
        <p:nvSpPr>
          <p:cNvPr id="1095" name="Google Shape;1095;p64"/>
          <p:cNvSpPr/>
          <p:nvPr/>
        </p:nvSpPr>
        <p:spPr>
          <a:xfrm>
            <a:off x="6299950" y="2988225"/>
            <a:ext cx="791400" cy="754200"/>
          </a:xfrm>
          <a:prstGeom prst="roundRect">
            <a:avLst>
              <a:gd name="adj" fmla="val 16667"/>
            </a:avLst>
          </a:prstGeom>
          <a:solidFill>
            <a:srgbClr val="AC51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64"/>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000">
                <a:solidFill>
                  <a:schemeClr val="lt1"/>
                </a:solidFill>
                <a:latin typeface="Helvetica Neue"/>
                <a:ea typeface="Helvetica Neue"/>
                <a:cs typeface="Helvetica Neue"/>
                <a:sym typeface="Helvetica Neue"/>
              </a:rPr>
              <a:t>#ac51ff</a:t>
            </a:r>
            <a:endParaRPr sz="1000">
              <a:solidFill>
                <a:schemeClr val="lt1"/>
              </a:solidFill>
            </a:endParaRPr>
          </a:p>
        </p:txBody>
      </p:sp>
      <p:sp>
        <p:nvSpPr>
          <p:cNvPr id="1097" name="Google Shape;1097;p6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1"/>
        <p:cNvGrpSpPr/>
        <p:nvPr/>
      </p:nvGrpSpPr>
      <p:grpSpPr>
        <a:xfrm>
          <a:off x="0" y="0"/>
          <a:ext cx="0" cy="0"/>
          <a:chOff x="0" y="0"/>
          <a:chExt cx="0" cy="0"/>
        </a:xfrm>
      </p:grpSpPr>
      <p:sp>
        <p:nvSpPr>
          <p:cNvPr id="1102" name="Google Shape;1102;p65"/>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1103" name="Google Shape;1103;p65"/>
          <p:cNvPicPr preferRelativeResize="0"/>
          <p:nvPr/>
        </p:nvPicPr>
        <p:blipFill rotWithShape="1">
          <a:blip r:embed="rId4">
            <a:alphaModFix/>
          </a:blip>
          <a:srcRect t="16541" b="16547"/>
          <a:stretch/>
        </p:blipFill>
        <p:spPr>
          <a:xfrm>
            <a:off x="510820" y="2688639"/>
            <a:ext cx="1606719" cy="1075073"/>
          </a:xfrm>
          <a:prstGeom prst="rect">
            <a:avLst/>
          </a:prstGeom>
          <a:noFill/>
          <a:ln>
            <a:noFill/>
          </a:ln>
        </p:spPr>
      </p:pic>
      <p:sp>
        <p:nvSpPr>
          <p:cNvPr id="1104" name="Google Shape;1104;p65">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105" name="Google Shape;1105;p65">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106" name="Google Shape;1106;p65">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107" name="Google Shape;1107;p65">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108" name="Google Shape;1108;p65"/>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109" name="Google Shape;1109;p65"/>
          <p:cNvPicPr preferRelativeResize="0"/>
          <p:nvPr/>
        </p:nvPicPr>
        <p:blipFill rotWithShape="1">
          <a:blip r:embed="rId10">
            <a:alphaModFix/>
          </a:blip>
          <a:srcRect l="4195" t="11228" r="4213" b="8855"/>
          <a:stretch/>
        </p:blipFill>
        <p:spPr>
          <a:xfrm>
            <a:off x="3774275" y="2532512"/>
            <a:ext cx="1448304" cy="1263588"/>
          </a:xfrm>
          <a:prstGeom prst="rect">
            <a:avLst/>
          </a:prstGeom>
          <a:noFill/>
          <a:ln>
            <a:noFill/>
          </a:ln>
        </p:spPr>
      </p:pic>
      <p:pic>
        <p:nvPicPr>
          <p:cNvPr id="1110" name="Google Shape;1110;p65"/>
          <p:cNvPicPr preferRelativeResize="0"/>
          <p:nvPr/>
        </p:nvPicPr>
        <p:blipFill rotWithShape="1">
          <a:blip r:embed="rId11">
            <a:alphaModFix/>
          </a:blip>
          <a:srcRect t="6568" b="11946"/>
          <a:stretch/>
        </p:blipFill>
        <p:spPr>
          <a:xfrm>
            <a:off x="5347337" y="2581527"/>
            <a:ext cx="1448284" cy="1180164"/>
          </a:xfrm>
          <a:prstGeom prst="rect">
            <a:avLst/>
          </a:prstGeom>
          <a:noFill/>
          <a:ln>
            <a:noFill/>
          </a:ln>
        </p:spPr>
      </p:pic>
      <p:pic>
        <p:nvPicPr>
          <p:cNvPr id="1111" name="Google Shape;1111;p65"/>
          <p:cNvPicPr preferRelativeResize="0"/>
          <p:nvPr/>
        </p:nvPicPr>
        <p:blipFill rotWithShape="1">
          <a:blip r:embed="rId12">
            <a:alphaModFix/>
          </a:blip>
          <a:srcRect t="11709" b="17968"/>
          <a:stretch/>
        </p:blipFill>
        <p:spPr>
          <a:xfrm>
            <a:off x="6836257" y="2523903"/>
            <a:ext cx="1796923" cy="1263600"/>
          </a:xfrm>
          <a:prstGeom prst="rect">
            <a:avLst/>
          </a:prstGeom>
          <a:noFill/>
          <a:ln>
            <a:noFill/>
          </a:ln>
        </p:spPr>
      </p:pic>
      <p:sp>
        <p:nvSpPr>
          <p:cNvPr id="1112" name="Google Shape;1112;p65">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1113" name="Google Shape;1113;p6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7"/>
        <p:cNvGrpSpPr/>
        <p:nvPr/>
      </p:nvGrpSpPr>
      <p:grpSpPr>
        <a:xfrm>
          <a:off x="0" y="0"/>
          <a:ext cx="0" cy="0"/>
          <a:chOff x="0" y="0"/>
          <a:chExt cx="0" cy="0"/>
        </a:xfrm>
      </p:grpSpPr>
      <p:sp>
        <p:nvSpPr>
          <p:cNvPr id="1118" name="Google Shape;1118;p66"/>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You can also look for more </a:t>
            </a:r>
            <a:r>
              <a:rPr lang="en" sz="1100" dirty="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dirty="0">
                <a:solidFill>
                  <a:srgbClr val="FFFFFF"/>
                </a:solidFill>
              </a:rPr>
              <a:t> on Slidesgo.</a:t>
            </a:r>
            <a:endParaRPr sz="1100" dirty="0">
              <a:solidFill>
                <a:srgbClr val="FFFFFF"/>
              </a:solidFill>
            </a:endParaRPr>
          </a:p>
        </p:txBody>
      </p:sp>
      <p:grpSp>
        <p:nvGrpSpPr>
          <p:cNvPr id="1119" name="Google Shape;1119;p66"/>
          <p:cNvGrpSpPr/>
          <p:nvPr/>
        </p:nvGrpSpPr>
        <p:grpSpPr>
          <a:xfrm>
            <a:off x="5156078" y="3085736"/>
            <a:ext cx="474294" cy="551291"/>
            <a:chOff x="4727025" y="1332775"/>
            <a:chExt cx="59900" cy="69625"/>
          </a:xfrm>
        </p:grpSpPr>
        <p:sp>
          <p:nvSpPr>
            <p:cNvPr id="1120" name="Google Shape;1120;p6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 name="Google Shape;1122;p66"/>
          <p:cNvGrpSpPr/>
          <p:nvPr/>
        </p:nvGrpSpPr>
        <p:grpSpPr>
          <a:xfrm>
            <a:off x="5769734" y="2314340"/>
            <a:ext cx="555653" cy="557031"/>
            <a:chOff x="4820425" y="1329900"/>
            <a:chExt cx="70175" cy="70350"/>
          </a:xfrm>
        </p:grpSpPr>
        <p:sp>
          <p:nvSpPr>
            <p:cNvPr id="1123" name="Google Shape;1123;p6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66"/>
          <p:cNvGrpSpPr/>
          <p:nvPr/>
        </p:nvGrpSpPr>
        <p:grpSpPr>
          <a:xfrm>
            <a:off x="6396103" y="2318845"/>
            <a:ext cx="582574" cy="533871"/>
            <a:chOff x="4903200" y="1331525"/>
            <a:chExt cx="73575" cy="67425"/>
          </a:xfrm>
        </p:grpSpPr>
        <p:sp>
          <p:nvSpPr>
            <p:cNvPr id="1128" name="Google Shape;1128;p6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 name="Google Shape;1130;p66"/>
          <p:cNvGrpSpPr/>
          <p:nvPr/>
        </p:nvGrpSpPr>
        <p:grpSpPr>
          <a:xfrm>
            <a:off x="5755581" y="3078709"/>
            <a:ext cx="583960" cy="565345"/>
            <a:chOff x="4815575" y="1416800"/>
            <a:chExt cx="73750" cy="71400"/>
          </a:xfrm>
        </p:grpSpPr>
        <p:sp>
          <p:nvSpPr>
            <p:cNvPr id="1131" name="Google Shape;1131;p6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66"/>
          <p:cNvGrpSpPr/>
          <p:nvPr/>
        </p:nvGrpSpPr>
        <p:grpSpPr>
          <a:xfrm>
            <a:off x="6390362" y="3108896"/>
            <a:ext cx="589898" cy="504970"/>
            <a:chOff x="4902475" y="1418875"/>
            <a:chExt cx="74500" cy="63775"/>
          </a:xfrm>
        </p:grpSpPr>
        <p:sp>
          <p:nvSpPr>
            <p:cNvPr id="1135" name="Google Shape;1135;p6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66"/>
          <p:cNvGrpSpPr/>
          <p:nvPr/>
        </p:nvGrpSpPr>
        <p:grpSpPr>
          <a:xfrm>
            <a:off x="5765577" y="3826000"/>
            <a:ext cx="563967" cy="567127"/>
            <a:chOff x="4818100" y="1507675"/>
            <a:chExt cx="71225" cy="71625"/>
          </a:xfrm>
        </p:grpSpPr>
        <p:sp>
          <p:nvSpPr>
            <p:cNvPr id="1138" name="Google Shape;1138;p6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 name="Google Shape;1142;p66"/>
          <p:cNvGrpSpPr/>
          <p:nvPr/>
        </p:nvGrpSpPr>
        <p:grpSpPr>
          <a:xfrm>
            <a:off x="5079075" y="3829461"/>
            <a:ext cx="628301" cy="588505"/>
            <a:chOff x="4721450" y="1509475"/>
            <a:chExt cx="79350" cy="74325"/>
          </a:xfrm>
        </p:grpSpPr>
        <p:sp>
          <p:nvSpPr>
            <p:cNvPr id="1143" name="Google Shape;1143;p6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 name="Google Shape;1147;p66"/>
          <p:cNvGrpSpPr/>
          <p:nvPr/>
        </p:nvGrpSpPr>
        <p:grpSpPr>
          <a:xfrm>
            <a:off x="6424608" y="3814027"/>
            <a:ext cx="557038" cy="562772"/>
            <a:chOff x="4906800" y="1507500"/>
            <a:chExt cx="70350" cy="71075"/>
          </a:xfrm>
        </p:grpSpPr>
        <p:sp>
          <p:nvSpPr>
            <p:cNvPr id="1148" name="Google Shape;1148;p6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 name="Google Shape;1153;p66"/>
          <p:cNvGrpSpPr/>
          <p:nvPr/>
        </p:nvGrpSpPr>
        <p:grpSpPr>
          <a:xfrm>
            <a:off x="4462216" y="2340963"/>
            <a:ext cx="517934" cy="517934"/>
            <a:chOff x="3736598" y="2170606"/>
            <a:chExt cx="404889" cy="404889"/>
          </a:xfrm>
        </p:grpSpPr>
        <p:sp>
          <p:nvSpPr>
            <p:cNvPr id="1154" name="Google Shape;1154;p6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66"/>
          <p:cNvGrpSpPr/>
          <p:nvPr/>
        </p:nvGrpSpPr>
        <p:grpSpPr>
          <a:xfrm>
            <a:off x="3729277" y="2341061"/>
            <a:ext cx="586986" cy="517740"/>
            <a:chOff x="3161917" y="2170682"/>
            <a:chExt cx="458870" cy="404737"/>
          </a:xfrm>
        </p:grpSpPr>
        <p:sp>
          <p:nvSpPr>
            <p:cNvPr id="1159" name="Google Shape;1159;p6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66"/>
          <p:cNvGrpSpPr/>
          <p:nvPr/>
        </p:nvGrpSpPr>
        <p:grpSpPr>
          <a:xfrm>
            <a:off x="3752299" y="3102400"/>
            <a:ext cx="540943" cy="517963"/>
            <a:chOff x="3179914" y="2889488"/>
            <a:chExt cx="422876" cy="404911"/>
          </a:xfrm>
        </p:grpSpPr>
        <p:sp>
          <p:nvSpPr>
            <p:cNvPr id="1163" name="Google Shape;1163;p6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 name="Google Shape;1169;p66"/>
          <p:cNvGrpSpPr/>
          <p:nvPr/>
        </p:nvGrpSpPr>
        <p:grpSpPr>
          <a:xfrm>
            <a:off x="4453093" y="3102358"/>
            <a:ext cx="536180" cy="518047"/>
            <a:chOff x="3729467" y="2889422"/>
            <a:chExt cx="419153" cy="404977"/>
          </a:xfrm>
        </p:grpSpPr>
        <p:sp>
          <p:nvSpPr>
            <p:cNvPr id="1170" name="Google Shape;1170;p6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 name="Google Shape;1177;p66"/>
          <p:cNvGrpSpPr/>
          <p:nvPr/>
        </p:nvGrpSpPr>
        <p:grpSpPr>
          <a:xfrm>
            <a:off x="1990126" y="3445787"/>
            <a:ext cx="965351" cy="134611"/>
            <a:chOff x="4411970" y="2962952"/>
            <a:chExt cx="706544" cy="104212"/>
          </a:xfrm>
        </p:grpSpPr>
        <p:sp>
          <p:nvSpPr>
            <p:cNvPr id="1178" name="Google Shape;1178;p6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66"/>
          <p:cNvGrpSpPr/>
          <p:nvPr/>
        </p:nvGrpSpPr>
        <p:grpSpPr>
          <a:xfrm>
            <a:off x="1990126" y="3041077"/>
            <a:ext cx="960158" cy="289172"/>
            <a:chOff x="4411970" y="2726085"/>
            <a:chExt cx="643107" cy="193659"/>
          </a:xfrm>
        </p:grpSpPr>
        <p:sp>
          <p:nvSpPr>
            <p:cNvPr id="1183" name="Google Shape;1183;p6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66"/>
          <p:cNvGrpSpPr/>
          <p:nvPr/>
        </p:nvGrpSpPr>
        <p:grpSpPr>
          <a:xfrm>
            <a:off x="998624" y="3295400"/>
            <a:ext cx="811503" cy="252584"/>
            <a:chOff x="4411970" y="4340222"/>
            <a:chExt cx="779467" cy="242683"/>
          </a:xfrm>
        </p:grpSpPr>
        <p:sp>
          <p:nvSpPr>
            <p:cNvPr id="1187" name="Google Shape;1187;p6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66"/>
          <p:cNvGrpSpPr/>
          <p:nvPr/>
        </p:nvGrpSpPr>
        <p:grpSpPr>
          <a:xfrm>
            <a:off x="1990126" y="2709308"/>
            <a:ext cx="965160" cy="216230"/>
            <a:chOff x="4411970" y="2468674"/>
            <a:chExt cx="747317" cy="167425"/>
          </a:xfrm>
        </p:grpSpPr>
        <p:sp>
          <p:nvSpPr>
            <p:cNvPr id="1191" name="Google Shape;1191;p6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 name="Google Shape;1193;p6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 name="Google Shape;1194;p66"/>
          <p:cNvGrpSpPr/>
          <p:nvPr/>
        </p:nvGrpSpPr>
        <p:grpSpPr>
          <a:xfrm>
            <a:off x="997692" y="2334687"/>
            <a:ext cx="1959041" cy="208784"/>
            <a:chOff x="6336019" y="3733725"/>
            <a:chExt cx="2566206" cy="351310"/>
          </a:xfrm>
        </p:grpSpPr>
        <p:sp>
          <p:nvSpPr>
            <p:cNvPr id="1195" name="Google Shape;1195;p6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 name="Google Shape;1199;p66"/>
          <p:cNvGrpSpPr/>
          <p:nvPr/>
        </p:nvGrpSpPr>
        <p:grpSpPr>
          <a:xfrm>
            <a:off x="1990126" y="3950602"/>
            <a:ext cx="946551" cy="153200"/>
            <a:chOff x="4404545" y="3301592"/>
            <a:chExt cx="782403" cy="129272"/>
          </a:xfrm>
        </p:grpSpPr>
        <p:sp>
          <p:nvSpPr>
            <p:cNvPr id="1200" name="Google Shape;1200;p6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66"/>
          <p:cNvGrpSpPr/>
          <p:nvPr/>
        </p:nvGrpSpPr>
        <p:grpSpPr>
          <a:xfrm>
            <a:off x="1990126" y="3695937"/>
            <a:ext cx="962257" cy="139127"/>
            <a:chOff x="4411970" y="3131459"/>
            <a:chExt cx="710520" cy="117397"/>
          </a:xfrm>
        </p:grpSpPr>
        <p:sp>
          <p:nvSpPr>
            <p:cNvPr id="1203" name="Google Shape;1203;p6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 name="Google Shape;1205;p6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 name="Google Shape;1206;p66"/>
          <p:cNvGrpSpPr/>
          <p:nvPr/>
        </p:nvGrpSpPr>
        <p:grpSpPr>
          <a:xfrm>
            <a:off x="990271" y="3621603"/>
            <a:ext cx="823838" cy="458988"/>
            <a:chOff x="4411970" y="1801825"/>
            <a:chExt cx="734586" cy="409262"/>
          </a:xfrm>
        </p:grpSpPr>
        <p:sp>
          <p:nvSpPr>
            <p:cNvPr id="1207" name="Google Shape;1207;p6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66"/>
          <p:cNvGrpSpPr/>
          <p:nvPr/>
        </p:nvGrpSpPr>
        <p:grpSpPr>
          <a:xfrm>
            <a:off x="3095243" y="2339173"/>
            <a:ext cx="521514" cy="521514"/>
            <a:chOff x="5681300" y="2527788"/>
            <a:chExt cx="805800" cy="805800"/>
          </a:xfrm>
        </p:grpSpPr>
        <p:sp>
          <p:nvSpPr>
            <p:cNvPr id="1210" name="Google Shape;1210;p6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 name="Google Shape;1212;p66"/>
          <p:cNvGrpSpPr/>
          <p:nvPr/>
        </p:nvGrpSpPr>
        <p:grpSpPr>
          <a:xfrm>
            <a:off x="3089483" y="3094865"/>
            <a:ext cx="533033" cy="533033"/>
            <a:chOff x="4049800" y="640400"/>
            <a:chExt cx="858900" cy="858900"/>
          </a:xfrm>
        </p:grpSpPr>
        <p:sp>
          <p:nvSpPr>
            <p:cNvPr id="1213" name="Google Shape;1213;p6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66"/>
          <p:cNvGrpSpPr/>
          <p:nvPr/>
        </p:nvGrpSpPr>
        <p:grpSpPr>
          <a:xfrm>
            <a:off x="3014966" y="3772543"/>
            <a:ext cx="682068" cy="682068"/>
            <a:chOff x="5080188" y="927900"/>
            <a:chExt cx="961200" cy="961200"/>
          </a:xfrm>
        </p:grpSpPr>
        <p:sp>
          <p:nvSpPr>
            <p:cNvPr id="1216" name="Google Shape;1216;p6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66"/>
          <p:cNvGrpSpPr/>
          <p:nvPr/>
        </p:nvGrpSpPr>
        <p:grpSpPr>
          <a:xfrm>
            <a:off x="4478465" y="3869234"/>
            <a:ext cx="505650" cy="504006"/>
            <a:chOff x="6039282" y="1042577"/>
            <a:chExt cx="734315" cy="731929"/>
          </a:xfrm>
        </p:grpSpPr>
        <p:sp>
          <p:nvSpPr>
            <p:cNvPr id="1225" name="Google Shape;1225;p6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 name="Google Shape;1246;p66"/>
          <p:cNvGrpSpPr/>
          <p:nvPr/>
        </p:nvGrpSpPr>
        <p:grpSpPr>
          <a:xfrm>
            <a:off x="5091067" y="2298862"/>
            <a:ext cx="567744" cy="602136"/>
            <a:chOff x="1825800" y="1651625"/>
            <a:chExt cx="539989" cy="571775"/>
          </a:xfrm>
        </p:grpSpPr>
        <p:sp>
          <p:nvSpPr>
            <p:cNvPr id="1247" name="Google Shape;1247;p6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 name="Google Shape;1251;p66"/>
          <p:cNvGrpSpPr/>
          <p:nvPr/>
        </p:nvGrpSpPr>
        <p:grpSpPr>
          <a:xfrm>
            <a:off x="3765995" y="3855579"/>
            <a:ext cx="508123" cy="507955"/>
            <a:chOff x="1897577" y="2802432"/>
            <a:chExt cx="492176" cy="492014"/>
          </a:xfrm>
        </p:grpSpPr>
        <p:sp>
          <p:nvSpPr>
            <p:cNvPr id="1252" name="Google Shape;1252;p6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 name="Google Shape;1264;p66"/>
          <p:cNvGrpSpPr/>
          <p:nvPr/>
        </p:nvGrpSpPr>
        <p:grpSpPr>
          <a:xfrm>
            <a:off x="997525" y="4169123"/>
            <a:ext cx="809227" cy="200842"/>
            <a:chOff x="2013045" y="4813233"/>
            <a:chExt cx="921986" cy="228854"/>
          </a:xfrm>
        </p:grpSpPr>
        <p:sp>
          <p:nvSpPr>
            <p:cNvPr id="1265" name="Google Shape;1265;p6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 name="Google Shape;1267;p66"/>
          <p:cNvGrpSpPr/>
          <p:nvPr/>
        </p:nvGrpSpPr>
        <p:grpSpPr>
          <a:xfrm>
            <a:off x="1005985" y="2656004"/>
            <a:ext cx="792421" cy="269941"/>
            <a:chOff x="1046767" y="4756633"/>
            <a:chExt cx="859646" cy="292841"/>
          </a:xfrm>
        </p:grpSpPr>
        <p:sp>
          <p:nvSpPr>
            <p:cNvPr id="1268" name="Google Shape;1268;p6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1" name="Google Shape;1271;p6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 name="Google Shape;1275;p66"/>
          <p:cNvGrpSpPr/>
          <p:nvPr/>
        </p:nvGrpSpPr>
        <p:grpSpPr>
          <a:xfrm>
            <a:off x="7141841" y="2550562"/>
            <a:ext cx="166473" cy="141497"/>
            <a:chOff x="4660325" y="1866850"/>
            <a:chExt cx="68350" cy="58100"/>
          </a:xfrm>
        </p:grpSpPr>
        <p:sp>
          <p:nvSpPr>
            <p:cNvPr id="1276" name="Google Shape;1276;p6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 name="Google Shape;1278;p66"/>
          <p:cNvGrpSpPr/>
          <p:nvPr/>
        </p:nvGrpSpPr>
        <p:grpSpPr>
          <a:xfrm>
            <a:off x="7451186" y="2576286"/>
            <a:ext cx="162515" cy="90049"/>
            <a:chOff x="4791775" y="1877500"/>
            <a:chExt cx="66725" cy="36975"/>
          </a:xfrm>
        </p:grpSpPr>
        <p:sp>
          <p:nvSpPr>
            <p:cNvPr id="1279" name="Google Shape;1279;p6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 name="Google Shape;1281;p66"/>
          <p:cNvGrpSpPr/>
          <p:nvPr/>
        </p:nvGrpSpPr>
        <p:grpSpPr>
          <a:xfrm>
            <a:off x="7772899" y="2576286"/>
            <a:ext cx="144979" cy="90049"/>
            <a:chOff x="4923925" y="1877500"/>
            <a:chExt cx="59525" cy="36975"/>
          </a:xfrm>
        </p:grpSpPr>
        <p:sp>
          <p:nvSpPr>
            <p:cNvPr id="1282" name="Google Shape;1282;p6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6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66"/>
          <p:cNvGrpSpPr/>
          <p:nvPr/>
        </p:nvGrpSpPr>
        <p:grpSpPr>
          <a:xfrm>
            <a:off x="8067390" y="2558477"/>
            <a:ext cx="141447" cy="125667"/>
            <a:chOff x="5058450" y="1870100"/>
            <a:chExt cx="58075" cy="51600"/>
          </a:xfrm>
        </p:grpSpPr>
        <p:sp>
          <p:nvSpPr>
            <p:cNvPr id="1285" name="Google Shape;1285;p6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 name="Google Shape;1287;p66"/>
          <p:cNvGrpSpPr/>
          <p:nvPr/>
        </p:nvGrpSpPr>
        <p:grpSpPr>
          <a:xfrm>
            <a:off x="7481905" y="2980885"/>
            <a:ext cx="101077" cy="107645"/>
            <a:chOff x="4811425" y="2065025"/>
            <a:chExt cx="41500" cy="44200"/>
          </a:xfrm>
        </p:grpSpPr>
        <p:sp>
          <p:nvSpPr>
            <p:cNvPr id="1288" name="Google Shape;1288;p6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6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 name="Google Shape;1290;p66"/>
          <p:cNvGrpSpPr/>
          <p:nvPr/>
        </p:nvGrpSpPr>
        <p:grpSpPr>
          <a:xfrm>
            <a:off x="7774342" y="2981098"/>
            <a:ext cx="120867" cy="107218"/>
            <a:chOff x="4929875" y="2065025"/>
            <a:chExt cx="49625" cy="44025"/>
          </a:xfrm>
        </p:grpSpPr>
        <p:sp>
          <p:nvSpPr>
            <p:cNvPr id="1291" name="Google Shape;1291;p6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 name="Google Shape;1293;p66"/>
          <p:cNvGrpSpPr/>
          <p:nvPr/>
        </p:nvGrpSpPr>
        <p:grpSpPr>
          <a:xfrm>
            <a:off x="8103011" y="2984112"/>
            <a:ext cx="70206" cy="101191"/>
            <a:chOff x="5083925" y="2066350"/>
            <a:chExt cx="28825" cy="41550"/>
          </a:xfrm>
        </p:grpSpPr>
        <p:sp>
          <p:nvSpPr>
            <p:cNvPr id="1294" name="Google Shape;1294;p6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6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 name="Google Shape;1296;p66"/>
          <p:cNvGrpSpPr/>
          <p:nvPr/>
        </p:nvGrpSpPr>
        <p:grpSpPr>
          <a:xfrm>
            <a:off x="7134565" y="2999759"/>
            <a:ext cx="181026" cy="69896"/>
            <a:chOff x="4659775" y="2072775"/>
            <a:chExt cx="74325" cy="28700"/>
          </a:xfrm>
        </p:grpSpPr>
        <p:sp>
          <p:nvSpPr>
            <p:cNvPr id="1297" name="Google Shape;1297;p6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 name="Google Shape;1300;p66"/>
          <p:cNvGrpSpPr/>
          <p:nvPr/>
        </p:nvGrpSpPr>
        <p:grpSpPr>
          <a:xfrm>
            <a:off x="8054421" y="2790324"/>
            <a:ext cx="167387" cy="89197"/>
            <a:chOff x="4662475" y="1976500"/>
            <a:chExt cx="68725" cy="36625"/>
          </a:xfrm>
        </p:grpSpPr>
        <p:sp>
          <p:nvSpPr>
            <p:cNvPr id="1301" name="Google Shape;1301;p6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66"/>
          <p:cNvGrpSpPr/>
          <p:nvPr/>
        </p:nvGrpSpPr>
        <p:grpSpPr>
          <a:xfrm>
            <a:off x="7751326" y="2793764"/>
            <a:ext cx="166899" cy="82317"/>
            <a:chOff x="4920150" y="1977875"/>
            <a:chExt cx="68525" cy="33800"/>
          </a:xfrm>
        </p:grpSpPr>
        <p:sp>
          <p:nvSpPr>
            <p:cNvPr id="1305" name="Google Shape;1305;p6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 name="Google Shape;1308;p66"/>
          <p:cNvGrpSpPr/>
          <p:nvPr/>
        </p:nvGrpSpPr>
        <p:grpSpPr>
          <a:xfrm>
            <a:off x="7162483" y="3197682"/>
            <a:ext cx="125190" cy="127859"/>
            <a:chOff x="4676550" y="2160575"/>
            <a:chExt cx="51400" cy="52500"/>
          </a:xfrm>
        </p:grpSpPr>
        <p:sp>
          <p:nvSpPr>
            <p:cNvPr id="1309" name="Google Shape;1309;p6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 name="Google Shape;1312;p66"/>
          <p:cNvGrpSpPr/>
          <p:nvPr/>
        </p:nvGrpSpPr>
        <p:grpSpPr>
          <a:xfrm>
            <a:off x="7459741" y="3204714"/>
            <a:ext cx="145405" cy="113794"/>
            <a:chOff x="4768325" y="2163475"/>
            <a:chExt cx="59700" cy="46725"/>
          </a:xfrm>
        </p:grpSpPr>
        <p:sp>
          <p:nvSpPr>
            <p:cNvPr id="1313" name="Google Shape;1313;p6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 name="Google Shape;1315;p6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 name="Google Shape;1321;p66"/>
          <p:cNvGrpSpPr/>
          <p:nvPr/>
        </p:nvGrpSpPr>
        <p:grpSpPr>
          <a:xfrm>
            <a:off x="7476059" y="3459808"/>
            <a:ext cx="112768" cy="106853"/>
            <a:chOff x="4768575" y="2253950"/>
            <a:chExt cx="46300" cy="43875"/>
          </a:xfrm>
        </p:grpSpPr>
        <p:sp>
          <p:nvSpPr>
            <p:cNvPr id="1322" name="Google Shape;1322;p6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 name="Google Shape;1324;p66"/>
          <p:cNvGrpSpPr/>
          <p:nvPr/>
        </p:nvGrpSpPr>
        <p:grpSpPr>
          <a:xfrm>
            <a:off x="7775682" y="3948834"/>
            <a:ext cx="118187" cy="146246"/>
            <a:chOff x="4960900" y="2433225"/>
            <a:chExt cx="48525" cy="60050"/>
          </a:xfrm>
        </p:grpSpPr>
        <p:sp>
          <p:nvSpPr>
            <p:cNvPr id="1325" name="Google Shape;1325;p6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 name="Google Shape;1327;p66"/>
          <p:cNvGrpSpPr/>
          <p:nvPr/>
        </p:nvGrpSpPr>
        <p:grpSpPr>
          <a:xfrm>
            <a:off x="7464247" y="4212895"/>
            <a:ext cx="136394" cy="143810"/>
            <a:chOff x="4854075" y="2527625"/>
            <a:chExt cx="56000" cy="59050"/>
          </a:xfrm>
        </p:grpSpPr>
        <p:sp>
          <p:nvSpPr>
            <p:cNvPr id="1328" name="Google Shape;1328;p6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 name="Google Shape;1330;p6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 name="Google Shape;1333;p66"/>
          <p:cNvGrpSpPr/>
          <p:nvPr/>
        </p:nvGrpSpPr>
        <p:grpSpPr>
          <a:xfrm>
            <a:off x="8088458" y="3676639"/>
            <a:ext cx="99312" cy="160797"/>
            <a:chOff x="5059700" y="2334775"/>
            <a:chExt cx="40775" cy="66025"/>
          </a:xfrm>
        </p:grpSpPr>
        <p:sp>
          <p:nvSpPr>
            <p:cNvPr id="1334" name="Google Shape;1334;p6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 name="Google Shape;1343;p66"/>
          <p:cNvGrpSpPr/>
          <p:nvPr/>
        </p:nvGrpSpPr>
        <p:grpSpPr>
          <a:xfrm>
            <a:off x="8045622" y="3941771"/>
            <a:ext cx="184984" cy="160371"/>
            <a:chOff x="5037700" y="2430325"/>
            <a:chExt cx="75950" cy="65850"/>
          </a:xfrm>
        </p:grpSpPr>
        <p:sp>
          <p:nvSpPr>
            <p:cNvPr id="1344" name="Google Shape;1344;p6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66"/>
          <p:cNvGrpSpPr/>
          <p:nvPr/>
        </p:nvGrpSpPr>
        <p:grpSpPr>
          <a:xfrm>
            <a:off x="7465128" y="3708223"/>
            <a:ext cx="173014" cy="97629"/>
            <a:chOff x="4756975" y="2341800"/>
            <a:chExt cx="91975" cy="51925"/>
          </a:xfrm>
        </p:grpSpPr>
        <p:sp>
          <p:nvSpPr>
            <p:cNvPr id="1347" name="Google Shape;1347;p6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6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66"/>
          <p:cNvGrpSpPr/>
          <p:nvPr/>
        </p:nvGrpSpPr>
        <p:grpSpPr>
          <a:xfrm>
            <a:off x="7732065" y="4196920"/>
            <a:ext cx="212497" cy="175761"/>
            <a:chOff x="4943575" y="2516350"/>
            <a:chExt cx="98675" cy="81700"/>
          </a:xfrm>
        </p:grpSpPr>
        <p:sp>
          <p:nvSpPr>
            <p:cNvPr id="1368" name="Google Shape;1368;p6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6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6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6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6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6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6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6" name="Google Shape;1446;p6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454"/>
        <p:cNvGrpSpPr/>
        <p:nvPr/>
      </p:nvGrpSpPr>
      <p:grpSpPr>
        <a:xfrm>
          <a:off x="0" y="0"/>
          <a:ext cx="0" cy="0"/>
          <a:chOff x="0" y="0"/>
          <a:chExt cx="0" cy="0"/>
        </a:xfrm>
      </p:grpSpPr>
      <p:grpSp>
        <p:nvGrpSpPr>
          <p:cNvPr id="1455" name="Google Shape;1455;p67"/>
          <p:cNvGrpSpPr/>
          <p:nvPr/>
        </p:nvGrpSpPr>
        <p:grpSpPr>
          <a:xfrm>
            <a:off x="719115" y="2852867"/>
            <a:ext cx="2622876" cy="1333540"/>
            <a:chOff x="238125" y="1038125"/>
            <a:chExt cx="7146800" cy="3633625"/>
          </a:xfrm>
        </p:grpSpPr>
        <p:sp>
          <p:nvSpPr>
            <p:cNvPr id="1456" name="Google Shape;1456;p6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6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6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6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6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6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6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6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6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6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6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6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6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6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6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6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6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6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6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6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6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6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6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6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6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6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8" name="Google Shape;3028;p67"/>
          <p:cNvGrpSpPr/>
          <p:nvPr/>
        </p:nvGrpSpPr>
        <p:grpSpPr>
          <a:xfrm>
            <a:off x="3574273" y="2854307"/>
            <a:ext cx="2241344" cy="1330656"/>
            <a:chOff x="3597785" y="3065882"/>
            <a:chExt cx="2241344" cy="1330656"/>
          </a:xfrm>
        </p:grpSpPr>
        <p:grpSp>
          <p:nvGrpSpPr>
            <p:cNvPr id="3029" name="Google Shape;3029;p67"/>
            <p:cNvGrpSpPr/>
            <p:nvPr/>
          </p:nvGrpSpPr>
          <p:grpSpPr>
            <a:xfrm>
              <a:off x="5296908" y="3937355"/>
              <a:ext cx="143198" cy="32380"/>
              <a:chOff x="5296908" y="3937355"/>
              <a:chExt cx="143198" cy="32380"/>
            </a:xfrm>
          </p:grpSpPr>
          <p:sp>
            <p:nvSpPr>
              <p:cNvPr id="3030" name="Google Shape;3030;p67"/>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1" name="Google Shape;3031;p67"/>
              <p:cNvGrpSpPr/>
              <p:nvPr/>
            </p:nvGrpSpPr>
            <p:grpSpPr>
              <a:xfrm>
                <a:off x="5402331" y="3937355"/>
                <a:ext cx="37776" cy="32380"/>
                <a:chOff x="5402331" y="3937355"/>
                <a:chExt cx="37776" cy="32380"/>
              </a:xfrm>
            </p:grpSpPr>
            <p:sp>
              <p:nvSpPr>
                <p:cNvPr id="3032" name="Google Shape;3032;p67"/>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7"/>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4" name="Google Shape;3034;p67"/>
              <p:cNvGrpSpPr/>
              <p:nvPr/>
            </p:nvGrpSpPr>
            <p:grpSpPr>
              <a:xfrm>
                <a:off x="5296908" y="3937355"/>
                <a:ext cx="37783" cy="32380"/>
                <a:chOff x="5296908" y="3937355"/>
                <a:chExt cx="37783" cy="32380"/>
              </a:xfrm>
            </p:grpSpPr>
            <p:sp>
              <p:nvSpPr>
                <p:cNvPr id="3035" name="Google Shape;3035;p67"/>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7"/>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37" name="Google Shape;3037;p67"/>
            <p:cNvGrpSpPr/>
            <p:nvPr/>
          </p:nvGrpSpPr>
          <p:grpSpPr>
            <a:xfrm>
              <a:off x="4724163" y="3119631"/>
              <a:ext cx="120838" cy="84218"/>
              <a:chOff x="4724163" y="3119631"/>
              <a:chExt cx="120838" cy="84218"/>
            </a:xfrm>
          </p:grpSpPr>
          <p:grpSp>
            <p:nvGrpSpPr>
              <p:cNvPr id="3038" name="Google Shape;3038;p67"/>
              <p:cNvGrpSpPr/>
              <p:nvPr/>
            </p:nvGrpSpPr>
            <p:grpSpPr>
              <a:xfrm>
                <a:off x="4746712" y="3132773"/>
                <a:ext cx="86869" cy="56424"/>
                <a:chOff x="4746712" y="3132773"/>
                <a:chExt cx="86869" cy="56424"/>
              </a:xfrm>
            </p:grpSpPr>
            <p:sp>
              <p:nvSpPr>
                <p:cNvPr id="3039" name="Google Shape;3039;p67"/>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7"/>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1" name="Google Shape;3041;p67"/>
              <p:cNvGrpSpPr/>
              <p:nvPr/>
            </p:nvGrpSpPr>
            <p:grpSpPr>
              <a:xfrm>
                <a:off x="4773634" y="3143336"/>
                <a:ext cx="37776" cy="32451"/>
                <a:chOff x="4773634" y="3143336"/>
                <a:chExt cx="37776" cy="32451"/>
              </a:xfrm>
            </p:grpSpPr>
            <p:sp>
              <p:nvSpPr>
                <p:cNvPr id="3042" name="Google Shape;3042;p67"/>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7"/>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67"/>
              <p:cNvGrpSpPr/>
              <p:nvPr/>
            </p:nvGrpSpPr>
            <p:grpSpPr>
              <a:xfrm>
                <a:off x="4724163" y="3131248"/>
                <a:ext cx="37776" cy="32459"/>
                <a:chOff x="4724163" y="3131248"/>
                <a:chExt cx="37776" cy="32459"/>
              </a:xfrm>
            </p:grpSpPr>
            <p:sp>
              <p:nvSpPr>
                <p:cNvPr id="3045" name="Google Shape;3045;p67"/>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7"/>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7" name="Google Shape;3047;p67"/>
              <p:cNvGrpSpPr/>
              <p:nvPr/>
            </p:nvGrpSpPr>
            <p:grpSpPr>
              <a:xfrm>
                <a:off x="4755081" y="3176054"/>
                <a:ext cx="32357" cy="27795"/>
                <a:chOff x="4755081" y="3176054"/>
                <a:chExt cx="32357" cy="27795"/>
              </a:xfrm>
            </p:grpSpPr>
            <p:sp>
              <p:nvSpPr>
                <p:cNvPr id="3048" name="Google Shape;3048;p67"/>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7"/>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 name="Google Shape;3050;p67"/>
              <p:cNvGrpSpPr/>
              <p:nvPr/>
            </p:nvGrpSpPr>
            <p:grpSpPr>
              <a:xfrm>
                <a:off x="4812550" y="3119631"/>
                <a:ext cx="32451" cy="27803"/>
                <a:chOff x="4812550" y="3119631"/>
                <a:chExt cx="32451" cy="27803"/>
              </a:xfrm>
            </p:grpSpPr>
            <p:sp>
              <p:nvSpPr>
                <p:cNvPr id="3051" name="Google Shape;3051;p67"/>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7"/>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3" name="Google Shape;3053;p67"/>
            <p:cNvGrpSpPr/>
            <p:nvPr/>
          </p:nvGrpSpPr>
          <p:grpSpPr>
            <a:xfrm>
              <a:off x="5382826" y="4027197"/>
              <a:ext cx="268967" cy="250422"/>
              <a:chOff x="5382826" y="4027197"/>
              <a:chExt cx="268967" cy="250422"/>
            </a:xfrm>
          </p:grpSpPr>
          <p:grpSp>
            <p:nvGrpSpPr>
              <p:cNvPr id="3054" name="Google Shape;3054;p67"/>
              <p:cNvGrpSpPr/>
              <p:nvPr/>
            </p:nvGrpSpPr>
            <p:grpSpPr>
              <a:xfrm>
                <a:off x="5405280" y="4042510"/>
                <a:ext cx="237570" cy="218647"/>
                <a:chOff x="5405280" y="4042510"/>
                <a:chExt cx="237570" cy="218647"/>
              </a:xfrm>
            </p:grpSpPr>
            <p:sp>
              <p:nvSpPr>
                <p:cNvPr id="3055" name="Google Shape;3055;p67"/>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7"/>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7"/>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7"/>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7"/>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7"/>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 name="Google Shape;3061;p67"/>
              <p:cNvGrpSpPr/>
              <p:nvPr/>
            </p:nvGrpSpPr>
            <p:grpSpPr>
              <a:xfrm>
                <a:off x="5382826" y="4125549"/>
                <a:ext cx="37776" cy="32380"/>
                <a:chOff x="5382826" y="4125549"/>
                <a:chExt cx="37776" cy="32380"/>
              </a:xfrm>
            </p:grpSpPr>
            <p:sp>
              <p:nvSpPr>
                <p:cNvPr id="3062" name="Google Shape;3062;p67"/>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7"/>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67"/>
              <p:cNvGrpSpPr/>
              <p:nvPr/>
            </p:nvGrpSpPr>
            <p:grpSpPr>
              <a:xfrm>
                <a:off x="5475680" y="4195587"/>
                <a:ext cx="37783" cy="32364"/>
                <a:chOff x="5475680" y="4195587"/>
                <a:chExt cx="37783" cy="32364"/>
              </a:xfrm>
            </p:grpSpPr>
            <p:sp>
              <p:nvSpPr>
                <p:cNvPr id="3065" name="Google Shape;3065;p67"/>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7"/>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7"/>
              <p:cNvGrpSpPr/>
              <p:nvPr/>
            </p:nvGrpSpPr>
            <p:grpSpPr>
              <a:xfrm>
                <a:off x="5532575" y="4027197"/>
                <a:ext cx="33308" cy="32262"/>
                <a:chOff x="5532575" y="4027197"/>
                <a:chExt cx="33308" cy="32262"/>
              </a:xfrm>
            </p:grpSpPr>
            <p:sp>
              <p:nvSpPr>
                <p:cNvPr id="3068" name="Google Shape;3068;p67"/>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7"/>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0" name="Google Shape;3070;p67"/>
              <p:cNvGrpSpPr/>
              <p:nvPr/>
            </p:nvGrpSpPr>
            <p:grpSpPr>
              <a:xfrm>
                <a:off x="5590706" y="4245348"/>
                <a:ext cx="33497" cy="32270"/>
                <a:chOff x="5590706" y="4245348"/>
                <a:chExt cx="33497" cy="32270"/>
              </a:xfrm>
            </p:grpSpPr>
            <p:sp>
              <p:nvSpPr>
                <p:cNvPr id="3071" name="Google Shape;3071;p67"/>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7"/>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3" name="Google Shape;3073;p67"/>
              <p:cNvGrpSpPr/>
              <p:nvPr/>
            </p:nvGrpSpPr>
            <p:grpSpPr>
              <a:xfrm>
                <a:off x="5618681" y="4109677"/>
                <a:ext cx="33112" cy="32357"/>
                <a:chOff x="5618681" y="4109677"/>
                <a:chExt cx="33112" cy="32357"/>
              </a:xfrm>
            </p:grpSpPr>
            <p:sp>
              <p:nvSpPr>
                <p:cNvPr id="3074" name="Google Shape;3074;p67"/>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7"/>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6" name="Google Shape;3076;p67"/>
              <p:cNvGrpSpPr/>
              <p:nvPr/>
            </p:nvGrpSpPr>
            <p:grpSpPr>
              <a:xfrm>
                <a:off x="5479298" y="4128262"/>
                <a:ext cx="31405" cy="26906"/>
                <a:chOff x="5479298" y="4128262"/>
                <a:chExt cx="31405" cy="26906"/>
              </a:xfrm>
            </p:grpSpPr>
            <p:sp>
              <p:nvSpPr>
                <p:cNvPr id="3077" name="Google Shape;3077;p67"/>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7"/>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9" name="Google Shape;3079;p67"/>
              <p:cNvGrpSpPr/>
              <p:nvPr/>
            </p:nvGrpSpPr>
            <p:grpSpPr>
              <a:xfrm>
                <a:off x="5582903" y="4180116"/>
                <a:ext cx="31499" cy="26898"/>
                <a:chOff x="5582903" y="4180116"/>
                <a:chExt cx="31499" cy="26898"/>
              </a:xfrm>
            </p:grpSpPr>
            <p:sp>
              <p:nvSpPr>
                <p:cNvPr id="3080" name="Google Shape;3080;p67"/>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7"/>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82" name="Google Shape;3082;p67"/>
            <p:cNvGrpSpPr/>
            <p:nvPr/>
          </p:nvGrpSpPr>
          <p:grpSpPr>
            <a:xfrm>
              <a:off x="3977681" y="3230323"/>
              <a:ext cx="94584" cy="84085"/>
              <a:chOff x="3977681" y="3230323"/>
              <a:chExt cx="94584" cy="84085"/>
            </a:xfrm>
          </p:grpSpPr>
          <p:grpSp>
            <p:nvGrpSpPr>
              <p:cNvPr id="3083" name="Google Shape;3083;p67"/>
              <p:cNvGrpSpPr/>
              <p:nvPr/>
            </p:nvGrpSpPr>
            <p:grpSpPr>
              <a:xfrm>
                <a:off x="4000135" y="3243041"/>
                <a:ext cx="59570" cy="57186"/>
                <a:chOff x="4000135" y="3243041"/>
                <a:chExt cx="59570" cy="57186"/>
              </a:xfrm>
            </p:grpSpPr>
            <p:sp>
              <p:nvSpPr>
                <p:cNvPr id="3084" name="Google Shape;3084;p67"/>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7"/>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7"/>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 name="Google Shape;3087;p67"/>
              <p:cNvGrpSpPr/>
              <p:nvPr/>
            </p:nvGrpSpPr>
            <p:grpSpPr>
              <a:xfrm>
                <a:off x="3977681" y="3245872"/>
                <a:ext cx="37783" cy="32380"/>
                <a:chOff x="3977681" y="3245872"/>
                <a:chExt cx="37783" cy="32380"/>
              </a:xfrm>
            </p:grpSpPr>
            <p:sp>
              <p:nvSpPr>
                <p:cNvPr id="3088" name="Google Shape;3088;p67"/>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7"/>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67"/>
              <p:cNvGrpSpPr/>
              <p:nvPr/>
            </p:nvGrpSpPr>
            <p:grpSpPr>
              <a:xfrm>
                <a:off x="4040860" y="3262672"/>
                <a:ext cx="31405" cy="27001"/>
                <a:chOff x="4040860" y="3262672"/>
                <a:chExt cx="31405" cy="27001"/>
              </a:xfrm>
            </p:grpSpPr>
            <p:sp>
              <p:nvSpPr>
                <p:cNvPr id="3091" name="Google Shape;3091;p67"/>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7"/>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 name="Google Shape;3093;p67"/>
              <p:cNvGrpSpPr/>
              <p:nvPr/>
            </p:nvGrpSpPr>
            <p:grpSpPr>
              <a:xfrm>
                <a:off x="4021072" y="3230323"/>
                <a:ext cx="31397" cy="26906"/>
                <a:chOff x="4021072" y="3230323"/>
                <a:chExt cx="31397" cy="26906"/>
              </a:xfrm>
            </p:grpSpPr>
            <p:sp>
              <p:nvSpPr>
                <p:cNvPr id="3094" name="Google Shape;3094;p67"/>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7"/>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67"/>
              <p:cNvGrpSpPr/>
              <p:nvPr/>
            </p:nvGrpSpPr>
            <p:grpSpPr>
              <a:xfrm>
                <a:off x="4001472" y="3287462"/>
                <a:ext cx="31499" cy="26945"/>
                <a:chOff x="4001472" y="3287462"/>
                <a:chExt cx="31499" cy="26945"/>
              </a:xfrm>
            </p:grpSpPr>
            <p:sp>
              <p:nvSpPr>
                <p:cNvPr id="3097" name="Google Shape;3097;p67"/>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7"/>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9" name="Google Shape;3099;p67"/>
            <p:cNvGrpSpPr/>
            <p:nvPr/>
          </p:nvGrpSpPr>
          <p:grpSpPr>
            <a:xfrm>
              <a:off x="4084715" y="3258865"/>
              <a:ext cx="184961" cy="137268"/>
              <a:chOff x="4084715" y="3258865"/>
              <a:chExt cx="184961" cy="137268"/>
            </a:xfrm>
          </p:grpSpPr>
          <p:grpSp>
            <p:nvGrpSpPr>
              <p:cNvPr id="3100" name="Google Shape;3100;p67"/>
              <p:cNvGrpSpPr/>
              <p:nvPr/>
            </p:nvGrpSpPr>
            <p:grpSpPr>
              <a:xfrm>
                <a:off x="4107453" y="3271583"/>
                <a:ext cx="153470" cy="110275"/>
                <a:chOff x="4107453" y="3271583"/>
                <a:chExt cx="153470" cy="110275"/>
              </a:xfrm>
            </p:grpSpPr>
            <p:sp>
              <p:nvSpPr>
                <p:cNvPr id="3101" name="Google Shape;3101;p67"/>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7"/>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7"/>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7"/>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67"/>
              <p:cNvGrpSpPr/>
              <p:nvPr/>
            </p:nvGrpSpPr>
            <p:grpSpPr>
              <a:xfrm>
                <a:off x="4136947" y="3258865"/>
                <a:ext cx="31499" cy="27001"/>
                <a:chOff x="4136947" y="3258865"/>
                <a:chExt cx="31499" cy="27001"/>
              </a:xfrm>
            </p:grpSpPr>
            <p:sp>
              <p:nvSpPr>
                <p:cNvPr id="3106" name="Google Shape;3106;p67"/>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7"/>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8" name="Google Shape;3108;p67"/>
              <p:cNvGrpSpPr/>
              <p:nvPr/>
            </p:nvGrpSpPr>
            <p:grpSpPr>
              <a:xfrm>
                <a:off x="4084715" y="3266478"/>
                <a:ext cx="31468" cy="26898"/>
                <a:chOff x="4084715" y="3266478"/>
                <a:chExt cx="31468" cy="26898"/>
              </a:xfrm>
            </p:grpSpPr>
            <p:sp>
              <p:nvSpPr>
                <p:cNvPr id="3109" name="Google Shape;3109;p67"/>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7"/>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1" name="Google Shape;3111;p67"/>
              <p:cNvGrpSpPr/>
              <p:nvPr/>
            </p:nvGrpSpPr>
            <p:grpSpPr>
              <a:xfrm>
                <a:off x="4159213" y="3279849"/>
                <a:ext cx="31405" cy="26945"/>
                <a:chOff x="4159213" y="3279849"/>
                <a:chExt cx="31405" cy="26945"/>
              </a:xfrm>
            </p:grpSpPr>
            <p:sp>
              <p:nvSpPr>
                <p:cNvPr id="3112" name="Google Shape;3112;p67"/>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7"/>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4" name="Google Shape;3114;p67"/>
              <p:cNvGrpSpPr/>
              <p:nvPr/>
            </p:nvGrpSpPr>
            <p:grpSpPr>
              <a:xfrm>
                <a:off x="4201550" y="3266502"/>
                <a:ext cx="31405" cy="26883"/>
                <a:chOff x="4201550" y="3266502"/>
                <a:chExt cx="31405" cy="26883"/>
              </a:xfrm>
            </p:grpSpPr>
            <p:sp>
              <p:nvSpPr>
                <p:cNvPr id="3115" name="Google Shape;3115;p67"/>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7"/>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67"/>
              <p:cNvGrpSpPr/>
              <p:nvPr/>
            </p:nvGrpSpPr>
            <p:grpSpPr>
              <a:xfrm>
                <a:off x="4201550" y="3338278"/>
                <a:ext cx="31405" cy="26930"/>
                <a:chOff x="4201550" y="3338278"/>
                <a:chExt cx="31405" cy="26930"/>
              </a:xfrm>
            </p:grpSpPr>
            <p:sp>
              <p:nvSpPr>
                <p:cNvPr id="3118" name="Google Shape;3118;p67"/>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7"/>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 name="Google Shape;3120;p67"/>
              <p:cNvGrpSpPr/>
              <p:nvPr/>
            </p:nvGrpSpPr>
            <p:grpSpPr>
              <a:xfrm>
                <a:off x="4238272" y="3369132"/>
                <a:ext cx="31405" cy="27001"/>
                <a:chOff x="4238272" y="3369132"/>
                <a:chExt cx="31405" cy="27001"/>
              </a:xfrm>
            </p:grpSpPr>
            <p:sp>
              <p:nvSpPr>
                <p:cNvPr id="3121" name="Google Shape;3121;p67"/>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7"/>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23" name="Google Shape;3123;p67"/>
            <p:cNvGrpSpPr/>
            <p:nvPr/>
          </p:nvGrpSpPr>
          <p:grpSpPr>
            <a:xfrm>
              <a:off x="4068639" y="3200169"/>
              <a:ext cx="77643" cy="37272"/>
              <a:chOff x="4068639" y="3200169"/>
              <a:chExt cx="77643" cy="37272"/>
            </a:xfrm>
          </p:grpSpPr>
          <p:sp>
            <p:nvSpPr>
              <p:cNvPr id="3124" name="Google Shape;3124;p67"/>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5" name="Google Shape;3125;p67"/>
              <p:cNvGrpSpPr/>
              <p:nvPr/>
            </p:nvGrpSpPr>
            <p:grpSpPr>
              <a:xfrm>
                <a:off x="4114878" y="3200169"/>
                <a:ext cx="31405" cy="26993"/>
                <a:chOff x="4114878" y="3200169"/>
                <a:chExt cx="31405" cy="26993"/>
              </a:xfrm>
            </p:grpSpPr>
            <p:sp>
              <p:nvSpPr>
                <p:cNvPr id="3126" name="Google Shape;3126;p67"/>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7"/>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8" name="Google Shape;3128;p67"/>
              <p:cNvGrpSpPr/>
              <p:nvPr/>
            </p:nvGrpSpPr>
            <p:grpSpPr>
              <a:xfrm>
                <a:off x="4068639" y="3210535"/>
                <a:ext cx="31499" cy="26906"/>
                <a:chOff x="4068639" y="3210535"/>
                <a:chExt cx="31499" cy="26906"/>
              </a:xfrm>
            </p:grpSpPr>
            <p:sp>
              <p:nvSpPr>
                <p:cNvPr id="3129" name="Google Shape;3129;p67"/>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7"/>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31" name="Google Shape;3131;p67"/>
            <p:cNvGrpSpPr/>
            <p:nvPr/>
          </p:nvGrpSpPr>
          <p:grpSpPr>
            <a:xfrm>
              <a:off x="3869702" y="3066935"/>
              <a:ext cx="382664" cy="190294"/>
              <a:chOff x="3869702" y="3066935"/>
              <a:chExt cx="382664" cy="190294"/>
            </a:xfrm>
          </p:grpSpPr>
          <p:grpSp>
            <p:nvGrpSpPr>
              <p:cNvPr id="3132" name="Google Shape;3132;p67"/>
              <p:cNvGrpSpPr/>
              <p:nvPr/>
            </p:nvGrpSpPr>
            <p:grpSpPr>
              <a:xfrm>
                <a:off x="3888633" y="3082351"/>
                <a:ext cx="351172" cy="160698"/>
                <a:chOff x="3888633" y="3082351"/>
                <a:chExt cx="351172" cy="160698"/>
              </a:xfrm>
            </p:grpSpPr>
            <p:sp>
              <p:nvSpPr>
                <p:cNvPr id="3133" name="Google Shape;3133;p67"/>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7"/>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7"/>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7"/>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7"/>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7"/>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67"/>
              <p:cNvGrpSpPr/>
              <p:nvPr/>
            </p:nvGrpSpPr>
            <p:grpSpPr>
              <a:xfrm>
                <a:off x="4143703" y="3066935"/>
                <a:ext cx="37783" cy="32357"/>
                <a:chOff x="4143703" y="3066935"/>
                <a:chExt cx="37783" cy="32357"/>
              </a:xfrm>
            </p:grpSpPr>
            <p:sp>
              <p:nvSpPr>
                <p:cNvPr id="3140" name="Google Shape;3140;p67"/>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7"/>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2" name="Google Shape;3142;p67"/>
              <p:cNvGrpSpPr/>
              <p:nvPr/>
            </p:nvGrpSpPr>
            <p:grpSpPr>
              <a:xfrm>
                <a:off x="4044565" y="3103563"/>
                <a:ext cx="37783" cy="32451"/>
                <a:chOff x="4044565" y="3103563"/>
                <a:chExt cx="37783" cy="32451"/>
              </a:xfrm>
            </p:grpSpPr>
            <p:sp>
              <p:nvSpPr>
                <p:cNvPr id="3143" name="Google Shape;3143;p67"/>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7"/>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 name="Google Shape;3145;p67"/>
              <p:cNvGrpSpPr/>
              <p:nvPr/>
            </p:nvGrpSpPr>
            <p:grpSpPr>
              <a:xfrm>
                <a:off x="4017454" y="3188237"/>
                <a:ext cx="37776" cy="32357"/>
                <a:chOff x="4017454" y="3188237"/>
                <a:chExt cx="37776" cy="32357"/>
              </a:xfrm>
            </p:grpSpPr>
            <p:sp>
              <p:nvSpPr>
                <p:cNvPr id="3146" name="Google Shape;3146;p67"/>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7"/>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67"/>
              <p:cNvGrpSpPr/>
              <p:nvPr/>
            </p:nvGrpSpPr>
            <p:grpSpPr>
              <a:xfrm>
                <a:off x="3921548" y="3157509"/>
                <a:ext cx="37783" cy="32357"/>
                <a:chOff x="3921548" y="3157509"/>
                <a:chExt cx="37783" cy="32357"/>
              </a:xfrm>
            </p:grpSpPr>
            <p:sp>
              <p:nvSpPr>
                <p:cNvPr id="3149" name="Google Shape;3149;p67"/>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7"/>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67"/>
              <p:cNvGrpSpPr/>
              <p:nvPr/>
            </p:nvGrpSpPr>
            <p:grpSpPr>
              <a:xfrm>
                <a:off x="3939056" y="3211620"/>
                <a:ext cx="37783" cy="32380"/>
                <a:chOff x="3939056" y="3211620"/>
                <a:chExt cx="37783" cy="32380"/>
              </a:xfrm>
            </p:grpSpPr>
            <p:sp>
              <p:nvSpPr>
                <p:cNvPr id="3152" name="Google Shape;3152;p67"/>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7"/>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4" name="Google Shape;3154;p67"/>
              <p:cNvGrpSpPr/>
              <p:nvPr/>
            </p:nvGrpSpPr>
            <p:grpSpPr>
              <a:xfrm>
                <a:off x="4176240" y="3136965"/>
                <a:ext cx="31405" cy="26930"/>
                <a:chOff x="4176240" y="3136965"/>
                <a:chExt cx="31405" cy="26930"/>
              </a:xfrm>
            </p:grpSpPr>
            <p:sp>
              <p:nvSpPr>
                <p:cNvPr id="3155" name="Google Shape;3155;p67"/>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7"/>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7" name="Google Shape;3157;p67"/>
              <p:cNvGrpSpPr/>
              <p:nvPr/>
            </p:nvGrpSpPr>
            <p:grpSpPr>
              <a:xfrm>
                <a:off x="4133148" y="3152593"/>
                <a:ext cx="31499" cy="27001"/>
                <a:chOff x="4133148" y="3152593"/>
                <a:chExt cx="31499" cy="27001"/>
              </a:xfrm>
            </p:grpSpPr>
            <p:sp>
              <p:nvSpPr>
                <p:cNvPr id="3158" name="Google Shape;3158;p67"/>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7"/>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67"/>
              <p:cNvGrpSpPr/>
              <p:nvPr/>
            </p:nvGrpSpPr>
            <p:grpSpPr>
              <a:xfrm>
                <a:off x="4220866" y="3073534"/>
                <a:ext cx="31499" cy="26898"/>
                <a:chOff x="4220866" y="3073534"/>
                <a:chExt cx="31499" cy="26898"/>
              </a:xfrm>
            </p:grpSpPr>
            <p:sp>
              <p:nvSpPr>
                <p:cNvPr id="3161" name="Google Shape;3161;p67"/>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7"/>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3" name="Google Shape;3163;p67"/>
              <p:cNvGrpSpPr/>
              <p:nvPr/>
            </p:nvGrpSpPr>
            <p:grpSpPr>
              <a:xfrm>
                <a:off x="3869702" y="3230323"/>
                <a:ext cx="31499" cy="26906"/>
                <a:chOff x="3869702" y="3230323"/>
                <a:chExt cx="31499" cy="26906"/>
              </a:xfrm>
            </p:grpSpPr>
            <p:sp>
              <p:nvSpPr>
                <p:cNvPr id="3164" name="Google Shape;3164;p67"/>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7"/>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66" name="Google Shape;3166;p67"/>
            <p:cNvGrpSpPr/>
            <p:nvPr/>
          </p:nvGrpSpPr>
          <p:grpSpPr>
            <a:xfrm>
              <a:off x="4271383" y="3065882"/>
              <a:ext cx="304556" cy="341663"/>
              <a:chOff x="4271383" y="3065882"/>
              <a:chExt cx="304556" cy="341663"/>
            </a:xfrm>
          </p:grpSpPr>
          <p:grpSp>
            <p:nvGrpSpPr>
              <p:cNvPr id="3167" name="Google Shape;3167;p67"/>
              <p:cNvGrpSpPr/>
              <p:nvPr/>
            </p:nvGrpSpPr>
            <p:grpSpPr>
              <a:xfrm>
                <a:off x="4293838" y="3078639"/>
                <a:ext cx="269353" cy="311973"/>
                <a:chOff x="4293838" y="3078639"/>
                <a:chExt cx="269353" cy="311973"/>
              </a:xfrm>
            </p:grpSpPr>
            <p:sp>
              <p:nvSpPr>
                <p:cNvPr id="3168" name="Google Shape;3168;p67"/>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7"/>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7"/>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7"/>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7"/>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7"/>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7"/>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7"/>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7"/>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7"/>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7"/>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7"/>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7"/>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7"/>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7"/>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7"/>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7"/>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5" name="Google Shape;3185;p67"/>
              <p:cNvGrpSpPr/>
              <p:nvPr/>
            </p:nvGrpSpPr>
            <p:grpSpPr>
              <a:xfrm>
                <a:off x="4538164" y="3342061"/>
                <a:ext cx="37776" cy="32380"/>
                <a:chOff x="4538164" y="3342061"/>
                <a:chExt cx="37776" cy="32380"/>
              </a:xfrm>
            </p:grpSpPr>
            <p:sp>
              <p:nvSpPr>
                <p:cNvPr id="3186" name="Google Shape;3186;p67"/>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7"/>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8" name="Google Shape;3188;p67"/>
              <p:cNvGrpSpPr/>
              <p:nvPr/>
            </p:nvGrpSpPr>
            <p:grpSpPr>
              <a:xfrm>
                <a:off x="4271383" y="3194742"/>
                <a:ext cx="37783" cy="32420"/>
                <a:chOff x="4271383" y="3194742"/>
                <a:chExt cx="37783" cy="32420"/>
              </a:xfrm>
            </p:grpSpPr>
            <p:sp>
              <p:nvSpPr>
                <p:cNvPr id="3189" name="Google Shape;3189;p67"/>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7"/>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1" name="Google Shape;3191;p67"/>
              <p:cNvGrpSpPr/>
              <p:nvPr/>
            </p:nvGrpSpPr>
            <p:grpSpPr>
              <a:xfrm>
                <a:off x="4284416" y="3084058"/>
                <a:ext cx="37783" cy="32357"/>
                <a:chOff x="4284416" y="3084058"/>
                <a:chExt cx="37783" cy="32357"/>
              </a:xfrm>
            </p:grpSpPr>
            <p:sp>
              <p:nvSpPr>
                <p:cNvPr id="3192" name="Google Shape;3192;p67"/>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7"/>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4" name="Google Shape;3194;p67"/>
              <p:cNvGrpSpPr/>
              <p:nvPr/>
            </p:nvGrpSpPr>
            <p:grpSpPr>
              <a:xfrm>
                <a:off x="4478697" y="3297561"/>
                <a:ext cx="37776" cy="32451"/>
                <a:chOff x="4478697" y="3297561"/>
                <a:chExt cx="37776" cy="32451"/>
              </a:xfrm>
            </p:grpSpPr>
            <p:sp>
              <p:nvSpPr>
                <p:cNvPr id="3195" name="Google Shape;3195;p67"/>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7"/>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7" name="Google Shape;3197;p67"/>
              <p:cNvGrpSpPr/>
              <p:nvPr/>
            </p:nvGrpSpPr>
            <p:grpSpPr>
              <a:xfrm>
                <a:off x="4411813" y="3331711"/>
                <a:ext cx="37776" cy="32451"/>
                <a:chOff x="4411813" y="3331711"/>
                <a:chExt cx="37776" cy="32451"/>
              </a:xfrm>
            </p:grpSpPr>
            <p:sp>
              <p:nvSpPr>
                <p:cNvPr id="3198" name="Google Shape;3198;p67"/>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7"/>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0" name="Google Shape;3200;p67"/>
              <p:cNvGrpSpPr/>
              <p:nvPr/>
            </p:nvGrpSpPr>
            <p:grpSpPr>
              <a:xfrm>
                <a:off x="4337984" y="3375188"/>
                <a:ext cx="37776" cy="32357"/>
                <a:chOff x="4337984" y="3375188"/>
                <a:chExt cx="37776" cy="32357"/>
              </a:xfrm>
            </p:grpSpPr>
            <p:sp>
              <p:nvSpPr>
                <p:cNvPr id="3201" name="Google Shape;3201;p67"/>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7"/>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3" name="Google Shape;3203;p67"/>
              <p:cNvGrpSpPr/>
              <p:nvPr/>
            </p:nvGrpSpPr>
            <p:grpSpPr>
              <a:xfrm>
                <a:off x="4494867" y="3090530"/>
                <a:ext cx="37878" cy="32451"/>
                <a:chOff x="4494867" y="3090530"/>
                <a:chExt cx="37878" cy="32451"/>
              </a:xfrm>
            </p:grpSpPr>
            <p:sp>
              <p:nvSpPr>
                <p:cNvPr id="3204" name="Google Shape;3204;p67"/>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7"/>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6" name="Google Shape;3206;p67"/>
              <p:cNvGrpSpPr/>
              <p:nvPr/>
            </p:nvGrpSpPr>
            <p:grpSpPr>
              <a:xfrm>
                <a:off x="4525124" y="3207774"/>
                <a:ext cx="37783" cy="32420"/>
                <a:chOff x="4525124" y="3207774"/>
                <a:chExt cx="37783" cy="32420"/>
              </a:xfrm>
            </p:grpSpPr>
            <p:sp>
              <p:nvSpPr>
                <p:cNvPr id="3207" name="Google Shape;3207;p67"/>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7"/>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9" name="Google Shape;3209;p67"/>
              <p:cNvGrpSpPr/>
              <p:nvPr/>
            </p:nvGrpSpPr>
            <p:grpSpPr>
              <a:xfrm>
                <a:off x="4440544" y="3176479"/>
                <a:ext cx="31499" cy="26898"/>
                <a:chOff x="4440544" y="3176479"/>
                <a:chExt cx="31499" cy="26898"/>
              </a:xfrm>
            </p:grpSpPr>
            <p:sp>
              <p:nvSpPr>
                <p:cNvPr id="3210" name="Google Shape;3210;p67"/>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7"/>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2" name="Google Shape;3212;p67"/>
              <p:cNvGrpSpPr/>
              <p:nvPr/>
            </p:nvGrpSpPr>
            <p:grpSpPr>
              <a:xfrm>
                <a:off x="4350545" y="3156400"/>
                <a:ext cx="31405" cy="27001"/>
                <a:chOff x="4350545" y="3156400"/>
                <a:chExt cx="31405" cy="27001"/>
              </a:xfrm>
            </p:grpSpPr>
            <p:sp>
              <p:nvSpPr>
                <p:cNvPr id="3213" name="Google Shape;3213;p67"/>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7"/>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5" name="Google Shape;3215;p67"/>
              <p:cNvGrpSpPr/>
              <p:nvPr/>
            </p:nvGrpSpPr>
            <p:grpSpPr>
              <a:xfrm>
                <a:off x="4376703" y="3255058"/>
                <a:ext cx="31405" cy="27001"/>
                <a:chOff x="4376703" y="3255058"/>
                <a:chExt cx="31405" cy="27001"/>
              </a:xfrm>
            </p:grpSpPr>
            <p:sp>
              <p:nvSpPr>
                <p:cNvPr id="3216" name="Google Shape;3216;p67"/>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7"/>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67"/>
              <p:cNvGrpSpPr/>
              <p:nvPr/>
            </p:nvGrpSpPr>
            <p:grpSpPr>
              <a:xfrm>
                <a:off x="4331322" y="3283656"/>
                <a:ext cx="31405" cy="26945"/>
                <a:chOff x="4331322" y="3283656"/>
                <a:chExt cx="31405" cy="26945"/>
              </a:xfrm>
            </p:grpSpPr>
            <p:sp>
              <p:nvSpPr>
                <p:cNvPr id="3219" name="Google Shape;3219;p67"/>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7"/>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67"/>
              <p:cNvGrpSpPr/>
              <p:nvPr/>
            </p:nvGrpSpPr>
            <p:grpSpPr>
              <a:xfrm>
                <a:off x="4380510" y="3065882"/>
                <a:ext cx="31405" cy="26938"/>
                <a:chOff x="4380510" y="3065882"/>
                <a:chExt cx="31405" cy="26938"/>
              </a:xfrm>
            </p:grpSpPr>
            <p:sp>
              <p:nvSpPr>
                <p:cNvPr id="3222" name="Google Shape;3222;p67"/>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7"/>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24" name="Google Shape;3224;p67"/>
            <p:cNvGrpSpPr/>
            <p:nvPr/>
          </p:nvGrpSpPr>
          <p:grpSpPr>
            <a:xfrm>
              <a:off x="4558998" y="3188237"/>
              <a:ext cx="1280131" cy="1052746"/>
              <a:chOff x="4558998" y="3188237"/>
              <a:chExt cx="1280131" cy="1052746"/>
            </a:xfrm>
          </p:grpSpPr>
          <p:sp>
            <p:nvSpPr>
              <p:cNvPr id="3225" name="Google Shape;3225;p67"/>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6" name="Google Shape;3226;p67"/>
              <p:cNvGrpSpPr/>
              <p:nvPr/>
            </p:nvGrpSpPr>
            <p:grpSpPr>
              <a:xfrm>
                <a:off x="4579164" y="3203653"/>
                <a:ext cx="1244833" cy="1020397"/>
                <a:chOff x="4579164" y="3203653"/>
                <a:chExt cx="1244833" cy="1020397"/>
              </a:xfrm>
            </p:grpSpPr>
            <p:sp>
              <p:nvSpPr>
                <p:cNvPr id="3227" name="Google Shape;3227;p67"/>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7"/>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9" name="Google Shape;3229;p67"/>
                <p:cNvGrpSpPr/>
                <p:nvPr/>
              </p:nvGrpSpPr>
              <p:grpSpPr>
                <a:xfrm>
                  <a:off x="4579164" y="3203653"/>
                  <a:ext cx="1244833" cy="1020397"/>
                  <a:chOff x="4579164" y="3203653"/>
                  <a:chExt cx="1244833" cy="1020397"/>
                </a:xfrm>
              </p:grpSpPr>
              <p:sp>
                <p:nvSpPr>
                  <p:cNvPr id="3230" name="Google Shape;3230;p67"/>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7"/>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2" name="Google Shape;3232;p67"/>
                  <p:cNvGrpSpPr/>
                  <p:nvPr/>
                </p:nvGrpSpPr>
                <p:grpSpPr>
                  <a:xfrm>
                    <a:off x="4579164" y="3203653"/>
                    <a:ext cx="1244833" cy="1020397"/>
                    <a:chOff x="4579164" y="3203653"/>
                    <a:chExt cx="1244833" cy="1020397"/>
                  </a:xfrm>
                </p:grpSpPr>
                <p:sp>
                  <p:nvSpPr>
                    <p:cNvPr id="3233" name="Google Shape;3233;p67"/>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7"/>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7"/>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7"/>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7"/>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7"/>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7"/>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7"/>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41" name="Google Shape;3241;p67"/>
                    <p:cNvGrpSpPr/>
                    <p:nvPr/>
                  </p:nvGrpSpPr>
                  <p:grpSpPr>
                    <a:xfrm>
                      <a:off x="4579164" y="3203653"/>
                      <a:ext cx="1244833" cy="1020397"/>
                      <a:chOff x="4579164" y="3203653"/>
                      <a:chExt cx="1244833" cy="1020397"/>
                    </a:xfrm>
                  </p:grpSpPr>
                  <p:sp>
                    <p:nvSpPr>
                      <p:cNvPr id="3242" name="Google Shape;3242;p67"/>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7"/>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7"/>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7"/>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7"/>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7"/>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7"/>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7"/>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7"/>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7"/>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7"/>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7"/>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7"/>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7"/>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6" name="Google Shape;3256;p67"/>
                      <p:cNvGrpSpPr/>
                      <p:nvPr/>
                    </p:nvGrpSpPr>
                    <p:grpSpPr>
                      <a:xfrm>
                        <a:off x="4579164" y="3203653"/>
                        <a:ext cx="1244833" cy="1020397"/>
                        <a:chOff x="4579164" y="3203653"/>
                        <a:chExt cx="1244833" cy="1020397"/>
                      </a:xfrm>
                    </p:grpSpPr>
                    <p:sp>
                      <p:nvSpPr>
                        <p:cNvPr id="3257" name="Google Shape;3257;p67"/>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7"/>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7"/>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7"/>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7"/>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7"/>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7"/>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7"/>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7"/>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7"/>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7"/>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7"/>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7"/>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7"/>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7"/>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7"/>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7"/>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7"/>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7"/>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7"/>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7"/>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7"/>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7"/>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7"/>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1" name="Google Shape;3281;p67"/>
                        <p:cNvGrpSpPr/>
                        <p:nvPr/>
                      </p:nvGrpSpPr>
                      <p:grpSpPr>
                        <a:xfrm>
                          <a:off x="4579164" y="3203653"/>
                          <a:ext cx="1244833" cy="1020397"/>
                          <a:chOff x="4579164" y="3203653"/>
                          <a:chExt cx="1244833" cy="1020397"/>
                        </a:xfrm>
                      </p:grpSpPr>
                      <p:sp>
                        <p:nvSpPr>
                          <p:cNvPr id="3282" name="Google Shape;3282;p67"/>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3" name="Google Shape;3283;p67"/>
                          <p:cNvGrpSpPr/>
                          <p:nvPr/>
                        </p:nvGrpSpPr>
                        <p:grpSpPr>
                          <a:xfrm>
                            <a:off x="4579164" y="3203653"/>
                            <a:ext cx="1244833" cy="1020397"/>
                            <a:chOff x="4579164" y="3203653"/>
                            <a:chExt cx="1244833" cy="1020397"/>
                          </a:xfrm>
                        </p:grpSpPr>
                        <p:sp>
                          <p:nvSpPr>
                            <p:cNvPr id="3284" name="Google Shape;3284;p67"/>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7"/>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7"/>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7"/>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7"/>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7"/>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7"/>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1" name="Google Shape;3291;p67"/>
                            <p:cNvGrpSpPr/>
                            <p:nvPr/>
                          </p:nvGrpSpPr>
                          <p:grpSpPr>
                            <a:xfrm>
                              <a:off x="4579164" y="3203653"/>
                              <a:ext cx="1244833" cy="1020397"/>
                              <a:chOff x="4579164" y="3203653"/>
                              <a:chExt cx="1244833" cy="1020397"/>
                            </a:xfrm>
                          </p:grpSpPr>
                          <p:sp>
                            <p:nvSpPr>
                              <p:cNvPr id="3292" name="Google Shape;3292;p67"/>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7"/>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7"/>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7"/>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7"/>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7"/>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7"/>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7"/>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7"/>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7"/>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7"/>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7"/>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7"/>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05" name="Google Shape;3305;p67"/>
                              <p:cNvGrpSpPr/>
                              <p:nvPr/>
                            </p:nvGrpSpPr>
                            <p:grpSpPr>
                              <a:xfrm>
                                <a:off x="4579164" y="3203653"/>
                                <a:ext cx="1244833" cy="1020397"/>
                                <a:chOff x="4579164" y="3203653"/>
                                <a:chExt cx="1244833" cy="1020397"/>
                              </a:xfrm>
                            </p:grpSpPr>
                            <p:sp>
                              <p:nvSpPr>
                                <p:cNvPr id="3306" name="Google Shape;3306;p67"/>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7"/>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7"/>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7"/>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7"/>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7"/>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7"/>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3" name="Google Shape;3313;p67"/>
                                <p:cNvGrpSpPr/>
                                <p:nvPr/>
                              </p:nvGrpSpPr>
                              <p:grpSpPr>
                                <a:xfrm>
                                  <a:off x="4579164" y="3203653"/>
                                  <a:ext cx="1244833" cy="1020397"/>
                                  <a:chOff x="4579164" y="3203653"/>
                                  <a:chExt cx="1244833" cy="1020397"/>
                                </a:xfrm>
                              </p:grpSpPr>
                              <p:sp>
                                <p:nvSpPr>
                                  <p:cNvPr id="3314" name="Google Shape;3314;p67"/>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7"/>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7"/>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7"/>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7"/>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9" name="Google Shape;3319;p67"/>
                                  <p:cNvGrpSpPr/>
                                  <p:nvPr/>
                                </p:nvGrpSpPr>
                                <p:grpSpPr>
                                  <a:xfrm>
                                    <a:off x="4579164" y="3203653"/>
                                    <a:ext cx="1244833" cy="1020397"/>
                                    <a:chOff x="4579164" y="3203653"/>
                                    <a:chExt cx="1244833" cy="1020397"/>
                                  </a:xfrm>
                                </p:grpSpPr>
                                <p:sp>
                                  <p:nvSpPr>
                                    <p:cNvPr id="3320" name="Google Shape;3320;p67"/>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7"/>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7"/>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7"/>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3324" name="Google Shape;3324;p67"/>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7"/>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7"/>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7" name="Google Shape;3327;p67"/>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3328" name="Google Shape;3328;p67"/>
              <p:cNvGrpSpPr/>
              <p:nvPr/>
            </p:nvGrpSpPr>
            <p:grpSpPr>
              <a:xfrm>
                <a:off x="4595437" y="3598775"/>
                <a:ext cx="37776" cy="32451"/>
                <a:chOff x="4595437" y="3598775"/>
                <a:chExt cx="37776" cy="32451"/>
              </a:xfrm>
            </p:grpSpPr>
            <p:sp>
              <p:nvSpPr>
                <p:cNvPr id="3329" name="Google Shape;3329;p67"/>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7"/>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1" name="Google Shape;3331;p67"/>
              <p:cNvGrpSpPr/>
              <p:nvPr/>
            </p:nvGrpSpPr>
            <p:grpSpPr>
              <a:xfrm>
                <a:off x="4641864" y="3524443"/>
                <a:ext cx="37776" cy="32380"/>
                <a:chOff x="4641864" y="3524443"/>
                <a:chExt cx="37776" cy="32380"/>
              </a:xfrm>
            </p:grpSpPr>
            <p:sp>
              <p:nvSpPr>
                <p:cNvPr id="3332" name="Google Shape;3332;p67"/>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7"/>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4" name="Google Shape;3334;p67"/>
              <p:cNvGrpSpPr/>
              <p:nvPr/>
            </p:nvGrpSpPr>
            <p:grpSpPr>
              <a:xfrm>
                <a:off x="4648431" y="3893901"/>
                <a:ext cx="37776" cy="32357"/>
                <a:chOff x="4648431" y="3893901"/>
                <a:chExt cx="37776" cy="32357"/>
              </a:xfrm>
            </p:grpSpPr>
            <p:sp>
              <p:nvSpPr>
                <p:cNvPr id="3335" name="Google Shape;3335;p67"/>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7"/>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7" name="Google Shape;3337;p67"/>
              <p:cNvGrpSpPr/>
              <p:nvPr/>
            </p:nvGrpSpPr>
            <p:grpSpPr>
              <a:xfrm>
                <a:off x="4567752" y="3722908"/>
                <a:ext cx="37870" cy="32380"/>
                <a:chOff x="4567752" y="3722908"/>
                <a:chExt cx="37870" cy="32380"/>
              </a:xfrm>
            </p:grpSpPr>
            <p:sp>
              <p:nvSpPr>
                <p:cNvPr id="3338" name="Google Shape;3338;p67"/>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7"/>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0" name="Google Shape;3340;p67"/>
              <p:cNvGrpSpPr/>
              <p:nvPr/>
            </p:nvGrpSpPr>
            <p:grpSpPr>
              <a:xfrm>
                <a:off x="4617506" y="3652052"/>
                <a:ext cx="37783" cy="32357"/>
                <a:chOff x="4617506" y="3652052"/>
                <a:chExt cx="37783" cy="32357"/>
              </a:xfrm>
            </p:grpSpPr>
            <p:sp>
              <p:nvSpPr>
                <p:cNvPr id="3341" name="Google Shape;3341;p67"/>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7"/>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3" name="Google Shape;3343;p67"/>
              <p:cNvGrpSpPr/>
              <p:nvPr/>
            </p:nvGrpSpPr>
            <p:grpSpPr>
              <a:xfrm>
                <a:off x="4739005" y="3554149"/>
                <a:ext cx="37870" cy="32357"/>
                <a:chOff x="4739005" y="3554149"/>
                <a:chExt cx="37870" cy="32357"/>
              </a:xfrm>
            </p:grpSpPr>
            <p:sp>
              <p:nvSpPr>
                <p:cNvPr id="3344" name="Google Shape;3344;p67"/>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7"/>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6" name="Google Shape;3346;p67"/>
              <p:cNvGrpSpPr/>
              <p:nvPr/>
            </p:nvGrpSpPr>
            <p:grpSpPr>
              <a:xfrm>
                <a:off x="4806557" y="3630258"/>
                <a:ext cx="37776" cy="32364"/>
                <a:chOff x="4806557" y="3630258"/>
                <a:chExt cx="37776" cy="32364"/>
              </a:xfrm>
            </p:grpSpPr>
            <p:sp>
              <p:nvSpPr>
                <p:cNvPr id="3347" name="Google Shape;3347;p67"/>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7"/>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9" name="Google Shape;3349;p67"/>
              <p:cNvGrpSpPr/>
              <p:nvPr/>
            </p:nvGrpSpPr>
            <p:grpSpPr>
              <a:xfrm>
                <a:off x="4737007" y="4004357"/>
                <a:ext cx="37870" cy="32357"/>
                <a:chOff x="4737007" y="4004357"/>
                <a:chExt cx="37870" cy="32357"/>
              </a:xfrm>
            </p:grpSpPr>
            <p:sp>
              <p:nvSpPr>
                <p:cNvPr id="3350" name="Google Shape;3350;p67"/>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7"/>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67"/>
              <p:cNvGrpSpPr/>
              <p:nvPr/>
            </p:nvGrpSpPr>
            <p:grpSpPr>
              <a:xfrm>
                <a:off x="4773634" y="4208627"/>
                <a:ext cx="37776" cy="32357"/>
                <a:chOff x="4773634" y="4208627"/>
                <a:chExt cx="37776" cy="32357"/>
              </a:xfrm>
            </p:grpSpPr>
            <p:sp>
              <p:nvSpPr>
                <p:cNvPr id="3353" name="Google Shape;3353;p67"/>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7"/>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67"/>
              <p:cNvGrpSpPr/>
              <p:nvPr/>
            </p:nvGrpSpPr>
            <p:grpSpPr>
              <a:xfrm>
                <a:off x="4888282" y="4074764"/>
                <a:ext cx="37776" cy="32451"/>
                <a:chOff x="4888282" y="4074764"/>
                <a:chExt cx="37776" cy="32451"/>
              </a:xfrm>
            </p:grpSpPr>
            <p:sp>
              <p:nvSpPr>
                <p:cNvPr id="3356" name="Google Shape;3356;p67"/>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7"/>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8" name="Google Shape;3358;p67"/>
              <p:cNvGrpSpPr/>
              <p:nvPr/>
            </p:nvGrpSpPr>
            <p:grpSpPr>
              <a:xfrm>
                <a:off x="4901315" y="3804271"/>
                <a:ext cx="37776" cy="32364"/>
                <a:chOff x="4901315" y="3804271"/>
                <a:chExt cx="37776" cy="32364"/>
              </a:xfrm>
            </p:grpSpPr>
            <p:sp>
              <p:nvSpPr>
                <p:cNvPr id="3359" name="Google Shape;3359;p67"/>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7"/>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 name="Google Shape;3361;p67"/>
              <p:cNvGrpSpPr/>
              <p:nvPr/>
            </p:nvGrpSpPr>
            <p:grpSpPr>
              <a:xfrm>
                <a:off x="4866394" y="3715035"/>
                <a:ext cx="37846" cy="32357"/>
                <a:chOff x="4866394" y="3715035"/>
                <a:chExt cx="37846" cy="32357"/>
              </a:xfrm>
            </p:grpSpPr>
            <p:sp>
              <p:nvSpPr>
                <p:cNvPr id="3362" name="Google Shape;3362;p67"/>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7"/>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67"/>
              <p:cNvGrpSpPr/>
              <p:nvPr/>
            </p:nvGrpSpPr>
            <p:grpSpPr>
              <a:xfrm>
                <a:off x="4979233" y="3839798"/>
                <a:ext cx="37878" cy="32420"/>
                <a:chOff x="4979233" y="3839798"/>
                <a:chExt cx="37878" cy="32420"/>
              </a:xfrm>
            </p:grpSpPr>
            <p:sp>
              <p:nvSpPr>
                <p:cNvPr id="3365" name="Google Shape;3365;p67"/>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7"/>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67"/>
              <p:cNvGrpSpPr/>
              <p:nvPr/>
            </p:nvGrpSpPr>
            <p:grpSpPr>
              <a:xfrm>
                <a:off x="4790662" y="3679147"/>
                <a:ext cx="37783" cy="32380"/>
                <a:chOff x="4790662" y="3679147"/>
                <a:chExt cx="37783" cy="32380"/>
              </a:xfrm>
            </p:grpSpPr>
            <p:sp>
              <p:nvSpPr>
                <p:cNvPr id="3368" name="Google Shape;3368;p67"/>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7"/>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0" name="Google Shape;3370;p67"/>
              <p:cNvGrpSpPr/>
              <p:nvPr/>
            </p:nvGrpSpPr>
            <p:grpSpPr>
              <a:xfrm>
                <a:off x="4857263" y="3557861"/>
                <a:ext cx="37776" cy="32357"/>
                <a:chOff x="4857263" y="3557861"/>
                <a:chExt cx="37776" cy="32357"/>
              </a:xfrm>
            </p:grpSpPr>
            <p:sp>
              <p:nvSpPr>
                <p:cNvPr id="3371" name="Google Shape;3371;p67"/>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7"/>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67"/>
              <p:cNvGrpSpPr/>
              <p:nvPr/>
            </p:nvGrpSpPr>
            <p:grpSpPr>
              <a:xfrm>
                <a:off x="4883902" y="3648033"/>
                <a:ext cx="37783" cy="32380"/>
                <a:chOff x="4883902" y="3648033"/>
                <a:chExt cx="37783" cy="32380"/>
              </a:xfrm>
            </p:grpSpPr>
            <p:sp>
              <p:nvSpPr>
                <p:cNvPr id="3374" name="Google Shape;3374;p67"/>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7"/>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6" name="Google Shape;3376;p67"/>
              <p:cNvGrpSpPr/>
              <p:nvPr/>
            </p:nvGrpSpPr>
            <p:grpSpPr>
              <a:xfrm>
                <a:off x="4907780" y="3347220"/>
                <a:ext cx="37878" cy="32357"/>
                <a:chOff x="4907780" y="3347220"/>
                <a:chExt cx="37878" cy="32357"/>
              </a:xfrm>
            </p:grpSpPr>
            <p:sp>
              <p:nvSpPr>
                <p:cNvPr id="3377" name="Google Shape;3377;p67"/>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7"/>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9" name="Google Shape;3379;p67"/>
              <p:cNvGrpSpPr/>
              <p:nvPr/>
            </p:nvGrpSpPr>
            <p:grpSpPr>
              <a:xfrm>
                <a:off x="5065048" y="3738150"/>
                <a:ext cx="37783" cy="32364"/>
                <a:chOff x="5065048" y="3738150"/>
                <a:chExt cx="37783" cy="32364"/>
              </a:xfrm>
            </p:grpSpPr>
            <p:sp>
              <p:nvSpPr>
                <p:cNvPr id="3380" name="Google Shape;3380;p67"/>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7"/>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2" name="Google Shape;3382;p67"/>
              <p:cNvGrpSpPr/>
              <p:nvPr/>
            </p:nvGrpSpPr>
            <p:grpSpPr>
              <a:xfrm>
                <a:off x="5071616" y="3284615"/>
                <a:ext cx="37783" cy="32357"/>
                <a:chOff x="5071616" y="3284615"/>
                <a:chExt cx="37783" cy="32357"/>
              </a:xfrm>
            </p:grpSpPr>
            <p:sp>
              <p:nvSpPr>
                <p:cNvPr id="3383" name="Google Shape;3383;p67"/>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7"/>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5" name="Google Shape;3385;p67"/>
              <p:cNvGrpSpPr/>
              <p:nvPr/>
            </p:nvGrpSpPr>
            <p:grpSpPr>
              <a:xfrm>
                <a:off x="5389291" y="3759921"/>
                <a:ext cx="37783" cy="32380"/>
                <a:chOff x="5389291" y="3759921"/>
                <a:chExt cx="37783" cy="32380"/>
              </a:xfrm>
            </p:grpSpPr>
            <p:sp>
              <p:nvSpPr>
                <p:cNvPr id="3386" name="Google Shape;3386;p67"/>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7"/>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67"/>
              <p:cNvGrpSpPr/>
              <p:nvPr/>
            </p:nvGrpSpPr>
            <p:grpSpPr>
              <a:xfrm>
                <a:off x="5431534" y="3632932"/>
                <a:ext cx="37878" cy="32451"/>
                <a:chOff x="5431534" y="3632932"/>
                <a:chExt cx="37878" cy="32451"/>
              </a:xfrm>
            </p:grpSpPr>
            <p:sp>
              <p:nvSpPr>
                <p:cNvPr id="3389" name="Google Shape;3389;p67"/>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7"/>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1" name="Google Shape;3391;p67"/>
              <p:cNvGrpSpPr/>
              <p:nvPr/>
            </p:nvGrpSpPr>
            <p:grpSpPr>
              <a:xfrm>
                <a:off x="5540755" y="3544829"/>
                <a:ext cx="37783" cy="32357"/>
                <a:chOff x="5540755" y="3544829"/>
                <a:chExt cx="37783" cy="32357"/>
              </a:xfrm>
            </p:grpSpPr>
            <p:sp>
              <p:nvSpPr>
                <p:cNvPr id="3392" name="Google Shape;3392;p67"/>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7"/>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4" name="Google Shape;3394;p67"/>
              <p:cNvGrpSpPr/>
              <p:nvPr/>
            </p:nvGrpSpPr>
            <p:grpSpPr>
              <a:xfrm>
                <a:off x="5579293" y="3412107"/>
                <a:ext cx="37776" cy="32357"/>
                <a:chOff x="5579293" y="3412107"/>
                <a:chExt cx="37776" cy="32357"/>
              </a:xfrm>
            </p:grpSpPr>
            <p:sp>
              <p:nvSpPr>
                <p:cNvPr id="3395" name="Google Shape;3395;p67"/>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7"/>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7" name="Google Shape;3397;p67"/>
              <p:cNvGrpSpPr/>
              <p:nvPr/>
            </p:nvGrpSpPr>
            <p:grpSpPr>
              <a:xfrm>
                <a:off x="5801346" y="3284615"/>
                <a:ext cx="37783" cy="32357"/>
                <a:chOff x="5801346" y="3284615"/>
                <a:chExt cx="37783" cy="32357"/>
              </a:xfrm>
            </p:grpSpPr>
            <p:sp>
              <p:nvSpPr>
                <p:cNvPr id="3398" name="Google Shape;3398;p67"/>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7"/>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0" name="Google Shape;3400;p67"/>
              <p:cNvGrpSpPr/>
              <p:nvPr/>
            </p:nvGrpSpPr>
            <p:grpSpPr>
              <a:xfrm>
                <a:off x="5763578" y="3399067"/>
                <a:ext cx="37776" cy="32364"/>
                <a:chOff x="5763578" y="3399067"/>
                <a:chExt cx="37776" cy="32364"/>
              </a:xfrm>
            </p:grpSpPr>
            <p:sp>
              <p:nvSpPr>
                <p:cNvPr id="3401" name="Google Shape;3401;p67"/>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7"/>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3" name="Google Shape;3403;p67"/>
              <p:cNvGrpSpPr/>
              <p:nvPr/>
            </p:nvGrpSpPr>
            <p:grpSpPr>
              <a:xfrm>
                <a:off x="5395858" y="3230952"/>
                <a:ext cx="37776" cy="32364"/>
                <a:chOff x="5395858" y="3230952"/>
                <a:chExt cx="37776" cy="32364"/>
              </a:xfrm>
            </p:grpSpPr>
            <p:sp>
              <p:nvSpPr>
                <p:cNvPr id="3404" name="Google Shape;3404;p67"/>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7"/>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6" name="Google Shape;3406;p67"/>
              <p:cNvGrpSpPr/>
              <p:nvPr/>
            </p:nvGrpSpPr>
            <p:grpSpPr>
              <a:xfrm>
                <a:off x="5264088" y="3188237"/>
                <a:ext cx="37776" cy="32357"/>
                <a:chOff x="5264088" y="3188237"/>
                <a:chExt cx="37776" cy="32357"/>
              </a:xfrm>
            </p:grpSpPr>
            <p:sp>
              <p:nvSpPr>
                <p:cNvPr id="3407" name="Google Shape;3407;p67"/>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7"/>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9" name="Google Shape;3409;p67"/>
              <p:cNvGrpSpPr/>
              <p:nvPr/>
            </p:nvGrpSpPr>
            <p:grpSpPr>
              <a:xfrm>
                <a:off x="5585758" y="3237425"/>
                <a:ext cx="37878" cy="32357"/>
                <a:chOff x="5585758" y="3237425"/>
                <a:chExt cx="37878" cy="32357"/>
              </a:xfrm>
            </p:grpSpPr>
            <p:sp>
              <p:nvSpPr>
                <p:cNvPr id="3410" name="Google Shape;3410;p67"/>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7"/>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2" name="Google Shape;3412;p67"/>
              <p:cNvGrpSpPr/>
              <p:nvPr/>
            </p:nvGrpSpPr>
            <p:grpSpPr>
              <a:xfrm>
                <a:off x="4874196" y="3291088"/>
                <a:ext cx="37878" cy="32451"/>
                <a:chOff x="4874196" y="3291088"/>
                <a:chExt cx="37878" cy="32451"/>
              </a:xfrm>
            </p:grpSpPr>
            <p:sp>
              <p:nvSpPr>
                <p:cNvPr id="3413" name="Google Shape;3413;p67"/>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7"/>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5" name="Google Shape;3415;p67"/>
              <p:cNvGrpSpPr/>
              <p:nvPr/>
            </p:nvGrpSpPr>
            <p:grpSpPr>
              <a:xfrm>
                <a:off x="5197770" y="3785466"/>
                <a:ext cx="37783" cy="32427"/>
                <a:chOff x="5197770" y="3785466"/>
                <a:chExt cx="37783" cy="32427"/>
              </a:xfrm>
            </p:grpSpPr>
            <p:sp>
              <p:nvSpPr>
                <p:cNvPr id="3416" name="Google Shape;3416;p67"/>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7"/>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8" name="Google Shape;3418;p67"/>
              <p:cNvGrpSpPr/>
              <p:nvPr/>
            </p:nvGrpSpPr>
            <p:grpSpPr>
              <a:xfrm>
                <a:off x="5177699" y="3492117"/>
                <a:ext cx="37776" cy="32357"/>
                <a:chOff x="5177699" y="3492117"/>
                <a:chExt cx="37776" cy="32357"/>
              </a:xfrm>
            </p:grpSpPr>
            <p:sp>
              <p:nvSpPr>
                <p:cNvPr id="3419" name="Google Shape;3419;p67"/>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7"/>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67"/>
              <p:cNvGrpSpPr/>
              <p:nvPr/>
            </p:nvGrpSpPr>
            <p:grpSpPr>
              <a:xfrm>
                <a:off x="5349431" y="3622346"/>
                <a:ext cx="37870" cy="32380"/>
                <a:chOff x="5349431" y="3622346"/>
                <a:chExt cx="37870" cy="32380"/>
              </a:xfrm>
            </p:grpSpPr>
            <p:sp>
              <p:nvSpPr>
                <p:cNvPr id="3422" name="Google Shape;3422;p67"/>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7"/>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4" name="Google Shape;3424;p67"/>
              <p:cNvGrpSpPr/>
              <p:nvPr/>
            </p:nvGrpSpPr>
            <p:grpSpPr>
              <a:xfrm>
                <a:off x="5068855" y="3563980"/>
                <a:ext cx="53954" cy="46223"/>
                <a:chOff x="5068855" y="3563980"/>
                <a:chExt cx="53954" cy="46223"/>
              </a:xfrm>
            </p:grpSpPr>
            <p:sp>
              <p:nvSpPr>
                <p:cNvPr id="3425" name="Google Shape;3425;p67"/>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7"/>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67"/>
              <p:cNvGrpSpPr/>
              <p:nvPr/>
            </p:nvGrpSpPr>
            <p:grpSpPr>
              <a:xfrm>
                <a:off x="5037654" y="3392507"/>
                <a:ext cx="37870" cy="32451"/>
                <a:chOff x="5037654" y="3392507"/>
                <a:chExt cx="37870" cy="32451"/>
              </a:xfrm>
            </p:grpSpPr>
            <p:sp>
              <p:nvSpPr>
                <p:cNvPr id="3428" name="Google Shape;3428;p67"/>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7"/>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0" name="Google Shape;3430;p67"/>
              <p:cNvGrpSpPr/>
              <p:nvPr/>
            </p:nvGrpSpPr>
            <p:grpSpPr>
              <a:xfrm>
                <a:off x="5456560" y="3368629"/>
                <a:ext cx="37870" cy="32451"/>
                <a:chOff x="5456560" y="3368629"/>
                <a:chExt cx="37870" cy="32451"/>
              </a:xfrm>
            </p:grpSpPr>
            <p:sp>
              <p:nvSpPr>
                <p:cNvPr id="3431" name="Google Shape;3431;p67"/>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7"/>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3" name="Google Shape;3433;p67"/>
              <p:cNvGrpSpPr/>
              <p:nvPr/>
            </p:nvGrpSpPr>
            <p:grpSpPr>
              <a:xfrm>
                <a:off x="4755749" y="3501516"/>
                <a:ext cx="46246" cy="39608"/>
                <a:chOff x="4755749" y="3501516"/>
                <a:chExt cx="46246" cy="39608"/>
              </a:xfrm>
            </p:grpSpPr>
            <p:sp>
              <p:nvSpPr>
                <p:cNvPr id="3434" name="Google Shape;3434;p67"/>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7"/>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6" name="Google Shape;3436;p67"/>
              <p:cNvGrpSpPr/>
              <p:nvPr/>
            </p:nvGrpSpPr>
            <p:grpSpPr>
              <a:xfrm>
                <a:off x="4681346" y="3485582"/>
                <a:ext cx="37783" cy="32427"/>
                <a:chOff x="4681346" y="3485582"/>
                <a:chExt cx="37783" cy="32427"/>
              </a:xfrm>
            </p:grpSpPr>
            <p:sp>
              <p:nvSpPr>
                <p:cNvPr id="3437" name="Google Shape;3437;p67"/>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7"/>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9" name="Google Shape;3439;p67"/>
              <p:cNvGrpSpPr/>
              <p:nvPr/>
            </p:nvGrpSpPr>
            <p:grpSpPr>
              <a:xfrm>
                <a:off x="4767067" y="3291088"/>
                <a:ext cx="37878" cy="32451"/>
                <a:chOff x="4767067" y="3291088"/>
                <a:chExt cx="37878" cy="32451"/>
              </a:xfrm>
            </p:grpSpPr>
            <p:sp>
              <p:nvSpPr>
                <p:cNvPr id="3440" name="Google Shape;3440;p67"/>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7"/>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67"/>
              <p:cNvGrpSpPr/>
              <p:nvPr/>
            </p:nvGrpSpPr>
            <p:grpSpPr>
              <a:xfrm>
                <a:off x="4687819" y="3405539"/>
                <a:ext cx="37776" cy="32451"/>
                <a:chOff x="4687819" y="3405539"/>
                <a:chExt cx="37776" cy="32451"/>
              </a:xfrm>
            </p:grpSpPr>
            <p:sp>
              <p:nvSpPr>
                <p:cNvPr id="3443" name="Google Shape;3443;p67"/>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7"/>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5" name="Google Shape;3445;p67"/>
              <p:cNvGrpSpPr/>
              <p:nvPr/>
            </p:nvGrpSpPr>
            <p:grpSpPr>
              <a:xfrm>
                <a:off x="4923101" y="3444809"/>
                <a:ext cx="52813" cy="45318"/>
                <a:chOff x="4923101" y="3444809"/>
                <a:chExt cx="52813" cy="45318"/>
              </a:xfrm>
            </p:grpSpPr>
            <p:sp>
              <p:nvSpPr>
                <p:cNvPr id="3446" name="Google Shape;3446;p67"/>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7"/>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8" name="Google Shape;3448;p67"/>
              <p:cNvGrpSpPr/>
              <p:nvPr/>
            </p:nvGrpSpPr>
            <p:grpSpPr>
              <a:xfrm>
                <a:off x="4846040" y="3654750"/>
                <a:ext cx="31405" cy="26993"/>
                <a:chOff x="4846040" y="3654750"/>
                <a:chExt cx="31405" cy="26993"/>
              </a:xfrm>
            </p:grpSpPr>
            <p:sp>
              <p:nvSpPr>
                <p:cNvPr id="3449" name="Google Shape;3449;p67"/>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7"/>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1" name="Google Shape;3451;p67"/>
              <p:cNvGrpSpPr/>
              <p:nvPr/>
            </p:nvGrpSpPr>
            <p:grpSpPr>
              <a:xfrm>
                <a:off x="4925673" y="3691700"/>
                <a:ext cx="40253" cy="34472"/>
                <a:chOff x="4925673" y="3691700"/>
                <a:chExt cx="40253" cy="34472"/>
              </a:xfrm>
            </p:grpSpPr>
            <p:sp>
              <p:nvSpPr>
                <p:cNvPr id="3452" name="Google Shape;3452;p67"/>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7"/>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4" name="Google Shape;3454;p67"/>
              <p:cNvGrpSpPr/>
              <p:nvPr/>
            </p:nvGrpSpPr>
            <p:grpSpPr>
              <a:xfrm>
                <a:off x="4894653" y="3740848"/>
                <a:ext cx="31405" cy="26906"/>
                <a:chOff x="4894653" y="3740848"/>
                <a:chExt cx="31405" cy="26906"/>
              </a:xfrm>
            </p:grpSpPr>
            <p:sp>
              <p:nvSpPr>
                <p:cNvPr id="3455" name="Google Shape;3455;p67"/>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7"/>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7" name="Google Shape;3457;p67"/>
              <p:cNvGrpSpPr/>
              <p:nvPr/>
            </p:nvGrpSpPr>
            <p:grpSpPr>
              <a:xfrm>
                <a:off x="4962300" y="3696348"/>
                <a:ext cx="38255" cy="32773"/>
                <a:chOff x="4962300" y="3696348"/>
                <a:chExt cx="38255" cy="32773"/>
              </a:xfrm>
            </p:grpSpPr>
            <p:sp>
              <p:nvSpPr>
                <p:cNvPr id="3458" name="Google Shape;3458;p67"/>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7"/>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 name="Google Shape;3460;p67"/>
              <p:cNvGrpSpPr/>
              <p:nvPr/>
            </p:nvGrpSpPr>
            <p:grpSpPr>
              <a:xfrm>
                <a:off x="4980185" y="3743349"/>
                <a:ext cx="31499" cy="26969"/>
                <a:chOff x="4980185" y="3743349"/>
                <a:chExt cx="31499" cy="26969"/>
              </a:xfrm>
            </p:grpSpPr>
            <p:sp>
              <p:nvSpPr>
                <p:cNvPr id="3461" name="Google Shape;3461;p67"/>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7"/>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67"/>
              <p:cNvGrpSpPr/>
              <p:nvPr/>
            </p:nvGrpSpPr>
            <p:grpSpPr>
              <a:xfrm>
                <a:off x="5013768" y="3734312"/>
                <a:ext cx="31499" cy="26969"/>
                <a:chOff x="5013768" y="3734312"/>
                <a:chExt cx="31499" cy="26969"/>
              </a:xfrm>
            </p:grpSpPr>
            <p:sp>
              <p:nvSpPr>
                <p:cNvPr id="3464" name="Google Shape;3464;p67"/>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7"/>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6" name="Google Shape;3466;p67"/>
              <p:cNvGrpSpPr/>
              <p:nvPr/>
            </p:nvGrpSpPr>
            <p:grpSpPr>
              <a:xfrm>
                <a:off x="5036703" y="3764545"/>
                <a:ext cx="31499" cy="26898"/>
                <a:chOff x="5036703" y="3764545"/>
                <a:chExt cx="31499" cy="26898"/>
              </a:xfrm>
            </p:grpSpPr>
            <p:sp>
              <p:nvSpPr>
                <p:cNvPr id="3467" name="Google Shape;3467;p67"/>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7"/>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9" name="Google Shape;3469;p67"/>
              <p:cNvGrpSpPr/>
              <p:nvPr/>
            </p:nvGrpSpPr>
            <p:grpSpPr>
              <a:xfrm>
                <a:off x="4953546" y="3768352"/>
                <a:ext cx="31405" cy="26898"/>
                <a:chOff x="4953546" y="3768352"/>
                <a:chExt cx="31405" cy="26898"/>
              </a:xfrm>
            </p:grpSpPr>
            <p:sp>
              <p:nvSpPr>
                <p:cNvPr id="3470" name="Google Shape;3470;p67"/>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7"/>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2" name="Google Shape;3472;p67"/>
              <p:cNvGrpSpPr/>
              <p:nvPr/>
            </p:nvGrpSpPr>
            <p:grpSpPr>
              <a:xfrm>
                <a:off x="4964770" y="3814016"/>
                <a:ext cx="31499" cy="26993"/>
                <a:chOff x="4964770" y="3814016"/>
                <a:chExt cx="31499" cy="26993"/>
              </a:xfrm>
            </p:grpSpPr>
            <p:sp>
              <p:nvSpPr>
                <p:cNvPr id="3473" name="Google Shape;3473;p67"/>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7"/>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67"/>
              <p:cNvGrpSpPr/>
              <p:nvPr/>
            </p:nvGrpSpPr>
            <p:grpSpPr>
              <a:xfrm>
                <a:off x="4923290" y="3800504"/>
                <a:ext cx="31468" cy="26898"/>
                <a:chOff x="4923290" y="3800504"/>
                <a:chExt cx="31468" cy="26898"/>
              </a:xfrm>
            </p:grpSpPr>
            <p:sp>
              <p:nvSpPr>
                <p:cNvPr id="3476" name="Google Shape;3476;p67"/>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7"/>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67"/>
              <p:cNvGrpSpPr/>
              <p:nvPr/>
            </p:nvGrpSpPr>
            <p:grpSpPr>
              <a:xfrm>
                <a:off x="5108534" y="3650943"/>
                <a:ext cx="31405" cy="26993"/>
                <a:chOff x="5108534" y="3650943"/>
                <a:chExt cx="31405" cy="26993"/>
              </a:xfrm>
            </p:grpSpPr>
            <p:sp>
              <p:nvSpPr>
                <p:cNvPr id="3479" name="Google Shape;3479;p67"/>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7"/>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67"/>
              <p:cNvGrpSpPr/>
              <p:nvPr/>
            </p:nvGrpSpPr>
            <p:grpSpPr>
              <a:xfrm>
                <a:off x="5119380" y="3760739"/>
                <a:ext cx="31499" cy="26993"/>
                <a:chOff x="5119380" y="3760739"/>
                <a:chExt cx="31499" cy="26993"/>
              </a:xfrm>
            </p:grpSpPr>
            <p:sp>
              <p:nvSpPr>
                <p:cNvPr id="3482" name="Google Shape;3482;p67"/>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7"/>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4" name="Google Shape;3484;p67"/>
              <p:cNvGrpSpPr/>
              <p:nvPr/>
            </p:nvGrpSpPr>
            <p:grpSpPr>
              <a:xfrm>
                <a:off x="5119380" y="3788235"/>
                <a:ext cx="31499" cy="26993"/>
                <a:chOff x="5119380" y="3788235"/>
                <a:chExt cx="31499" cy="26993"/>
              </a:xfrm>
            </p:grpSpPr>
            <p:sp>
              <p:nvSpPr>
                <p:cNvPr id="3485" name="Google Shape;3485;p67"/>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7"/>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7" name="Google Shape;3487;p67"/>
              <p:cNvGrpSpPr/>
              <p:nvPr/>
            </p:nvGrpSpPr>
            <p:grpSpPr>
              <a:xfrm>
                <a:off x="5158005" y="3875284"/>
                <a:ext cx="31405" cy="27001"/>
                <a:chOff x="5158005" y="3875284"/>
                <a:chExt cx="31405" cy="27001"/>
              </a:xfrm>
            </p:grpSpPr>
            <p:sp>
              <p:nvSpPr>
                <p:cNvPr id="3488" name="Google Shape;3488;p67"/>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7"/>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0" name="Google Shape;3490;p67"/>
              <p:cNvGrpSpPr/>
              <p:nvPr/>
            </p:nvGrpSpPr>
            <p:grpSpPr>
              <a:xfrm>
                <a:off x="5233163" y="3764545"/>
                <a:ext cx="31499" cy="26898"/>
                <a:chOff x="5233163" y="3764545"/>
                <a:chExt cx="31499" cy="26898"/>
              </a:xfrm>
            </p:grpSpPr>
            <p:sp>
              <p:nvSpPr>
                <p:cNvPr id="3491" name="Google Shape;3491;p67"/>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7"/>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3" name="Google Shape;3493;p67"/>
              <p:cNvGrpSpPr/>
              <p:nvPr/>
            </p:nvGrpSpPr>
            <p:grpSpPr>
              <a:xfrm>
                <a:off x="5276168" y="3805545"/>
                <a:ext cx="31499" cy="26906"/>
                <a:chOff x="5276168" y="3805545"/>
                <a:chExt cx="31499" cy="26906"/>
              </a:xfrm>
            </p:grpSpPr>
            <p:sp>
              <p:nvSpPr>
                <p:cNvPr id="3494" name="Google Shape;3494;p67"/>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7"/>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6" name="Google Shape;3496;p67"/>
              <p:cNvGrpSpPr/>
              <p:nvPr/>
            </p:nvGrpSpPr>
            <p:grpSpPr>
              <a:xfrm>
                <a:off x="5294053" y="3851933"/>
                <a:ext cx="31405" cy="26945"/>
                <a:chOff x="5294053" y="3851933"/>
                <a:chExt cx="31405" cy="26945"/>
              </a:xfrm>
            </p:grpSpPr>
            <p:sp>
              <p:nvSpPr>
                <p:cNvPr id="3497" name="Google Shape;3497;p67"/>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7"/>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67"/>
              <p:cNvGrpSpPr/>
              <p:nvPr/>
            </p:nvGrpSpPr>
            <p:grpSpPr>
              <a:xfrm>
                <a:off x="5341723" y="3851902"/>
                <a:ext cx="31405" cy="26977"/>
                <a:chOff x="5341723" y="3851902"/>
                <a:chExt cx="31405" cy="26977"/>
              </a:xfrm>
            </p:grpSpPr>
            <p:sp>
              <p:nvSpPr>
                <p:cNvPr id="3500" name="Google Shape;3500;p67"/>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7"/>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2" name="Google Shape;3502;p67"/>
              <p:cNvGrpSpPr/>
              <p:nvPr/>
            </p:nvGrpSpPr>
            <p:grpSpPr>
              <a:xfrm>
                <a:off x="5054871" y="3507855"/>
                <a:ext cx="31405" cy="26993"/>
                <a:chOff x="5054871" y="3507855"/>
                <a:chExt cx="31405" cy="26993"/>
              </a:xfrm>
            </p:grpSpPr>
            <p:sp>
              <p:nvSpPr>
                <p:cNvPr id="3503" name="Google Shape;3503;p67"/>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7"/>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 name="Google Shape;3505;p67"/>
              <p:cNvGrpSpPr/>
              <p:nvPr/>
            </p:nvGrpSpPr>
            <p:grpSpPr>
              <a:xfrm>
                <a:off x="4876579" y="3675325"/>
                <a:ext cx="31405" cy="26969"/>
                <a:chOff x="4876579" y="3675325"/>
                <a:chExt cx="31405" cy="26969"/>
              </a:xfrm>
            </p:grpSpPr>
            <p:sp>
              <p:nvSpPr>
                <p:cNvPr id="3506" name="Google Shape;3506;p67"/>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7"/>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8" name="Google Shape;3508;p67"/>
              <p:cNvGrpSpPr/>
              <p:nvPr/>
            </p:nvGrpSpPr>
            <p:grpSpPr>
              <a:xfrm>
                <a:off x="4842233" y="3688333"/>
                <a:ext cx="31405" cy="26993"/>
                <a:chOff x="4842233" y="3688333"/>
                <a:chExt cx="31405" cy="26993"/>
              </a:xfrm>
            </p:grpSpPr>
            <p:sp>
              <p:nvSpPr>
                <p:cNvPr id="3509" name="Google Shape;3509;p67"/>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7"/>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1" name="Google Shape;3511;p67"/>
              <p:cNvGrpSpPr/>
              <p:nvPr/>
            </p:nvGrpSpPr>
            <p:grpSpPr>
              <a:xfrm>
                <a:off x="5187876" y="3608032"/>
                <a:ext cx="31405" cy="27001"/>
                <a:chOff x="5187876" y="3608032"/>
                <a:chExt cx="31405" cy="27001"/>
              </a:xfrm>
            </p:grpSpPr>
            <p:sp>
              <p:nvSpPr>
                <p:cNvPr id="3512" name="Google Shape;3512;p67"/>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7"/>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4" name="Google Shape;3514;p67"/>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7"/>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6" name="Google Shape;3516;p67"/>
              <p:cNvGrpSpPr/>
              <p:nvPr/>
            </p:nvGrpSpPr>
            <p:grpSpPr>
              <a:xfrm>
                <a:off x="5269224" y="3304167"/>
                <a:ext cx="40253" cy="34402"/>
                <a:chOff x="5269224" y="3304167"/>
                <a:chExt cx="40253" cy="34402"/>
              </a:xfrm>
            </p:grpSpPr>
            <p:sp>
              <p:nvSpPr>
                <p:cNvPr id="3517" name="Google Shape;3517;p67"/>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7"/>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 name="Google Shape;3519;p67"/>
              <p:cNvGrpSpPr/>
              <p:nvPr/>
            </p:nvGrpSpPr>
            <p:grpSpPr>
              <a:xfrm>
                <a:off x="5327354" y="3476615"/>
                <a:ext cx="49864" cy="42723"/>
                <a:chOff x="5327354" y="3476615"/>
                <a:chExt cx="49864" cy="42723"/>
              </a:xfrm>
            </p:grpSpPr>
            <p:sp>
              <p:nvSpPr>
                <p:cNvPr id="3520" name="Google Shape;3520;p67"/>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7"/>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2" name="Google Shape;3522;p67"/>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7"/>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24" name="Google Shape;3524;p67"/>
              <p:cNvGrpSpPr/>
              <p:nvPr/>
            </p:nvGrpSpPr>
            <p:grpSpPr>
              <a:xfrm>
                <a:off x="5341723" y="3775957"/>
                <a:ext cx="31405" cy="26898"/>
                <a:chOff x="5341723" y="3775957"/>
                <a:chExt cx="31405" cy="26898"/>
              </a:xfrm>
            </p:grpSpPr>
            <p:sp>
              <p:nvSpPr>
                <p:cNvPr id="3525" name="Google Shape;3525;p67"/>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7"/>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67"/>
              <p:cNvGrpSpPr/>
              <p:nvPr/>
            </p:nvGrpSpPr>
            <p:grpSpPr>
              <a:xfrm>
                <a:off x="5439053" y="3699274"/>
                <a:ext cx="31405" cy="26898"/>
                <a:chOff x="5439053" y="3699274"/>
                <a:chExt cx="31405" cy="26898"/>
              </a:xfrm>
            </p:grpSpPr>
            <p:sp>
              <p:nvSpPr>
                <p:cNvPr id="3528" name="Google Shape;3528;p67"/>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7"/>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0" name="Google Shape;3530;p67"/>
              <p:cNvGrpSpPr/>
              <p:nvPr/>
            </p:nvGrpSpPr>
            <p:grpSpPr>
              <a:xfrm>
                <a:off x="5412414" y="3622307"/>
                <a:ext cx="31499" cy="26993"/>
                <a:chOff x="5412414" y="3622307"/>
                <a:chExt cx="31499" cy="26993"/>
              </a:xfrm>
            </p:grpSpPr>
            <p:sp>
              <p:nvSpPr>
                <p:cNvPr id="3531" name="Google Shape;3531;p67"/>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7"/>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67"/>
              <p:cNvGrpSpPr/>
              <p:nvPr/>
            </p:nvGrpSpPr>
            <p:grpSpPr>
              <a:xfrm>
                <a:off x="5476254" y="3473949"/>
                <a:ext cx="26835" cy="26930"/>
                <a:chOff x="5476254" y="3473949"/>
                <a:chExt cx="26835" cy="26930"/>
              </a:xfrm>
            </p:grpSpPr>
            <p:sp>
              <p:nvSpPr>
                <p:cNvPr id="3534" name="Google Shape;3534;p67"/>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7"/>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6" name="Google Shape;3536;p67"/>
              <p:cNvGrpSpPr/>
              <p:nvPr/>
            </p:nvGrpSpPr>
            <p:grpSpPr>
              <a:xfrm>
                <a:off x="5564547" y="3481594"/>
                <a:ext cx="31397" cy="26898"/>
                <a:chOff x="5564547" y="3481594"/>
                <a:chExt cx="31397" cy="26898"/>
              </a:xfrm>
            </p:grpSpPr>
            <p:sp>
              <p:nvSpPr>
                <p:cNvPr id="3537" name="Google Shape;3537;p67"/>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7"/>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9" name="Google Shape;3539;p67"/>
              <p:cNvGrpSpPr/>
              <p:nvPr/>
            </p:nvGrpSpPr>
            <p:grpSpPr>
              <a:xfrm>
                <a:off x="5534101" y="3470174"/>
                <a:ext cx="31397" cy="26906"/>
                <a:chOff x="5534101" y="3470174"/>
                <a:chExt cx="31397" cy="26906"/>
              </a:xfrm>
            </p:grpSpPr>
            <p:sp>
              <p:nvSpPr>
                <p:cNvPr id="3540" name="Google Shape;3540;p67"/>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7"/>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2" name="Google Shape;3542;p67"/>
              <p:cNvGrpSpPr/>
              <p:nvPr/>
            </p:nvGrpSpPr>
            <p:grpSpPr>
              <a:xfrm>
                <a:off x="5610879" y="3314486"/>
                <a:ext cx="31499" cy="26938"/>
                <a:chOff x="5610879" y="3314486"/>
                <a:chExt cx="31499" cy="26938"/>
              </a:xfrm>
            </p:grpSpPr>
            <p:sp>
              <p:nvSpPr>
                <p:cNvPr id="3543" name="Google Shape;3543;p67"/>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7"/>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5" name="Google Shape;3545;p67"/>
              <p:cNvGrpSpPr/>
              <p:nvPr/>
            </p:nvGrpSpPr>
            <p:grpSpPr>
              <a:xfrm>
                <a:off x="4834525" y="3501382"/>
                <a:ext cx="31499" cy="26898"/>
                <a:chOff x="4834525" y="3501382"/>
                <a:chExt cx="31499" cy="26898"/>
              </a:xfrm>
            </p:grpSpPr>
            <p:sp>
              <p:nvSpPr>
                <p:cNvPr id="3546" name="Google Shape;3546;p67"/>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7"/>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8" name="Google Shape;3548;p67"/>
              <p:cNvGrpSpPr/>
              <p:nvPr/>
            </p:nvGrpSpPr>
            <p:grpSpPr>
              <a:xfrm>
                <a:off x="4898460" y="3580158"/>
                <a:ext cx="31405" cy="26898"/>
                <a:chOff x="4898460" y="3580158"/>
                <a:chExt cx="31405" cy="26898"/>
              </a:xfrm>
            </p:grpSpPr>
            <p:sp>
              <p:nvSpPr>
                <p:cNvPr id="3549" name="Google Shape;3549;p67"/>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7"/>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1" name="Google Shape;3551;p67"/>
              <p:cNvGrpSpPr/>
              <p:nvPr/>
            </p:nvGrpSpPr>
            <p:grpSpPr>
              <a:xfrm>
                <a:off x="4882667" y="3608032"/>
                <a:ext cx="31499" cy="27001"/>
                <a:chOff x="4882667" y="3608032"/>
                <a:chExt cx="31499" cy="27001"/>
              </a:xfrm>
            </p:grpSpPr>
            <p:sp>
              <p:nvSpPr>
                <p:cNvPr id="3552" name="Google Shape;3552;p67"/>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7"/>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4" name="Google Shape;3554;p67"/>
              <p:cNvGrpSpPr/>
              <p:nvPr/>
            </p:nvGrpSpPr>
            <p:grpSpPr>
              <a:xfrm>
                <a:off x="4843373" y="3631407"/>
                <a:ext cx="16273" cy="16186"/>
                <a:chOff x="4843373" y="3631407"/>
                <a:chExt cx="16273" cy="16186"/>
              </a:xfrm>
            </p:grpSpPr>
            <p:sp>
              <p:nvSpPr>
                <p:cNvPr id="3555" name="Google Shape;3555;p67"/>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7"/>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7" name="Google Shape;3557;p67"/>
              <p:cNvGrpSpPr/>
              <p:nvPr/>
            </p:nvGrpSpPr>
            <p:grpSpPr>
              <a:xfrm>
                <a:off x="4727773" y="3591578"/>
                <a:ext cx="31499" cy="26898"/>
                <a:chOff x="4727773" y="3591578"/>
                <a:chExt cx="31499" cy="26898"/>
              </a:xfrm>
            </p:grpSpPr>
            <p:sp>
              <p:nvSpPr>
                <p:cNvPr id="3558" name="Google Shape;3558;p67"/>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7"/>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0" name="Google Shape;3560;p67"/>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7"/>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62" name="Google Shape;3562;p67"/>
              <p:cNvGrpSpPr/>
              <p:nvPr/>
            </p:nvGrpSpPr>
            <p:grpSpPr>
              <a:xfrm>
                <a:off x="4609421" y="3577398"/>
                <a:ext cx="31499" cy="27001"/>
                <a:chOff x="4609421" y="3577398"/>
                <a:chExt cx="31499" cy="27001"/>
              </a:xfrm>
            </p:grpSpPr>
            <p:sp>
              <p:nvSpPr>
                <p:cNvPr id="3563" name="Google Shape;3563;p67"/>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7"/>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67"/>
              <p:cNvGrpSpPr/>
              <p:nvPr/>
            </p:nvGrpSpPr>
            <p:grpSpPr>
              <a:xfrm>
                <a:off x="4649289" y="3577398"/>
                <a:ext cx="31499" cy="27001"/>
                <a:chOff x="4649289" y="3577398"/>
                <a:chExt cx="31499" cy="27001"/>
              </a:xfrm>
            </p:grpSpPr>
            <p:sp>
              <p:nvSpPr>
                <p:cNvPr id="3566" name="Google Shape;3566;p67"/>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7"/>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8" name="Google Shape;3568;p67"/>
              <p:cNvGrpSpPr/>
              <p:nvPr/>
            </p:nvGrpSpPr>
            <p:grpSpPr>
              <a:xfrm>
                <a:off x="4605614" y="3639523"/>
                <a:ext cx="31499" cy="26906"/>
                <a:chOff x="4605614" y="3639523"/>
                <a:chExt cx="31499" cy="26906"/>
              </a:xfrm>
            </p:grpSpPr>
            <p:sp>
              <p:nvSpPr>
                <p:cNvPr id="3569" name="Google Shape;3569;p67"/>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7"/>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1" name="Google Shape;3571;p67"/>
              <p:cNvGrpSpPr/>
              <p:nvPr/>
            </p:nvGrpSpPr>
            <p:grpSpPr>
              <a:xfrm>
                <a:off x="4785149" y="3618846"/>
                <a:ext cx="26930" cy="26843"/>
                <a:chOff x="4785149" y="3618846"/>
                <a:chExt cx="26930" cy="26843"/>
              </a:xfrm>
            </p:grpSpPr>
            <p:sp>
              <p:nvSpPr>
                <p:cNvPr id="3572" name="Google Shape;3572;p67"/>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7"/>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4" name="Google Shape;3574;p67"/>
              <p:cNvGrpSpPr/>
              <p:nvPr/>
            </p:nvGrpSpPr>
            <p:grpSpPr>
              <a:xfrm>
                <a:off x="4810167" y="3601567"/>
                <a:ext cx="31405" cy="26898"/>
                <a:chOff x="4810167" y="3601567"/>
                <a:chExt cx="31405" cy="26898"/>
              </a:xfrm>
            </p:grpSpPr>
            <p:sp>
              <p:nvSpPr>
                <p:cNvPr id="3575" name="Google Shape;3575;p67"/>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7"/>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 name="Google Shape;3577;p67"/>
              <p:cNvGrpSpPr/>
              <p:nvPr/>
            </p:nvGrpSpPr>
            <p:grpSpPr>
              <a:xfrm>
                <a:off x="4831002" y="3373230"/>
                <a:ext cx="31405" cy="26898"/>
                <a:chOff x="4831002" y="3373230"/>
                <a:chExt cx="31405" cy="26898"/>
              </a:xfrm>
            </p:grpSpPr>
            <p:sp>
              <p:nvSpPr>
                <p:cNvPr id="3578" name="Google Shape;3578;p67"/>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7"/>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0" name="Google Shape;3580;p67"/>
              <p:cNvGrpSpPr/>
              <p:nvPr/>
            </p:nvGrpSpPr>
            <p:grpSpPr>
              <a:xfrm>
                <a:off x="4719311" y="3355054"/>
                <a:ext cx="31499" cy="27001"/>
                <a:chOff x="4719311" y="3355054"/>
                <a:chExt cx="31499" cy="27001"/>
              </a:xfrm>
            </p:grpSpPr>
            <p:sp>
              <p:nvSpPr>
                <p:cNvPr id="3581" name="Google Shape;3581;p67"/>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7"/>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67"/>
              <p:cNvGrpSpPr/>
              <p:nvPr/>
            </p:nvGrpSpPr>
            <p:grpSpPr>
              <a:xfrm>
                <a:off x="4798755" y="3450260"/>
                <a:ext cx="26930" cy="26930"/>
                <a:chOff x="4798755" y="3450260"/>
                <a:chExt cx="26930" cy="26930"/>
              </a:xfrm>
            </p:grpSpPr>
            <p:sp>
              <p:nvSpPr>
                <p:cNvPr id="3584" name="Google Shape;3584;p67"/>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7"/>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6" name="Google Shape;3586;p67"/>
              <p:cNvGrpSpPr/>
              <p:nvPr/>
            </p:nvGrpSpPr>
            <p:grpSpPr>
              <a:xfrm>
                <a:off x="4645576" y="3467555"/>
                <a:ext cx="31405" cy="26953"/>
                <a:chOff x="4645576" y="3467555"/>
                <a:chExt cx="31405" cy="26953"/>
              </a:xfrm>
            </p:grpSpPr>
            <p:sp>
              <p:nvSpPr>
                <p:cNvPr id="3587" name="Google Shape;3587;p67"/>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7"/>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67"/>
              <p:cNvGrpSpPr/>
              <p:nvPr/>
            </p:nvGrpSpPr>
            <p:grpSpPr>
              <a:xfrm>
                <a:off x="4687631" y="3583965"/>
                <a:ext cx="31499" cy="26898"/>
                <a:chOff x="4687631" y="3583965"/>
                <a:chExt cx="31499" cy="26898"/>
              </a:xfrm>
            </p:grpSpPr>
            <p:sp>
              <p:nvSpPr>
                <p:cNvPr id="3590" name="Google Shape;3590;p67"/>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7"/>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67"/>
              <p:cNvGrpSpPr/>
              <p:nvPr/>
            </p:nvGrpSpPr>
            <p:grpSpPr>
              <a:xfrm>
                <a:off x="4719311" y="3471314"/>
                <a:ext cx="31499" cy="27001"/>
                <a:chOff x="4719311" y="3471314"/>
                <a:chExt cx="31499" cy="27001"/>
              </a:xfrm>
            </p:grpSpPr>
            <p:sp>
              <p:nvSpPr>
                <p:cNvPr id="3593" name="Google Shape;3593;p67"/>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7"/>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67"/>
              <p:cNvGrpSpPr/>
              <p:nvPr/>
            </p:nvGrpSpPr>
            <p:grpSpPr>
              <a:xfrm>
                <a:off x="4719311" y="3434404"/>
                <a:ext cx="31499" cy="26898"/>
                <a:chOff x="4719311" y="3434404"/>
                <a:chExt cx="31499" cy="26898"/>
              </a:xfrm>
            </p:grpSpPr>
            <p:sp>
              <p:nvSpPr>
                <p:cNvPr id="3596" name="Google Shape;3596;p67"/>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7"/>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67"/>
              <p:cNvGrpSpPr/>
              <p:nvPr/>
            </p:nvGrpSpPr>
            <p:grpSpPr>
              <a:xfrm>
                <a:off x="4768876" y="3401772"/>
                <a:ext cx="31499" cy="26898"/>
                <a:chOff x="4768876" y="3401772"/>
                <a:chExt cx="31499" cy="26898"/>
              </a:xfrm>
            </p:grpSpPr>
            <p:sp>
              <p:nvSpPr>
                <p:cNvPr id="3599" name="Google Shape;3599;p67"/>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7"/>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67"/>
              <p:cNvGrpSpPr/>
              <p:nvPr/>
            </p:nvGrpSpPr>
            <p:grpSpPr>
              <a:xfrm>
                <a:off x="4762214" y="3471377"/>
                <a:ext cx="26938" cy="26938"/>
                <a:chOff x="4762214" y="3471377"/>
                <a:chExt cx="26938" cy="26938"/>
              </a:xfrm>
            </p:grpSpPr>
            <p:sp>
              <p:nvSpPr>
                <p:cNvPr id="3602" name="Google Shape;3602;p67"/>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7"/>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67"/>
              <p:cNvGrpSpPr/>
              <p:nvPr/>
            </p:nvGrpSpPr>
            <p:grpSpPr>
              <a:xfrm>
                <a:off x="4790473" y="3344782"/>
                <a:ext cx="31405" cy="26898"/>
                <a:chOff x="4790473" y="3344782"/>
                <a:chExt cx="31405" cy="26898"/>
              </a:xfrm>
            </p:grpSpPr>
            <p:sp>
              <p:nvSpPr>
                <p:cNvPr id="3605" name="Google Shape;3605;p67"/>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7"/>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7" name="Google Shape;3607;p67"/>
              <p:cNvGrpSpPr/>
              <p:nvPr/>
            </p:nvGrpSpPr>
            <p:grpSpPr>
              <a:xfrm>
                <a:off x="4823774" y="3950733"/>
                <a:ext cx="37398" cy="32034"/>
                <a:chOff x="4823774" y="3950733"/>
                <a:chExt cx="37398" cy="32034"/>
              </a:xfrm>
            </p:grpSpPr>
            <p:sp>
              <p:nvSpPr>
                <p:cNvPr id="3608" name="Google Shape;3608;p67"/>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7"/>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0" name="Google Shape;3610;p67"/>
              <p:cNvGrpSpPr/>
              <p:nvPr/>
            </p:nvGrpSpPr>
            <p:grpSpPr>
              <a:xfrm>
                <a:off x="4823396" y="4110566"/>
                <a:ext cx="31405" cy="26906"/>
                <a:chOff x="4823396" y="4110566"/>
                <a:chExt cx="31405" cy="26906"/>
              </a:xfrm>
            </p:grpSpPr>
            <p:sp>
              <p:nvSpPr>
                <p:cNvPr id="3611" name="Google Shape;3611;p67"/>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7"/>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3" name="Google Shape;3613;p67"/>
              <p:cNvGrpSpPr/>
              <p:nvPr/>
            </p:nvGrpSpPr>
            <p:grpSpPr>
              <a:xfrm>
                <a:off x="4838332" y="3821150"/>
                <a:ext cx="31499" cy="26898"/>
                <a:chOff x="4838332" y="3821150"/>
                <a:chExt cx="31499" cy="26898"/>
              </a:xfrm>
            </p:grpSpPr>
            <p:sp>
              <p:nvSpPr>
                <p:cNvPr id="3614" name="Google Shape;3614;p67"/>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7"/>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 name="Google Shape;3616;p67"/>
              <p:cNvGrpSpPr/>
              <p:nvPr/>
            </p:nvGrpSpPr>
            <p:grpSpPr>
              <a:xfrm>
                <a:off x="4661275" y="3815007"/>
                <a:ext cx="36824" cy="31523"/>
                <a:chOff x="4661275" y="3815007"/>
                <a:chExt cx="36824" cy="31523"/>
              </a:xfrm>
            </p:grpSpPr>
            <p:sp>
              <p:nvSpPr>
                <p:cNvPr id="3617" name="Google Shape;3617;p67"/>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7"/>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67"/>
              <p:cNvGrpSpPr/>
              <p:nvPr/>
            </p:nvGrpSpPr>
            <p:grpSpPr>
              <a:xfrm>
                <a:off x="4558998" y="3851037"/>
                <a:ext cx="33591" cy="28699"/>
                <a:chOff x="4558998" y="3851037"/>
                <a:chExt cx="33591" cy="28699"/>
              </a:xfrm>
            </p:grpSpPr>
            <p:sp>
              <p:nvSpPr>
                <p:cNvPr id="3620" name="Google Shape;3620;p67"/>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7"/>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67"/>
              <p:cNvGrpSpPr/>
              <p:nvPr/>
            </p:nvGrpSpPr>
            <p:grpSpPr>
              <a:xfrm>
                <a:off x="4696762" y="3638587"/>
                <a:ext cx="33591" cy="28794"/>
                <a:chOff x="4696762" y="3638587"/>
                <a:chExt cx="33591" cy="28794"/>
              </a:xfrm>
            </p:grpSpPr>
            <p:sp>
              <p:nvSpPr>
                <p:cNvPr id="3623" name="Google Shape;3623;p67"/>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7"/>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67"/>
              <p:cNvGrpSpPr/>
              <p:nvPr/>
            </p:nvGrpSpPr>
            <p:grpSpPr>
              <a:xfrm>
                <a:off x="4929479" y="3939140"/>
                <a:ext cx="33497" cy="28692"/>
                <a:chOff x="4929479" y="3939140"/>
                <a:chExt cx="33497" cy="28692"/>
              </a:xfrm>
            </p:grpSpPr>
            <p:sp>
              <p:nvSpPr>
                <p:cNvPr id="3626" name="Google Shape;3626;p67"/>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7"/>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67"/>
              <p:cNvGrpSpPr/>
              <p:nvPr/>
            </p:nvGrpSpPr>
            <p:grpSpPr>
              <a:xfrm>
                <a:off x="4907119" y="3986039"/>
                <a:ext cx="33497" cy="28699"/>
                <a:chOff x="4907119" y="3986039"/>
                <a:chExt cx="33497" cy="28699"/>
              </a:xfrm>
            </p:grpSpPr>
            <p:sp>
              <p:nvSpPr>
                <p:cNvPr id="3629" name="Google Shape;3629;p67"/>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7"/>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67"/>
              <p:cNvGrpSpPr/>
              <p:nvPr/>
            </p:nvGrpSpPr>
            <p:grpSpPr>
              <a:xfrm>
                <a:off x="4911783" y="4048102"/>
                <a:ext cx="33591" cy="28762"/>
                <a:chOff x="4911783" y="4048102"/>
                <a:chExt cx="33591" cy="28762"/>
              </a:xfrm>
            </p:grpSpPr>
            <p:sp>
              <p:nvSpPr>
                <p:cNvPr id="3632" name="Google Shape;3632;p67"/>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7"/>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4" name="Google Shape;3634;p67"/>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7"/>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6" name="Google Shape;3636;p67"/>
              <p:cNvGrpSpPr/>
              <p:nvPr/>
            </p:nvGrpSpPr>
            <p:grpSpPr>
              <a:xfrm>
                <a:off x="4762623" y="3837847"/>
                <a:ext cx="42416" cy="36273"/>
                <a:chOff x="4762623" y="3837847"/>
                <a:chExt cx="42416" cy="36273"/>
              </a:xfrm>
            </p:grpSpPr>
            <p:sp>
              <p:nvSpPr>
                <p:cNvPr id="3637" name="Google Shape;3637;p67"/>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7"/>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9" name="Google Shape;3639;p67"/>
              <p:cNvGrpSpPr/>
              <p:nvPr/>
            </p:nvGrpSpPr>
            <p:grpSpPr>
              <a:xfrm>
                <a:off x="4746044" y="4104966"/>
                <a:ext cx="33497" cy="28699"/>
                <a:chOff x="4746044" y="4104966"/>
                <a:chExt cx="33497" cy="28699"/>
              </a:xfrm>
            </p:grpSpPr>
            <p:sp>
              <p:nvSpPr>
                <p:cNvPr id="3640" name="Google Shape;3640;p67"/>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7"/>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2" name="Google Shape;3642;p67"/>
              <p:cNvGrpSpPr/>
              <p:nvPr/>
            </p:nvGrpSpPr>
            <p:grpSpPr>
              <a:xfrm>
                <a:off x="4859646" y="4162554"/>
                <a:ext cx="33591" cy="28762"/>
                <a:chOff x="4859646" y="4162554"/>
                <a:chExt cx="33591" cy="28762"/>
              </a:xfrm>
            </p:grpSpPr>
            <p:sp>
              <p:nvSpPr>
                <p:cNvPr id="3643" name="Google Shape;3643;p67"/>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7"/>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45" name="Google Shape;3645;p67"/>
            <p:cNvGrpSpPr/>
            <p:nvPr/>
          </p:nvGrpSpPr>
          <p:grpSpPr>
            <a:xfrm>
              <a:off x="3597785" y="3274438"/>
              <a:ext cx="855610" cy="1122100"/>
              <a:chOff x="3597785" y="3274438"/>
              <a:chExt cx="855610" cy="1122100"/>
            </a:xfrm>
          </p:grpSpPr>
          <p:grpSp>
            <p:nvGrpSpPr>
              <p:cNvPr id="3646" name="Google Shape;3646;p67"/>
              <p:cNvGrpSpPr/>
              <p:nvPr/>
            </p:nvGrpSpPr>
            <p:grpSpPr>
              <a:xfrm>
                <a:off x="3617857" y="3284717"/>
                <a:ext cx="826785" cy="1099165"/>
                <a:chOff x="3617857" y="3284717"/>
                <a:chExt cx="826785" cy="1099165"/>
              </a:xfrm>
            </p:grpSpPr>
            <p:sp>
              <p:nvSpPr>
                <p:cNvPr id="3647" name="Google Shape;3647;p67"/>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7"/>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7"/>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7"/>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7"/>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7"/>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7"/>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7"/>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7"/>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7"/>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7"/>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7"/>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7"/>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7"/>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7"/>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7"/>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7"/>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7"/>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7"/>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7"/>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7"/>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7"/>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7"/>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7"/>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7"/>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7"/>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7"/>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7"/>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7"/>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7"/>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7"/>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7"/>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7"/>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7"/>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7"/>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7"/>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7"/>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7"/>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7"/>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7"/>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7"/>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7"/>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7"/>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7"/>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7"/>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7"/>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7"/>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7"/>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7"/>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7"/>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7"/>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7"/>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7"/>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7"/>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7"/>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7"/>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3" name="Google Shape;3703;p67"/>
              <p:cNvGrpSpPr/>
              <p:nvPr/>
            </p:nvGrpSpPr>
            <p:grpSpPr>
              <a:xfrm>
                <a:off x="4180904" y="4251758"/>
                <a:ext cx="37783" cy="32420"/>
                <a:chOff x="4180904" y="4251758"/>
                <a:chExt cx="37783" cy="32420"/>
              </a:xfrm>
            </p:grpSpPr>
            <p:sp>
              <p:nvSpPr>
                <p:cNvPr id="3704" name="Google Shape;3704;p67"/>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7"/>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6" name="Google Shape;3706;p67"/>
              <p:cNvGrpSpPr/>
              <p:nvPr/>
            </p:nvGrpSpPr>
            <p:grpSpPr>
              <a:xfrm>
                <a:off x="4201644" y="4081324"/>
                <a:ext cx="37783" cy="32364"/>
                <a:chOff x="4201644" y="4081324"/>
                <a:chExt cx="37783" cy="32364"/>
              </a:xfrm>
            </p:grpSpPr>
            <p:sp>
              <p:nvSpPr>
                <p:cNvPr id="3707" name="Google Shape;3707;p67"/>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7"/>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9" name="Google Shape;3709;p67"/>
              <p:cNvGrpSpPr/>
              <p:nvPr/>
            </p:nvGrpSpPr>
            <p:grpSpPr>
              <a:xfrm>
                <a:off x="4284416" y="3887428"/>
                <a:ext cx="37783" cy="32451"/>
                <a:chOff x="4284416" y="3887428"/>
                <a:chExt cx="37783" cy="32451"/>
              </a:xfrm>
            </p:grpSpPr>
            <p:sp>
              <p:nvSpPr>
                <p:cNvPr id="3710" name="Google Shape;3710;p67"/>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7"/>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2" name="Google Shape;3712;p67"/>
              <p:cNvGrpSpPr/>
              <p:nvPr/>
            </p:nvGrpSpPr>
            <p:grpSpPr>
              <a:xfrm>
                <a:off x="4223721" y="3860404"/>
                <a:ext cx="37870" cy="32364"/>
                <a:chOff x="4223721" y="3860404"/>
                <a:chExt cx="37870" cy="32364"/>
              </a:xfrm>
            </p:grpSpPr>
            <p:sp>
              <p:nvSpPr>
                <p:cNvPr id="3713" name="Google Shape;3713;p67"/>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7"/>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5" name="Google Shape;3715;p67"/>
              <p:cNvGrpSpPr/>
              <p:nvPr/>
            </p:nvGrpSpPr>
            <p:grpSpPr>
              <a:xfrm>
                <a:off x="4104889" y="3699242"/>
                <a:ext cx="37776" cy="32357"/>
                <a:chOff x="4104889" y="3699242"/>
                <a:chExt cx="37776" cy="32357"/>
              </a:xfrm>
            </p:grpSpPr>
            <p:sp>
              <p:nvSpPr>
                <p:cNvPr id="3716" name="Google Shape;3716;p67"/>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7"/>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8" name="Google Shape;3718;p67"/>
              <p:cNvGrpSpPr/>
              <p:nvPr/>
            </p:nvGrpSpPr>
            <p:grpSpPr>
              <a:xfrm>
                <a:off x="4143608" y="3475121"/>
                <a:ext cx="37878" cy="32420"/>
                <a:chOff x="4143608" y="3475121"/>
                <a:chExt cx="37878" cy="32420"/>
              </a:xfrm>
            </p:grpSpPr>
            <p:sp>
              <p:nvSpPr>
                <p:cNvPr id="3719" name="Google Shape;3719;p67"/>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7"/>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1" name="Google Shape;3721;p67"/>
              <p:cNvGrpSpPr/>
              <p:nvPr/>
            </p:nvGrpSpPr>
            <p:grpSpPr>
              <a:xfrm>
                <a:off x="4217248" y="3570893"/>
                <a:ext cx="37776" cy="32364"/>
                <a:chOff x="4217248" y="3570893"/>
                <a:chExt cx="37776" cy="32364"/>
              </a:xfrm>
            </p:grpSpPr>
            <p:sp>
              <p:nvSpPr>
                <p:cNvPr id="3722" name="Google Shape;3722;p67"/>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7"/>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4" name="Google Shape;3724;p67"/>
              <p:cNvGrpSpPr/>
              <p:nvPr/>
            </p:nvGrpSpPr>
            <p:grpSpPr>
              <a:xfrm>
                <a:off x="4255307" y="3431612"/>
                <a:ext cx="37776" cy="32451"/>
                <a:chOff x="4255307" y="3431612"/>
                <a:chExt cx="37776" cy="32451"/>
              </a:xfrm>
            </p:grpSpPr>
            <p:sp>
              <p:nvSpPr>
                <p:cNvPr id="3725" name="Google Shape;3725;p67"/>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7"/>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7" name="Google Shape;3727;p67"/>
              <p:cNvGrpSpPr/>
              <p:nvPr/>
            </p:nvGrpSpPr>
            <p:grpSpPr>
              <a:xfrm>
                <a:off x="3853052" y="3577398"/>
                <a:ext cx="37776" cy="32420"/>
                <a:chOff x="3853052" y="3577398"/>
                <a:chExt cx="37776" cy="32420"/>
              </a:xfrm>
            </p:grpSpPr>
            <p:sp>
              <p:nvSpPr>
                <p:cNvPr id="3728" name="Google Shape;3728;p67"/>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7"/>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0" name="Google Shape;3730;p67"/>
              <p:cNvGrpSpPr/>
              <p:nvPr/>
            </p:nvGrpSpPr>
            <p:grpSpPr>
              <a:xfrm>
                <a:off x="4039908" y="3412107"/>
                <a:ext cx="37776" cy="32357"/>
                <a:chOff x="4039908" y="3412107"/>
                <a:chExt cx="37776" cy="32357"/>
              </a:xfrm>
            </p:grpSpPr>
            <p:sp>
              <p:nvSpPr>
                <p:cNvPr id="3731" name="Google Shape;3731;p67"/>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7"/>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3" name="Google Shape;3733;p67"/>
              <p:cNvGrpSpPr/>
              <p:nvPr/>
            </p:nvGrpSpPr>
            <p:grpSpPr>
              <a:xfrm>
                <a:off x="4017360" y="3342061"/>
                <a:ext cx="37870" cy="32380"/>
                <a:chOff x="4017360" y="3342061"/>
                <a:chExt cx="37870" cy="32380"/>
              </a:xfrm>
            </p:grpSpPr>
            <p:sp>
              <p:nvSpPr>
                <p:cNvPr id="3734" name="Google Shape;3734;p67"/>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7"/>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36" name="Google Shape;3736;p67"/>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7"/>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8" name="Google Shape;3738;p67"/>
              <p:cNvGrpSpPr/>
              <p:nvPr/>
            </p:nvGrpSpPr>
            <p:grpSpPr>
              <a:xfrm>
                <a:off x="3750870" y="3418650"/>
                <a:ext cx="37776" cy="32380"/>
                <a:chOff x="3750870" y="3418650"/>
                <a:chExt cx="37776" cy="32380"/>
              </a:xfrm>
            </p:grpSpPr>
            <p:sp>
              <p:nvSpPr>
                <p:cNvPr id="3739" name="Google Shape;3739;p67"/>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7"/>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1" name="Google Shape;3741;p67"/>
              <p:cNvGrpSpPr/>
              <p:nvPr/>
            </p:nvGrpSpPr>
            <p:grpSpPr>
              <a:xfrm>
                <a:off x="3632509" y="3274438"/>
                <a:ext cx="37783" cy="32357"/>
                <a:chOff x="3632509" y="3274438"/>
                <a:chExt cx="37783" cy="32357"/>
              </a:xfrm>
            </p:grpSpPr>
            <p:sp>
              <p:nvSpPr>
                <p:cNvPr id="3742" name="Google Shape;3742;p67"/>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7"/>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4" name="Google Shape;3744;p67"/>
              <p:cNvGrpSpPr/>
              <p:nvPr/>
            </p:nvGrpSpPr>
            <p:grpSpPr>
              <a:xfrm>
                <a:off x="3906424" y="3297561"/>
                <a:ext cx="37776" cy="32451"/>
                <a:chOff x="3906424" y="3297561"/>
                <a:chExt cx="37776" cy="32451"/>
              </a:xfrm>
            </p:grpSpPr>
            <p:sp>
              <p:nvSpPr>
                <p:cNvPr id="3745" name="Google Shape;3745;p67"/>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7"/>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7" name="Google Shape;3747;p67"/>
              <p:cNvGrpSpPr/>
              <p:nvPr/>
            </p:nvGrpSpPr>
            <p:grpSpPr>
              <a:xfrm>
                <a:off x="3866084" y="3412107"/>
                <a:ext cx="37776" cy="32357"/>
                <a:chOff x="3866084" y="3412107"/>
                <a:chExt cx="37776" cy="32357"/>
              </a:xfrm>
            </p:grpSpPr>
            <p:sp>
              <p:nvSpPr>
                <p:cNvPr id="3748" name="Google Shape;3748;p67"/>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7"/>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0" name="Google Shape;3750;p67"/>
              <p:cNvGrpSpPr/>
              <p:nvPr/>
            </p:nvGrpSpPr>
            <p:grpSpPr>
              <a:xfrm>
                <a:off x="4023919" y="3766409"/>
                <a:ext cx="37783" cy="32357"/>
                <a:chOff x="4023919" y="3766409"/>
                <a:chExt cx="37783" cy="32357"/>
              </a:xfrm>
            </p:grpSpPr>
            <p:sp>
              <p:nvSpPr>
                <p:cNvPr id="3751" name="Google Shape;3751;p67"/>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7"/>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3" name="Google Shape;3753;p67"/>
              <p:cNvGrpSpPr/>
              <p:nvPr/>
            </p:nvGrpSpPr>
            <p:grpSpPr>
              <a:xfrm>
                <a:off x="3973882" y="3779449"/>
                <a:ext cx="37776" cy="32357"/>
                <a:chOff x="3973882" y="3779449"/>
                <a:chExt cx="37776" cy="32357"/>
              </a:xfrm>
            </p:grpSpPr>
            <p:sp>
              <p:nvSpPr>
                <p:cNvPr id="3754" name="Google Shape;3754;p67"/>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7"/>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6" name="Google Shape;3756;p67"/>
              <p:cNvGrpSpPr/>
              <p:nvPr/>
            </p:nvGrpSpPr>
            <p:grpSpPr>
              <a:xfrm>
                <a:off x="4073398" y="3838028"/>
                <a:ext cx="37776" cy="32380"/>
                <a:chOff x="4073398" y="3838028"/>
                <a:chExt cx="37776" cy="32380"/>
              </a:xfrm>
            </p:grpSpPr>
            <p:sp>
              <p:nvSpPr>
                <p:cNvPr id="3757" name="Google Shape;3757;p67"/>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7"/>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 name="Google Shape;3759;p67"/>
              <p:cNvGrpSpPr/>
              <p:nvPr/>
            </p:nvGrpSpPr>
            <p:grpSpPr>
              <a:xfrm>
                <a:off x="4342672" y="4144496"/>
                <a:ext cx="37752" cy="32364"/>
                <a:chOff x="4342672" y="4144496"/>
                <a:chExt cx="37752" cy="32364"/>
              </a:xfrm>
            </p:grpSpPr>
            <p:sp>
              <p:nvSpPr>
                <p:cNvPr id="3760" name="Google Shape;3760;p67"/>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7"/>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2" name="Google Shape;3762;p67"/>
              <p:cNvGrpSpPr/>
              <p:nvPr/>
            </p:nvGrpSpPr>
            <p:grpSpPr>
              <a:xfrm>
                <a:off x="4406386" y="4056872"/>
                <a:ext cx="37783" cy="32364"/>
                <a:chOff x="4406386" y="4056872"/>
                <a:chExt cx="37783" cy="32364"/>
              </a:xfrm>
            </p:grpSpPr>
            <p:sp>
              <p:nvSpPr>
                <p:cNvPr id="3763" name="Google Shape;3763;p67"/>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7"/>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5" name="Google Shape;3765;p67"/>
              <p:cNvGrpSpPr/>
              <p:nvPr/>
            </p:nvGrpSpPr>
            <p:grpSpPr>
              <a:xfrm>
                <a:off x="4284416" y="4245254"/>
                <a:ext cx="37783" cy="32357"/>
                <a:chOff x="4284416" y="4245254"/>
                <a:chExt cx="37783" cy="32357"/>
              </a:xfrm>
            </p:grpSpPr>
            <p:sp>
              <p:nvSpPr>
                <p:cNvPr id="3766" name="Google Shape;3766;p67"/>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7"/>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8" name="Google Shape;3768;p67"/>
              <p:cNvGrpSpPr/>
              <p:nvPr/>
            </p:nvGrpSpPr>
            <p:grpSpPr>
              <a:xfrm>
                <a:off x="4219057" y="4331258"/>
                <a:ext cx="37776" cy="32364"/>
                <a:chOff x="4219057" y="4331258"/>
                <a:chExt cx="37776" cy="32364"/>
              </a:xfrm>
            </p:grpSpPr>
            <p:sp>
              <p:nvSpPr>
                <p:cNvPr id="3769" name="Google Shape;3769;p67"/>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7"/>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1" name="Google Shape;3771;p67"/>
              <p:cNvGrpSpPr/>
              <p:nvPr/>
            </p:nvGrpSpPr>
            <p:grpSpPr>
              <a:xfrm>
                <a:off x="4204122" y="4141688"/>
                <a:ext cx="33497" cy="28699"/>
                <a:chOff x="4204122" y="4141688"/>
                <a:chExt cx="33497" cy="28699"/>
              </a:xfrm>
            </p:grpSpPr>
            <p:sp>
              <p:nvSpPr>
                <p:cNvPr id="3772" name="Google Shape;3772;p67"/>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7"/>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4" name="Google Shape;3774;p67"/>
              <p:cNvGrpSpPr/>
              <p:nvPr/>
            </p:nvGrpSpPr>
            <p:grpSpPr>
              <a:xfrm>
                <a:off x="4301546" y="4003869"/>
                <a:ext cx="38916" cy="33324"/>
                <a:chOff x="4301546" y="4003869"/>
                <a:chExt cx="38916" cy="33324"/>
              </a:xfrm>
            </p:grpSpPr>
            <p:sp>
              <p:nvSpPr>
                <p:cNvPr id="3775" name="Google Shape;3775;p67"/>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7"/>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7" name="Google Shape;3777;p67"/>
              <p:cNvGrpSpPr/>
              <p:nvPr/>
            </p:nvGrpSpPr>
            <p:grpSpPr>
              <a:xfrm>
                <a:off x="4210681" y="3924669"/>
                <a:ext cx="36549" cy="31366"/>
                <a:chOff x="4210681" y="3924669"/>
                <a:chExt cx="36549" cy="31366"/>
              </a:xfrm>
            </p:grpSpPr>
            <p:sp>
              <p:nvSpPr>
                <p:cNvPr id="3778" name="Google Shape;3778;p67"/>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7"/>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0" name="Google Shape;3780;p67"/>
              <p:cNvGrpSpPr/>
              <p:nvPr/>
            </p:nvGrpSpPr>
            <p:grpSpPr>
              <a:xfrm>
                <a:off x="3987771" y="3628874"/>
                <a:ext cx="31499" cy="26993"/>
                <a:chOff x="3987771" y="3628874"/>
                <a:chExt cx="31499" cy="26993"/>
              </a:xfrm>
            </p:grpSpPr>
            <p:sp>
              <p:nvSpPr>
                <p:cNvPr id="3781" name="Google Shape;3781;p67"/>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7"/>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3" name="Google Shape;3783;p67"/>
              <p:cNvGrpSpPr/>
              <p:nvPr/>
            </p:nvGrpSpPr>
            <p:grpSpPr>
              <a:xfrm>
                <a:off x="4087382" y="3775674"/>
                <a:ext cx="31405" cy="26898"/>
                <a:chOff x="4087382" y="3775674"/>
                <a:chExt cx="31405" cy="26898"/>
              </a:xfrm>
            </p:grpSpPr>
            <p:sp>
              <p:nvSpPr>
                <p:cNvPr id="3784" name="Google Shape;3784;p67"/>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7"/>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6" name="Google Shape;3786;p67"/>
              <p:cNvGrpSpPr/>
              <p:nvPr/>
            </p:nvGrpSpPr>
            <p:grpSpPr>
              <a:xfrm>
                <a:off x="4118873" y="3856637"/>
                <a:ext cx="31405" cy="26906"/>
                <a:chOff x="4118873" y="3856637"/>
                <a:chExt cx="31405" cy="26906"/>
              </a:xfrm>
            </p:grpSpPr>
            <p:sp>
              <p:nvSpPr>
                <p:cNvPr id="3787" name="Google Shape;3787;p67"/>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7"/>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9" name="Google Shape;3789;p67"/>
              <p:cNvGrpSpPr/>
              <p:nvPr/>
            </p:nvGrpSpPr>
            <p:grpSpPr>
              <a:xfrm>
                <a:off x="4168541" y="3639523"/>
                <a:ext cx="31499" cy="26906"/>
                <a:chOff x="4168541" y="3639523"/>
                <a:chExt cx="31499" cy="26906"/>
              </a:xfrm>
            </p:grpSpPr>
            <p:sp>
              <p:nvSpPr>
                <p:cNvPr id="3790" name="Google Shape;3790;p67"/>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7"/>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2" name="Google Shape;3792;p67"/>
              <p:cNvGrpSpPr/>
              <p:nvPr/>
            </p:nvGrpSpPr>
            <p:grpSpPr>
              <a:xfrm>
                <a:off x="3965789" y="3393545"/>
                <a:ext cx="31405" cy="26945"/>
                <a:chOff x="3965789" y="3393545"/>
                <a:chExt cx="31405" cy="26945"/>
              </a:xfrm>
            </p:grpSpPr>
            <p:sp>
              <p:nvSpPr>
                <p:cNvPr id="3793" name="Google Shape;3793;p67"/>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7"/>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5" name="Google Shape;3795;p67"/>
              <p:cNvGrpSpPr/>
              <p:nvPr/>
            </p:nvGrpSpPr>
            <p:grpSpPr>
              <a:xfrm>
                <a:off x="3925166" y="3491008"/>
                <a:ext cx="31405" cy="27001"/>
                <a:chOff x="3925166" y="3491008"/>
                <a:chExt cx="31405" cy="27001"/>
              </a:xfrm>
            </p:grpSpPr>
            <p:sp>
              <p:nvSpPr>
                <p:cNvPr id="3796" name="Google Shape;3796;p67"/>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7"/>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8" name="Google Shape;3798;p67"/>
              <p:cNvGrpSpPr/>
              <p:nvPr/>
            </p:nvGrpSpPr>
            <p:grpSpPr>
              <a:xfrm>
                <a:off x="3682845" y="3340976"/>
                <a:ext cx="31397" cy="26898"/>
                <a:chOff x="3682845" y="3340976"/>
                <a:chExt cx="31397" cy="26898"/>
              </a:xfrm>
            </p:grpSpPr>
            <p:sp>
              <p:nvSpPr>
                <p:cNvPr id="3799" name="Google Shape;3799;p67"/>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7"/>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1" name="Google Shape;3801;p67"/>
              <p:cNvGrpSpPr/>
              <p:nvPr/>
            </p:nvGrpSpPr>
            <p:grpSpPr>
              <a:xfrm>
                <a:off x="3795393" y="3353725"/>
                <a:ext cx="31499" cy="26993"/>
                <a:chOff x="3795393" y="3353725"/>
                <a:chExt cx="31499" cy="26993"/>
              </a:xfrm>
            </p:grpSpPr>
            <p:sp>
              <p:nvSpPr>
                <p:cNvPr id="3802" name="Google Shape;3802;p67"/>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7"/>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4" name="Google Shape;3804;p67"/>
              <p:cNvGrpSpPr/>
              <p:nvPr/>
            </p:nvGrpSpPr>
            <p:grpSpPr>
              <a:xfrm>
                <a:off x="4176909" y="4363221"/>
                <a:ext cx="38924" cy="33316"/>
                <a:chOff x="4176909" y="4363221"/>
                <a:chExt cx="38924" cy="33316"/>
              </a:xfrm>
            </p:grpSpPr>
            <p:sp>
              <p:nvSpPr>
                <p:cNvPr id="3805" name="Google Shape;3805;p67"/>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7"/>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7" name="Google Shape;3807;p67"/>
              <p:cNvGrpSpPr/>
              <p:nvPr/>
            </p:nvGrpSpPr>
            <p:grpSpPr>
              <a:xfrm>
                <a:off x="4226191" y="4007660"/>
                <a:ext cx="33560" cy="28770"/>
                <a:chOff x="4226191" y="4007660"/>
                <a:chExt cx="33560" cy="28770"/>
              </a:xfrm>
            </p:grpSpPr>
            <p:sp>
              <p:nvSpPr>
                <p:cNvPr id="3808" name="Google Shape;3808;p67"/>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7"/>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0" name="Google Shape;3810;p67"/>
              <p:cNvGrpSpPr/>
              <p:nvPr/>
            </p:nvGrpSpPr>
            <p:grpSpPr>
              <a:xfrm>
                <a:off x="3597785" y="3377045"/>
                <a:ext cx="33591" cy="28699"/>
                <a:chOff x="3597785" y="3377045"/>
                <a:chExt cx="33591" cy="28699"/>
              </a:xfrm>
            </p:grpSpPr>
            <p:sp>
              <p:nvSpPr>
                <p:cNvPr id="3811" name="Google Shape;3811;p67"/>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7"/>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67"/>
              <p:cNvGrpSpPr/>
              <p:nvPr/>
            </p:nvGrpSpPr>
            <p:grpSpPr>
              <a:xfrm>
                <a:off x="3887870" y="3669796"/>
                <a:ext cx="33591" cy="28692"/>
                <a:chOff x="3887870" y="3669796"/>
                <a:chExt cx="33591" cy="28692"/>
              </a:xfrm>
            </p:grpSpPr>
            <p:sp>
              <p:nvSpPr>
                <p:cNvPr id="3814" name="Google Shape;3814;p67"/>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7"/>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67"/>
              <p:cNvGrpSpPr/>
              <p:nvPr/>
            </p:nvGrpSpPr>
            <p:grpSpPr>
              <a:xfrm>
                <a:off x="3818320" y="3481625"/>
                <a:ext cx="33497" cy="28770"/>
                <a:chOff x="3818320" y="3481625"/>
                <a:chExt cx="33497" cy="28770"/>
              </a:xfrm>
            </p:grpSpPr>
            <p:sp>
              <p:nvSpPr>
                <p:cNvPr id="3817" name="Google Shape;3817;p67"/>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7"/>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67"/>
              <p:cNvGrpSpPr/>
              <p:nvPr/>
            </p:nvGrpSpPr>
            <p:grpSpPr>
              <a:xfrm>
                <a:off x="4278139" y="4120948"/>
                <a:ext cx="37492" cy="32129"/>
                <a:chOff x="4278139" y="4120948"/>
                <a:chExt cx="37492" cy="32129"/>
              </a:xfrm>
            </p:grpSpPr>
            <p:sp>
              <p:nvSpPr>
                <p:cNvPr id="3820" name="Google Shape;3820;p67"/>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7"/>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67"/>
              <p:cNvGrpSpPr/>
              <p:nvPr/>
            </p:nvGrpSpPr>
            <p:grpSpPr>
              <a:xfrm>
                <a:off x="4419898" y="3977388"/>
                <a:ext cx="33497" cy="28692"/>
                <a:chOff x="4419898" y="3977388"/>
                <a:chExt cx="33497" cy="28692"/>
              </a:xfrm>
            </p:grpSpPr>
            <p:sp>
              <p:nvSpPr>
                <p:cNvPr id="3823" name="Google Shape;3823;p67"/>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7"/>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67"/>
              <p:cNvGrpSpPr/>
              <p:nvPr/>
            </p:nvGrpSpPr>
            <p:grpSpPr>
              <a:xfrm>
                <a:off x="4158930" y="4034684"/>
                <a:ext cx="33497" cy="28762"/>
                <a:chOff x="4158930" y="4034684"/>
                <a:chExt cx="33497" cy="28762"/>
              </a:xfrm>
            </p:grpSpPr>
            <p:sp>
              <p:nvSpPr>
                <p:cNvPr id="3826" name="Google Shape;3826;p67"/>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7"/>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8" name="Google Shape;3828;p67"/>
              <p:cNvGrpSpPr/>
              <p:nvPr/>
            </p:nvGrpSpPr>
            <p:grpSpPr>
              <a:xfrm>
                <a:off x="4134949" y="3957049"/>
                <a:ext cx="33497" cy="28770"/>
                <a:chOff x="4134949" y="3957049"/>
                <a:chExt cx="33497" cy="28770"/>
              </a:xfrm>
            </p:grpSpPr>
            <p:sp>
              <p:nvSpPr>
                <p:cNvPr id="3829" name="Google Shape;3829;p67"/>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7"/>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1" name="Google Shape;3831;p67"/>
              <p:cNvGrpSpPr/>
              <p:nvPr/>
            </p:nvGrpSpPr>
            <p:grpSpPr>
              <a:xfrm>
                <a:off x="4193653" y="4184403"/>
                <a:ext cx="43580" cy="37264"/>
                <a:chOff x="4193653" y="4184403"/>
                <a:chExt cx="43580" cy="37264"/>
              </a:xfrm>
            </p:grpSpPr>
            <p:sp>
              <p:nvSpPr>
                <p:cNvPr id="3832" name="Google Shape;3832;p67"/>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7"/>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4" name="Google Shape;3834;p67"/>
              <p:cNvGrpSpPr/>
              <p:nvPr/>
            </p:nvGrpSpPr>
            <p:grpSpPr>
              <a:xfrm>
                <a:off x="4343600" y="3943844"/>
                <a:ext cx="43580" cy="37312"/>
                <a:chOff x="4343600" y="3943844"/>
                <a:chExt cx="43580" cy="37312"/>
              </a:xfrm>
            </p:grpSpPr>
            <p:sp>
              <p:nvSpPr>
                <p:cNvPr id="3835" name="Google Shape;3835;p67"/>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7"/>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7" name="Google Shape;3837;p67"/>
              <p:cNvGrpSpPr/>
              <p:nvPr/>
            </p:nvGrpSpPr>
            <p:grpSpPr>
              <a:xfrm>
                <a:off x="4172339" y="3381693"/>
                <a:ext cx="31499" cy="27001"/>
                <a:chOff x="4172339" y="3381693"/>
                <a:chExt cx="31499" cy="27001"/>
              </a:xfrm>
            </p:grpSpPr>
            <p:sp>
              <p:nvSpPr>
                <p:cNvPr id="3838" name="Google Shape;3838;p67"/>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7"/>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840" name="Google Shape;3840;p67"/>
          <p:cNvGrpSpPr/>
          <p:nvPr/>
        </p:nvGrpSpPr>
        <p:grpSpPr>
          <a:xfrm>
            <a:off x="6647587" y="3567393"/>
            <a:ext cx="560636" cy="516497"/>
            <a:chOff x="6652051" y="3714143"/>
            <a:chExt cx="560636" cy="516497"/>
          </a:xfrm>
        </p:grpSpPr>
        <p:grpSp>
          <p:nvGrpSpPr>
            <p:cNvPr id="3841" name="Google Shape;3841;p67"/>
            <p:cNvGrpSpPr/>
            <p:nvPr/>
          </p:nvGrpSpPr>
          <p:grpSpPr>
            <a:xfrm>
              <a:off x="6669657" y="3716715"/>
              <a:ext cx="466768" cy="464314"/>
              <a:chOff x="3139766" y="765669"/>
              <a:chExt cx="886380" cy="881888"/>
            </a:xfrm>
          </p:grpSpPr>
          <p:grpSp>
            <p:nvGrpSpPr>
              <p:cNvPr id="3842" name="Google Shape;3842;p67"/>
              <p:cNvGrpSpPr/>
              <p:nvPr/>
            </p:nvGrpSpPr>
            <p:grpSpPr>
              <a:xfrm>
                <a:off x="3139766" y="765669"/>
                <a:ext cx="886380" cy="881888"/>
                <a:chOff x="3139766" y="765669"/>
                <a:chExt cx="886380" cy="881888"/>
              </a:xfrm>
            </p:grpSpPr>
            <p:sp>
              <p:nvSpPr>
                <p:cNvPr id="3843" name="Google Shape;3843;p6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2" name="Google Shape;3852;p6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6" name="Google Shape;3856;p6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7" name="Google Shape;3857;p67"/>
          <p:cNvGrpSpPr/>
          <p:nvPr/>
        </p:nvGrpSpPr>
        <p:grpSpPr>
          <a:xfrm>
            <a:off x="7646296" y="3047976"/>
            <a:ext cx="104231" cy="320340"/>
            <a:chOff x="7564426" y="3224343"/>
            <a:chExt cx="119985" cy="368801"/>
          </a:xfrm>
        </p:grpSpPr>
        <p:sp>
          <p:nvSpPr>
            <p:cNvPr id="3858" name="Google Shape;3858;p6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0" name="Google Shape;3860;p67"/>
          <p:cNvGrpSpPr/>
          <p:nvPr/>
        </p:nvGrpSpPr>
        <p:grpSpPr>
          <a:xfrm>
            <a:off x="7345785" y="3042077"/>
            <a:ext cx="189489" cy="332132"/>
            <a:chOff x="8370831" y="3202002"/>
            <a:chExt cx="218129" cy="382376"/>
          </a:xfrm>
        </p:grpSpPr>
        <p:sp>
          <p:nvSpPr>
            <p:cNvPr id="3861" name="Google Shape;3861;p6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3" name="Google Shape;3863;p67"/>
          <p:cNvGrpSpPr/>
          <p:nvPr/>
        </p:nvGrpSpPr>
        <p:grpSpPr>
          <a:xfrm>
            <a:off x="8069174" y="3453209"/>
            <a:ext cx="309429" cy="267000"/>
            <a:chOff x="6742064" y="3750480"/>
            <a:chExt cx="399315" cy="344560"/>
          </a:xfrm>
        </p:grpSpPr>
        <p:sp>
          <p:nvSpPr>
            <p:cNvPr id="3864" name="Google Shape;3864;p6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6" name="Google Shape;3866;p67"/>
          <p:cNvGrpSpPr/>
          <p:nvPr/>
        </p:nvGrpSpPr>
        <p:grpSpPr>
          <a:xfrm>
            <a:off x="7608193" y="3804257"/>
            <a:ext cx="180437" cy="281608"/>
            <a:chOff x="7248525" y="3739696"/>
            <a:chExt cx="230531" cy="359790"/>
          </a:xfrm>
        </p:grpSpPr>
        <p:sp>
          <p:nvSpPr>
            <p:cNvPr id="3867" name="Google Shape;3867;p6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9" name="Google Shape;3869;p67"/>
          <p:cNvGrpSpPr/>
          <p:nvPr/>
        </p:nvGrpSpPr>
        <p:grpSpPr>
          <a:xfrm>
            <a:off x="7854113" y="3447481"/>
            <a:ext cx="162896" cy="278710"/>
            <a:chOff x="7601242" y="3729267"/>
            <a:chExt cx="222566" cy="380803"/>
          </a:xfrm>
        </p:grpSpPr>
        <p:sp>
          <p:nvSpPr>
            <p:cNvPr id="3870" name="Google Shape;3870;p6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2" name="Google Shape;3872;p67"/>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3" name="Google Shape;3873;p67"/>
          <p:cNvGrpSpPr/>
          <p:nvPr/>
        </p:nvGrpSpPr>
        <p:grpSpPr>
          <a:xfrm>
            <a:off x="7343758" y="3448622"/>
            <a:ext cx="193543" cy="275990"/>
            <a:chOff x="8304647" y="3738687"/>
            <a:chExt cx="225076" cy="320956"/>
          </a:xfrm>
        </p:grpSpPr>
        <p:sp>
          <p:nvSpPr>
            <p:cNvPr id="3874" name="Google Shape;3874;p6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7" name="Google Shape;3877;p67"/>
          <p:cNvGrpSpPr/>
          <p:nvPr/>
        </p:nvGrpSpPr>
        <p:grpSpPr>
          <a:xfrm>
            <a:off x="7616251" y="3448622"/>
            <a:ext cx="178492" cy="275990"/>
            <a:chOff x="8615101" y="3738687"/>
            <a:chExt cx="207573" cy="320956"/>
          </a:xfrm>
        </p:grpSpPr>
        <p:sp>
          <p:nvSpPr>
            <p:cNvPr id="3878" name="Google Shape;3878;p6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1" name="Google Shape;3881;p67"/>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2" name="Google Shape;3882;p67"/>
          <p:cNvGrpSpPr/>
          <p:nvPr/>
        </p:nvGrpSpPr>
        <p:grpSpPr>
          <a:xfrm>
            <a:off x="7841782" y="3851282"/>
            <a:ext cx="187557" cy="187557"/>
            <a:chOff x="8565775" y="671075"/>
            <a:chExt cx="441000" cy="441000"/>
          </a:xfrm>
        </p:grpSpPr>
        <p:sp>
          <p:nvSpPr>
            <p:cNvPr id="3883" name="Google Shape;3883;p6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5" name="Google Shape;3885;p67"/>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7"/>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7" name="Google Shape;3887;p67"/>
          <p:cNvGrpSpPr/>
          <p:nvPr/>
        </p:nvGrpSpPr>
        <p:grpSpPr>
          <a:xfrm>
            <a:off x="5996254" y="2923808"/>
            <a:ext cx="587865" cy="517731"/>
            <a:chOff x="6000718" y="3070557"/>
            <a:chExt cx="587865" cy="517731"/>
          </a:xfrm>
        </p:grpSpPr>
        <p:sp>
          <p:nvSpPr>
            <p:cNvPr id="3888" name="Google Shape;3888;p6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8" name="Google Shape;3898;p67"/>
          <p:cNvGrpSpPr/>
          <p:nvPr/>
        </p:nvGrpSpPr>
        <p:grpSpPr>
          <a:xfrm>
            <a:off x="6011059" y="3567468"/>
            <a:ext cx="557665" cy="516387"/>
            <a:chOff x="6015523" y="3714217"/>
            <a:chExt cx="557665" cy="516387"/>
          </a:xfrm>
        </p:grpSpPr>
        <p:grpSp>
          <p:nvGrpSpPr>
            <p:cNvPr id="3899" name="Google Shape;3899;p67"/>
            <p:cNvGrpSpPr/>
            <p:nvPr/>
          </p:nvGrpSpPr>
          <p:grpSpPr>
            <a:xfrm>
              <a:off x="6036094" y="3716980"/>
              <a:ext cx="529822" cy="510480"/>
              <a:chOff x="3148311" y="-545634"/>
              <a:chExt cx="1006118" cy="969572"/>
            </a:xfrm>
          </p:grpSpPr>
          <p:sp>
            <p:nvSpPr>
              <p:cNvPr id="3900" name="Google Shape;3900;p6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0" name="Google Shape;3910;p6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1" name="Google Shape;3911;p67"/>
          <p:cNvGrpSpPr/>
          <p:nvPr/>
        </p:nvGrpSpPr>
        <p:grpSpPr>
          <a:xfrm>
            <a:off x="6639841" y="2926879"/>
            <a:ext cx="576302" cy="511871"/>
            <a:chOff x="6644304" y="3073628"/>
            <a:chExt cx="576302" cy="511871"/>
          </a:xfrm>
        </p:grpSpPr>
        <p:grpSp>
          <p:nvGrpSpPr>
            <p:cNvPr id="3912" name="Google Shape;3912;p67"/>
            <p:cNvGrpSpPr/>
            <p:nvPr/>
          </p:nvGrpSpPr>
          <p:grpSpPr>
            <a:xfrm>
              <a:off x="6712169" y="3073651"/>
              <a:ext cx="481611" cy="506713"/>
              <a:chOff x="1833536" y="-546641"/>
              <a:chExt cx="914567" cy="962419"/>
            </a:xfrm>
          </p:grpSpPr>
          <p:grpSp>
            <p:nvGrpSpPr>
              <p:cNvPr id="3913" name="Google Shape;3913;p67"/>
              <p:cNvGrpSpPr/>
              <p:nvPr/>
            </p:nvGrpSpPr>
            <p:grpSpPr>
              <a:xfrm>
                <a:off x="1833536" y="-524249"/>
                <a:ext cx="914567" cy="940027"/>
                <a:chOff x="1833536" y="-524249"/>
                <a:chExt cx="914567" cy="940027"/>
              </a:xfrm>
            </p:grpSpPr>
            <p:sp>
              <p:nvSpPr>
                <p:cNvPr id="3914" name="Google Shape;3914;p6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9" name="Google Shape;3919;p6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3" name="Google Shape;3923;p6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4" name="Google Shape;3924;p67"/>
          <p:cNvGrpSpPr/>
          <p:nvPr/>
        </p:nvGrpSpPr>
        <p:grpSpPr>
          <a:xfrm>
            <a:off x="5904877" y="1016248"/>
            <a:ext cx="2435960" cy="1297725"/>
            <a:chOff x="233350" y="949250"/>
            <a:chExt cx="7137300" cy="3802300"/>
          </a:xfrm>
        </p:grpSpPr>
        <p:sp>
          <p:nvSpPr>
            <p:cNvPr id="3925" name="Google Shape;3925;p6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6" name="Google Shape;3976;p67"/>
          <p:cNvGrpSpPr/>
          <p:nvPr/>
        </p:nvGrpSpPr>
        <p:grpSpPr>
          <a:xfrm>
            <a:off x="3530626" y="1013128"/>
            <a:ext cx="2078182" cy="1366558"/>
            <a:chOff x="235800" y="830650"/>
            <a:chExt cx="6978450" cy="4588844"/>
          </a:xfrm>
        </p:grpSpPr>
        <p:sp>
          <p:nvSpPr>
            <p:cNvPr id="3977" name="Google Shape;3977;p67"/>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7"/>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7"/>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7"/>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7"/>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7"/>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3" name="Google Shape;3983;p67"/>
          <p:cNvGrpSpPr/>
          <p:nvPr/>
        </p:nvGrpSpPr>
        <p:grpSpPr>
          <a:xfrm>
            <a:off x="698034" y="977939"/>
            <a:ext cx="2665073" cy="1317140"/>
            <a:chOff x="793334" y="1192826"/>
            <a:chExt cx="2665073" cy="1317140"/>
          </a:xfrm>
        </p:grpSpPr>
        <p:sp>
          <p:nvSpPr>
            <p:cNvPr id="3984" name="Google Shape;3984;p6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7955" name="Google Shape;7955;p68"/>
          <p:cNvGrpSpPr/>
          <p:nvPr/>
        </p:nvGrpSpPr>
        <p:grpSpPr>
          <a:xfrm>
            <a:off x="2100561" y="3398658"/>
            <a:ext cx="1102891" cy="760337"/>
            <a:chOff x="4967783" y="2151471"/>
            <a:chExt cx="3920692" cy="2702940"/>
          </a:xfrm>
        </p:grpSpPr>
        <p:grpSp>
          <p:nvGrpSpPr>
            <p:cNvPr id="7956" name="Google Shape;7956;p68"/>
            <p:cNvGrpSpPr/>
            <p:nvPr/>
          </p:nvGrpSpPr>
          <p:grpSpPr>
            <a:xfrm>
              <a:off x="5045709" y="2252109"/>
              <a:ext cx="3761071" cy="2501708"/>
              <a:chOff x="2691784" y="1805334"/>
              <a:chExt cx="3761071" cy="2501708"/>
            </a:xfrm>
          </p:grpSpPr>
          <p:sp>
            <p:nvSpPr>
              <p:cNvPr id="7957" name="Google Shape;7957;p6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4" name="Google Shape;7964;p68"/>
            <p:cNvGrpSpPr/>
            <p:nvPr/>
          </p:nvGrpSpPr>
          <p:grpSpPr>
            <a:xfrm>
              <a:off x="4967783" y="2151471"/>
              <a:ext cx="3920692" cy="2702940"/>
              <a:chOff x="2613858" y="1704696"/>
              <a:chExt cx="3920692" cy="2702940"/>
            </a:xfrm>
          </p:grpSpPr>
          <p:sp>
            <p:nvSpPr>
              <p:cNvPr id="7965" name="Google Shape;7965;p6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0" name="Google Shape;7970;p68"/>
          <p:cNvGrpSpPr/>
          <p:nvPr/>
        </p:nvGrpSpPr>
        <p:grpSpPr>
          <a:xfrm>
            <a:off x="3504470" y="1286935"/>
            <a:ext cx="1561911" cy="708580"/>
            <a:chOff x="3530532" y="1496185"/>
            <a:chExt cx="1561911" cy="708580"/>
          </a:xfrm>
        </p:grpSpPr>
        <p:grpSp>
          <p:nvGrpSpPr>
            <p:cNvPr id="7971" name="Google Shape;7971;p68"/>
            <p:cNvGrpSpPr/>
            <p:nvPr/>
          </p:nvGrpSpPr>
          <p:grpSpPr>
            <a:xfrm>
              <a:off x="3720318" y="1857562"/>
              <a:ext cx="1372125" cy="54"/>
              <a:chOff x="3720318" y="1857562"/>
              <a:chExt cx="1372125" cy="54"/>
            </a:xfrm>
          </p:grpSpPr>
          <p:cxnSp>
            <p:nvCxnSpPr>
              <p:cNvPr id="7972" name="Google Shape;7972;p68"/>
              <p:cNvCxnSpPr>
                <a:endCxn id="797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74" name="Google Shape;7974;p6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75" name="Google Shape;7975;p6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76" name="Google Shape;7976;p68"/>
              <p:cNvCxnSpPr>
                <a:stCxn id="797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77" name="Google Shape;7977;p68"/>
            <p:cNvGrpSpPr/>
            <p:nvPr/>
          </p:nvGrpSpPr>
          <p:grpSpPr>
            <a:xfrm>
              <a:off x="3567462" y="1496185"/>
              <a:ext cx="286500" cy="272914"/>
              <a:chOff x="3567462" y="1496185"/>
              <a:chExt cx="286500" cy="272914"/>
            </a:xfrm>
          </p:grpSpPr>
          <p:cxnSp>
            <p:nvCxnSpPr>
              <p:cNvPr id="7978" name="Google Shape;7978;p6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79" name="Google Shape;7979;p6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0" name="Google Shape;7980;p6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2" name="Google Shape;7982;p68"/>
            <p:cNvGrpSpPr/>
            <p:nvPr/>
          </p:nvGrpSpPr>
          <p:grpSpPr>
            <a:xfrm>
              <a:off x="3929014" y="1960574"/>
              <a:ext cx="286500" cy="242342"/>
              <a:chOff x="3929014" y="1960574"/>
              <a:chExt cx="286500" cy="242342"/>
            </a:xfrm>
          </p:grpSpPr>
          <p:cxnSp>
            <p:nvCxnSpPr>
              <p:cNvPr id="7983" name="Google Shape;7983;p6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84" name="Google Shape;7984;p6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5" name="Google Shape;7985;p68"/>
            <p:cNvGrpSpPr/>
            <p:nvPr/>
          </p:nvGrpSpPr>
          <p:grpSpPr>
            <a:xfrm>
              <a:off x="4290828" y="1496185"/>
              <a:ext cx="286500" cy="272914"/>
              <a:chOff x="4290828" y="1496185"/>
              <a:chExt cx="286500" cy="272914"/>
            </a:xfrm>
          </p:grpSpPr>
          <p:cxnSp>
            <p:nvCxnSpPr>
              <p:cNvPr id="7986" name="Google Shape;7986;p6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87" name="Google Shape;7987;p6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8" name="Google Shape;7988;p6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9" name="Google Shape;7989;p68"/>
            <p:cNvGrpSpPr/>
            <p:nvPr/>
          </p:nvGrpSpPr>
          <p:grpSpPr>
            <a:xfrm>
              <a:off x="4657726" y="1959674"/>
              <a:ext cx="286500" cy="245092"/>
              <a:chOff x="4657726" y="1959674"/>
              <a:chExt cx="286500" cy="245092"/>
            </a:xfrm>
          </p:grpSpPr>
          <p:cxnSp>
            <p:nvCxnSpPr>
              <p:cNvPr id="7990" name="Google Shape;7990;p6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91" name="Google Shape;7991;p6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92" name="Google Shape;7992;p68"/>
          <p:cNvGrpSpPr/>
          <p:nvPr/>
        </p:nvGrpSpPr>
        <p:grpSpPr>
          <a:xfrm>
            <a:off x="3486489" y="2149032"/>
            <a:ext cx="1597032" cy="378649"/>
            <a:chOff x="3512551" y="2358282"/>
            <a:chExt cx="1597032" cy="378649"/>
          </a:xfrm>
        </p:grpSpPr>
        <p:grpSp>
          <p:nvGrpSpPr>
            <p:cNvPr id="7993" name="Google Shape;7993;p68"/>
            <p:cNvGrpSpPr/>
            <p:nvPr/>
          </p:nvGrpSpPr>
          <p:grpSpPr>
            <a:xfrm>
              <a:off x="3738198" y="2553002"/>
              <a:ext cx="1145834" cy="117"/>
              <a:chOff x="3738198" y="2553002"/>
              <a:chExt cx="1145834" cy="117"/>
            </a:xfrm>
          </p:grpSpPr>
          <p:cxnSp>
            <p:nvCxnSpPr>
              <p:cNvPr id="7994" name="Google Shape;7994;p6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95" name="Google Shape;7995;p6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96" name="Google Shape;7996;p68"/>
              <p:cNvCxnSpPr>
                <a:stCxn id="7997" idx="6"/>
                <a:endCxn id="799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99" name="Google Shape;7999;p68"/>
            <p:cNvGrpSpPr/>
            <p:nvPr/>
          </p:nvGrpSpPr>
          <p:grpSpPr>
            <a:xfrm>
              <a:off x="3969644" y="2440153"/>
              <a:ext cx="225900" cy="296779"/>
              <a:chOff x="3969644" y="2440153"/>
              <a:chExt cx="225900" cy="296779"/>
            </a:xfrm>
          </p:grpSpPr>
          <p:cxnSp>
            <p:nvCxnSpPr>
              <p:cNvPr id="8000" name="Google Shape;8000;p6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998" name="Google Shape;7998;p6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68"/>
            <p:cNvGrpSpPr/>
            <p:nvPr/>
          </p:nvGrpSpPr>
          <p:grpSpPr>
            <a:xfrm>
              <a:off x="4426818" y="2358282"/>
              <a:ext cx="225600" cy="307471"/>
              <a:chOff x="4426818" y="2358282"/>
              <a:chExt cx="225600" cy="307471"/>
            </a:xfrm>
          </p:grpSpPr>
          <p:cxnSp>
            <p:nvCxnSpPr>
              <p:cNvPr id="8003" name="Google Shape;8003;p68"/>
              <p:cNvCxnSpPr>
                <a:stCxn id="800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005" name="Google Shape;8005;p6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68"/>
            <p:cNvGrpSpPr/>
            <p:nvPr/>
          </p:nvGrpSpPr>
          <p:grpSpPr>
            <a:xfrm>
              <a:off x="4883984" y="2440153"/>
              <a:ext cx="225600" cy="296479"/>
              <a:chOff x="4883984" y="2440153"/>
              <a:chExt cx="225600" cy="296479"/>
            </a:xfrm>
          </p:grpSpPr>
          <p:cxnSp>
            <p:nvCxnSpPr>
              <p:cNvPr id="8007" name="Google Shape;8007;p6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008" name="Google Shape;8008;p6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0" name="Google Shape;8010;p68"/>
            <p:cNvGrpSpPr/>
            <p:nvPr/>
          </p:nvGrpSpPr>
          <p:grpSpPr>
            <a:xfrm>
              <a:off x="3512551" y="2358356"/>
              <a:ext cx="225647" cy="307629"/>
              <a:chOff x="2182679" y="2005014"/>
              <a:chExt cx="792300" cy="1080158"/>
            </a:xfrm>
          </p:grpSpPr>
          <p:cxnSp>
            <p:nvCxnSpPr>
              <p:cNvPr id="8011" name="Google Shape;8011;p68"/>
              <p:cNvCxnSpPr>
                <a:stCxn id="801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97" name="Google Shape;7997;p6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13" name="Google Shape;8013;p68"/>
          <p:cNvGrpSpPr/>
          <p:nvPr/>
        </p:nvGrpSpPr>
        <p:grpSpPr>
          <a:xfrm>
            <a:off x="6846571" y="972829"/>
            <a:ext cx="1559809" cy="722610"/>
            <a:chOff x="634175" y="2986275"/>
            <a:chExt cx="3147949" cy="1458344"/>
          </a:xfrm>
        </p:grpSpPr>
        <p:cxnSp>
          <p:nvCxnSpPr>
            <p:cNvPr id="8014" name="Google Shape;8014;p68"/>
            <p:cNvCxnSpPr>
              <a:stCxn id="8015" idx="4"/>
              <a:endCxn id="801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017" name="Google Shape;8017;p68"/>
            <p:cNvCxnSpPr>
              <a:stCxn id="8016" idx="0"/>
              <a:endCxn id="801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19" name="Google Shape;8019;p68"/>
            <p:cNvCxnSpPr>
              <a:stCxn id="8018" idx="4"/>
              <a:endCxn id="802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21" name="Google Shape;8021;p68"/>
            <p:cNvCxnSpPr>
              <a:stCxn id="8020" idx="0"/>
              <a:endCxn id="802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022" name="Google Shape;8022;p6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18" name="Google Shape;8018;p6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15" name="Google Shape;8015;p6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20" name="Google Shape;8020;p6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16" name="Google Shape;8016;p6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023" name="Google Shape;8023;p68"/>
          <p:cNvGrpSpPr/>
          <p:nvPr/>
        </p:nvGrpSpPr>
        <p:grpSpPr>
          <a:xfrm>
            <a:off x="3500361" y="2682737"/>
            <a:ext cx="1570719" cy="294123"/>
            <a:chOff x="998425" y="1182125"/>
            <a:chExt cx="1065400" cy="199500"/>
          </a:xfrm>
        </p:grpSpPr>
        <p:sp>
          <p:nvSpPr>
            <p:cNvPr id="8024" name="Google Shape;8024;p6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68"/>
          <p:cNvGrpSpPr/>
          <p:nvPr/>
        </p:nvGrpSpPr>
        <p:grpSpPr>
          <a:xfrm>
            <a:off x="6843617" y="1800224"/>
            <a:ext cx="1565716" cy="366729"/>
            <a:chOff x="1247650" y="2075423"/>
            <a:chExt cx="6648477" cy="1557238"/>
          </a:xfrm>
        </p:grpSpPr>
        <p:sp>
          <p:nvSpPr>
            <p:cNvPr id="8030" name="Google Shape;8030;p6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68"/>
          <p:cNvGrpSpPr/>
          <p:nvPr/>
        </p:nvGrpSpPr>
        <p:grpSpPr>
          <a:xfrm>
            <a:off x="6827929" y="2949039"/>
            <a:ext cx="1597061" cy="663440"/>
            <a:chOff x="6796238" y="3158297"/>
            <a:chExt cx="1630319" cy="677257"/>
          </a:xfrm>
        </p:grpSpPr>
        <p:cxnSp>
          <p:nvCxnSpPr>
            <p:cNvPr id="8037" name="Google Shape;8037;p6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038" name="Google Shape;8038;p6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039" name="Google Shape;8039;p6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040" name="Google Shape;8040;p6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041" name="Google Shape;8041;p68"/>
            <p:cNvGrpSpPr/>
            <p:nvPr/>
          </p:nvGrpSpPr>
          <p:grpSpPr>
            <a:xfrm>
              <a:off x="6796238" y="3311904"/>
              <a:ext cx="1630319" cy="377697"/>
              <a:chOff x="6796238" y="3311904"/>
              <a:chExt cx="1630319" cy="377697"/>
            </a:xfrm>
          </p:grpSpPr>
          <p:sp>
            <p:nvSpPr>
              <p:cNvPr id="8042" name="Google Shape;8042;p6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45" name="Google Shape;8045;p68"/>
          <p:cNvGrpSpPr/>
          <p:nvPr/>
        </p:nvGrpSpPr>
        <p:grpSpPr>
          <a:xfrm>
            <a:off x="5349067" y="970431"/>
            <a:ext cx="1368606" cy="1593805"/>
            <a:chOff x="1839112" y="2209163"/>
            <a:chExt cx="1918159" cy="2233784"/>
          </a:xfrm>
        </p:grpSpPr>
        <p:sp>
          <p:nvSpPr>
            <p:cNvPr id="8046" name="Google Shape;8046;p6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49" name="Google Shape;8049;p68"/>
            <p:cNvCxnSpPr>
              <a:stCxn id="8046" idx="6"/>
              <a:endCxn id="804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050" name="Google Shape;8050;p68"/>
            <p:cNvCxnSpPr>
              <a:stCxn id="8047" idx="4"/>
              <a:endCxn id="805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052" name="Google Shape;8052;p68"/>
            <p:cNvCxnSpPr>
              <a:stCxn id="8051" idx="6"/>
              <a:endCxn id="804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053" name="Google Shape;8053;p68"/>
            <p:cNvCxnSpPr>
              <a:stCxn id="8048" idx="4"/>
              <a:endCxn id="805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051" name="Google Shape;8051;p6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6" name="Google Shape;8056;p68"/>
            <p:cNvCxnSpPr>
              <a:endCxn id="805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057" name="Google Shape;8057;p68"/>
          <p:cNvGrpSpPr/>
          <p:nvPr/>
        </p:nvGrpSpPr>
        <p:grpSpPr>
          <a:xfrm>
            <a:off x="3481440" y="976667"/>
            <a:ext cx="1637968" cy="154942"/>
            <a:chOff x="238125" y="2506075"/>
            <a:chExt cx="7115411" cy="673075"/>
          </a:xfrm>
        </p:grpSpPr>
        <p:sp>
          <p:nvSpPr>
            <p:cNvPr id="8058" name="Google Shape;8058;p6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68"/>
          <p:cNvGrpSpPr/>
          <p:nvPr/>
        </p:nvGrpSpPr>
        <p:grpSpPr>
          <a:xfrm>
            <a:off x="720125" y="1298264"/>
            <a:ext cx="2476762" cy="91743"/>
            <a:chOff x="1464850" y="436376"/>
            <a:chExt cx="6001362" cy="222300"/>
          </a:xfrm>
        </p:grpSpPr>
        <p:sp>
          <p:nvSpPr>
            <p:cNvPr id="8064" name="Google Shape;8064;p6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69" name="Google Shape;8069;p6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070" name="Google Shape;8070;p6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071" name="Google Shape;8071;p6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072" name="Google Shape;8072;p6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73" name="Google Shape;8073;p68"/>
          <p:cNvGrpSpPr/>
          <p:nvPr/>
        </p:nvGrpSpPr>
        <p:grpSpPr>
          <a:xfrm>
            <a:off x="706392" y="2533730"/>
            <a:ext cx="1452710" cy="651923"/>
            <a:chOff x="803162" y="2667727"/>
            <a:chExt cx="1411906" cy="633611"/>
          </a:xfrm>
        </p:grpSpPr>
        <p:cxnSp>
          <p:nvCxnSpPr>
            <p:cNvPr id="8074" name="Google Shape;8074;p68"/>
            <p:cNvCxnSpPr>
              <a:stCxn id="8075" idx="2"/>
              <a:endCxn id="807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77" name="Google Shape;8077;p68"/>
            <p:cNvCxnSpPr>
              <a:stCxn id="8078" idx="0"/>
              <a:endCxn id="807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79" name="Google Shape;8079;p68"/>
            <p:cNvCxnSpPr>
              <a:stCxn id="8078" idx="2"/>
              <a:endCxn id="808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81" name="Google Shape;8081;p68"/>
            <p:cNvCxnSpPr>
              <a:stCxn id="8082" idx="0"/>
              <a:endCxn id="807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83" name="Google Shape;8083;p68"/>
            <p:cNvCxnSpPr>
              <a:stCxn id="8076" idx="2"/>
              <a:endCxn id="808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85" name="Google Shape;8085;p68"/>
            <p:cNvCxnSpPr>
              <a:stCxn id="8086" idx="0"/>
              <a:endCxn id="807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82" name="Google Shape;8082;p6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80" name="Google Shape;8080;p6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86" name="Google Shape;8086;p6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84" name="Google Shape;8084;p6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76" name="Google Shape;8076;p6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78" name="Google Shape;8078;p6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75" name="Google Shape;8075;p6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87" name="Google Shape;8087;p68"/>
          <p:cNvGrpSpPr/>
          <p:nvPr/>
        </p:nvGrpSpPr>
        <p:grpSpPr>
          <a:xfrm>
            <a:off x="706394" y="969268"/>
            <a:ext cx="2518541" cy="209309"/>
            <a:chOff x="803163" y="1111966"/>
            <a:chExt cx="2447800" cy="203430"/>
          </a:xfrm>
        </p:grpSpPr>
        <p:grpSp>
          <p:nvGrpSpPr>
            <p:cNvPr id="8088" name="Google Shape;8088;p68"/>
            <p:cNvGrpSpPr/>
            <p:nvPr/>
          </p:nvGrpSpPr>
          <p:grpSpPr>
            <a:xfrm>
              <a:off x="1958180" y="1111966"/>
              <a:ext cx="588019" cy="121396"/>
              <a:chOff x="4808316" y="2800065"/>
              <a:chExt cx="1999386" cy="412910"/>
            </a:xfrm>
          </p:grpSpPr>
          <p:sp>
            <p:nvSpPr>
              <p:cNvPr id="8089" name="Google Shape;8089;p6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0" name="Google Shape;8090;p68"/>
              <p:cNvGrpSpPr/>
              <p:nvPr/>
            </p:nvGrpSpPr>
            <p:grpSpPr>
              <a:xfrm>
                <a:off x="4808316" y="2800065"/>
                <a:ext cx="92400" cy="411825"/>
                <a:chOff x="845575" y="2563700"/>
                <a:chExt cx="92400" cy="411825"/>
              </a:xfrm>
            </p:grpSpPr>
            <p:cxnSp>
              <p:nvCxnSpPr>
                <p:cNvPr id="8091" name="Google Shape;8091;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92" name="Google Shape;8092;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93" name="Google Shape;8093;p6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094" name="Google Shape;8094;p6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5" name="Google Shape;8095;p68"/>
            <p:cNvGrpSpPr/>
            <p:nvPr/>
          </p:nvGrpSpPr>
          <p:grpSpPr>
            <a:xfrm>
              <a:off x="803163" y="1111974"/>
              <a:ext cx="591158" cy="121545"/>
              <a:chOff x="803163" y="1111974"/>
              <a:chExt cx="591158" cy="121545"/>
            </a:xfrm>
          </p:grpSpPr>
          <p:grpSp>
            <p:nvGrpSpPr>
              <p:cNvPr id="8096" name="Google Shape;8096;p68"/>
              <p:cNvGrpSpPr/>
              <p:nvPr/>
            </p:nvGrpSpPr>
            <p:grpSpPr>
              <a:xfrm>
                <a:off x="803163" y="1111974"/>
                <a:ext cx="27175" cy="121077"/>
                <a:chOff x="845575" y="2563700"/>
                <a:chExt cx="92400" cy="411825"/>
              </a:xfrm>
            </p:grpSpPr>
            <p:cxnSp>
              <p:nvCxnSpPr>
                <p:cNvPr id="8097" name="Google Shape;8097;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98" name="Google Shape;8098;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9" name="Google Shape;8099;p6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68"/>
            <p:cNvGrpSpPr/>
            <p:nvPr/>
          </p:nvGrpSpPr>
          <p:grpSpPr>
            <a:xfrm>
              <a:off x="1381910" y="1194219"/>
              <a:ext cx="588341" cy="121177"/>
              <a:chOff x="1381910" y="1194219"/>
              <a:chExt cx="588341" cy="121177"/>
            </a:xfrm>
          </p:grpSpPr>
          <p:grpSp>
            <p:nvGrpSpPr>
              <p:cNvPr id="8101" name="Google Shape;8101;p68"/>
              <p:cNvGrpSpPr/>
              <p:nvPr/>
            </p:nvGrpSpPr>
            <p:grpSpPr>
              <a:xfrm rot="10800000">
                <a:off x="1381910" y="1194319"/>
                <a:ext cx="27175" cy="121077"/>
                <a:chOff x="2070100" y="2563700"/>
                <a:chExt cx="92400" cy="411825"/>
              </a:xfrm>
            </p:grpSpPr>
            <p:cxnSp>
              <p:nvCxnSpPr>
                <p:cNvPr id="8102" name="Google Shape;8102;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03" name="Google Shape;8103;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04" name="Google Shape;8104;p6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68"/>
            <p:cNvGrpSpPr/>
            <p:nvPr/>
          </p:nvGrpSpPr>
          <p:grpSpPr>
            <a:xfrm>
              <a:off x="2532079" y="1194219"/>
              <a:ext cx="704927" cy="121177"/>
              <a:chOff x="2532079" y="1194219"/>
              <a:chExt cx="704927" cy="121177"/>
            </a:xfrm>
          </p:grpSpPr>
          <p:grpSp>
            <p:nvGrpSpPr>
              <p:cNvPr id="8106" name="Google Shape;8106;p68"/>
              <p:cNvGrpSpPr/>
              <p:nvPr/>
            </p:nvGrpSpPr>
            <p:grpSpPr>
              <a:xfrm rot="10800000">
                <a:off x="2532079" y="1194319"/>
                <a:ext cx="27175" cy="121077"/>
                <a:chOff x="2070100" y="2563700"/>
                <a:chExt cx="92400" cy="411825"/>
              </a:xfrm>
            </p:grpSpPr>
            <p:cxnSp>
              <p:nvCxnSpPr>
                <p:cNvPr id="8107" name="Google Shape;8107;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08" name="Google Shape;8108;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09" name="Google Shape;8109;p6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0" name="Google Shape;8110;p68"/>
          <p:cNvGrpSpPr/>
          <p:nvPr/>
        </p:nvGrpSpPr>
        <p:grpSpPr>
          <a:xfrm>
            <a:off x="3499404" y="3665900"/>
            <a:ext cx="1567778" cy="491677"/>
            <a:chOff x="5194708" y="3484366"/>
            <a:chExt cx="3148148" cy="987304"/>
          </a:xfrm>
        </p:grpSpPr>
        <p:grpSp>
          <p:nvGrpSpPr>
            <p:cNvPr id="8111" name="Google Shape;8111;p68"/>
            <p:cNvGrpSpPr/>
            <p:nvPr/>
          </p:nvGrpSpPr>
          <p:grpSpPr>
            <a:xfrm>
              <a:off x="7531521" y="3484366"/>
              <a:ext cx="811335" cy="987304"/>
              <a:chOff x="3379425" y="1617275"/>
              <a:chExt cx="1090650" cy="1327200"/>
            </a:xfrm>
          </p:grpSpPr>
          <p:sp>
            <p:nvSpPr>
              <p:cNvPr id="8112" name="Google Shape;8112;p6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68"/>
            <p:cNvGrpSpPr/>
            <p:nvPr/>
          </p:nvGrpSpPr>
          <p:grpSpPr>
            <a:xfrm>
              <a:off x="6752546" y="3484366"/>
              <a:ext cx="811428" cy="987304"/>
              <a:chOff x="2332275" y="1617275"/>
              <a:chExt cx="1090775" cy="1327200"/>
            </a:xfrm>
          </p:grpSpPr>
          <p:sp>
            <p:nvSpPr>
              <p:cNvPr id="8116" name="Google Shape;8116;p6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9" name="Google Shape;8119;p68"/>
            <p:cNvGrpSpPr/>
            <p:nvPr/>
          </p:nvGrpSpPr>
          <p:grpSpPr>
            <a:xfrm>
              <a:off x="5973664" y="3484366"/>
              <a:ext cx="811335" cy="987304"/>
              <a:chOff x="1285250" y="1617275"/>
              <a:chExt cx="1090650" cy="1327200"/>
            </a:xfrm>
          </p:grpSpPr>
          <p:sp>
            <p:nvSpPr>
              <p:cNvPr id="8120" name="Google Shape;8120;p6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68"/>
            <p:cNvGrpSpPr/>
            <p:nvPr/>
          </p:nvGrpSpPr>
          <p:grpSpPr>
            <a:xfrm>
              <a:off x="5194708" y="3484366"/>
              <a:ext cx="811409" cy="987304"/>
              <a:chOff x="238125" y="1617275"/>
              <a:chExt cx="1090750" cy="1327200"/>
            </a:xfrm>
          </p:grpSpPr>
          <p:sp>
            <p:nvSpPr>
              <p:cNvPr id="8124" name="Google Shape;8124;p6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7" name="Google Shape;8127;p68"/>
          <p:cNvGrpSpPr/>
          <p:nvPr/>
        </p:nvGrpSpPr>
        <p:grpSpPr>
          <a:xfrm>
            <a:off x="3460013" y="3146311"/>
            <a:ext cx="1616964" cy="346256"/>
            <a:chOff x="1808063" y="4294338"/>
            <a:chExt cx="3370782" cy="721817"/>
          </a:xfrm>
        </p:grpSpPr>
        <p:sp>
          <p:nvSpPr>
            <p:cNvPr id="8128" name="Google Shape;8128;p6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68"/>
          <p:cNvGrpSpPr/>
          <p:nvPr/>
        </p:nvGrpSpPr>
        <p:grpSpPr>
          <a:xfrm>
            <a:off x="738225" y="3432340"/>
            <a:ext cx="1295882" cy="646587"/>
            <a:chOff x="834100" y="3642869"/>
            <a:chExt cx="1259483" cy="628426"/>
          </a:xfrm>
        </p:grpSpPr>
        <p:sp>
          <p:nvSpPr>
            <p:cNvPr id="8139" name="Google Shape;8139;p6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4" name="Google Shape;8164;p68"/>
            <p:cNvGrpSpPr/>
            <p:nvPr/>
          </p:nvGrpSpPr>
          <p:grpSpPr>
            <a:xfrm>
              <a:off x="1360364" y="3847835"/>
              <a:ext cx="208119" cy="224359"/>
              <a:chOff x="1360769" y="3847100"/>
              <a:chExt cx="208119" cy="224359"/>
            </a:xfrm>
          </p:grpSpPr>
          <p:sp>
            <p:nvSpPr>
              <p:cNvPr id="8165" name="Google Shape;8165;p6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5" name="Google Shape;8185;p6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68"/>
          <p:cNvGrpSpPr/>
          <p:nvPr/>
        </p:nvGrpSpPr>
        <p:grpSpPr>
          <a:xfrm rot="5400000">
            <a:off x="5951338" y="3228837"/>
            <a:ext cx="164064" cy="1414916"/>
            <a:chOff x="4428249" y="1369375"/>
            <a:chExt cx="36905" cy="429569"/>
          </a:xfrm>
        </p:grpSpPr>
        <p:sp>
          <p:nvSpPr>
            <p:cNvPr id="8200" name="Google Shape;8200;p6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8"/>
          <p:cNvGrpSpPr/>
          <p:nvPr/>
        </p:nvGrpSpPr>
        <p:grpSpPr>
          <a:xfrm rot="10800000" flipH="1">
            <a:off x="5323767" y="2817380"/>
            <a:ext cx="1419207" cy="24808"/>
            <a:chOff x="219558" y="4738465"/>
            <a:chExt cx="5852400" cy="102300"/>
          </a:xfrm>
        </p:grpSpPr>
        <p:cxnSp>
          <p:nvCxnSpPr>
            <p:cNvPr id="8233" name="Google Shape;8233;p6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234" name="Google Shape;8234;p6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68"/>
          <p:cNvGrpSpPr/>
          <p:nvPr/>
        </p:nvGrpSpPr>
        <p:grpSpPr>
          <a:xfrm>
            <a:off x="5335086" y="3190444"/>
            <a:ext cx="1396570" cy="385016"/>
            <a:chOff x="5286284" y="2966544"/>
            <a:chExt cx="1396570" cy="385016"/>
          </a:xfrm>
        </p:grpSpPr>
        <p:cxnSp>
          <p:nvCxnSpPr>
            <p:cNvPr id="8240" name="Google Shape;8240;p6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241" name="Google Shape;8241;p6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242" name="Google Shape;8242;p68"/>
            <p:cNvGrpSpPr/>
            <p:nvPr/>
          </p:nvGrpSpPr>
          <p:grpSpPr>
            <a:xfrm>
              <a:off x="5287688" y="3173364"/>
              <a:ext cx="1395166" cy="74100"/>
              <a:chOff x="5287688" y="3173364"/>
              <a:chExt cx="1395166" cy="74100"/>
            </a:xfrm>
          </p:grpSpPr>
          <p:cxnSp>
            <p:nvCxnSpPr>
              <p:cNvPr id="8243" name="Google Shape;8243;p6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244" name="Google Shape;8244;p6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245" name="Google Shape;8245;p6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246" name="Google Shape;8246;p6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247" name="Google Shape;8247;p6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248" name="Google Shape;8248;p6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249" name="Google Shape;8249;p6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250" name="Google Shape;8250;p6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251" name="Google Shape;8251;p6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252" name="Google Shape;8252;p68"/>
          <p:cNvGrpSpPr/>
          <p:nvPr/>
        </p:nvGrpSpPr>
        <p:grpSpPr>
          <a:xfrm>
            <a:off x="2021151" y="1609220"/>
            <a:ext cx="1182276" cy="662027"/>
            <a:chOff x="2029517" y="1732295"/>
            <a:chExt cx="1149068" cy="643432"/>
          </a:xfrm>
        </p:grpSpPr>
        <p:grpSp>
          <p:nvGrpSpPr>
            <p:cNvPr id="8253" name="Google Shape;8253;p68"/>
            <p:cNvGrpSpPr/>
            <p:nvPr/>
          </p:nvGrpSpPr>
          <p:grpSpPr>
            <a:xfrm>
              <a:off x="2708660" y="1746937"/>
              <a:ext cx="455427" cy="244429"/>
              <a:chOff x="2700693" y="1746937"/>
              <a:chExt cx="455427" cy="244429"/>
            </a:xfrm>
          </p:grpSpPr>
          <p:grpSp>
            <p:nvGrpSpPr>
              <p:cNvPr id="8254" name="Google Shape;8254;p68"/>
              <p:cNvGrpSpPr/>
              <p:nvPr/>
            </p:nvGrpSpPr>
            <p:grpSpPr>
              <a:xfrm>
                <a:off x="2905682" y="1782817"/>
                <a:ext cx="250438" cy="208549"/>
                <a:chOff x="2905682" y="1782817"/>
                <a:chExt cx="250438" cy="208549"/>
              </a:xfrm>
            </p:grpSpPr>
            <p:cxnSp>
              <p:nvCxnSpPr>
                <p:cNvPr id="8255" name="Google Shape;8255;p6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256" name="Google Shape;8256;p6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68"/>
              <p:cNvGrpSpPr/>
              <p:nvPr/>
            </p:nvGrpSpPr>
            <p:grpSpPr>
              <a:xfrm>
                <a:off x="2700693" y="1746937"/>
                <a:ext cx="449967" cy="72374"/>
                <a:chOff x="2700693" y="1746937"/>
                <a:chExt cx="449967" cy="72374"/>
              </a:xfrm>
            </p:grpSpPr>
            <p:cxnSp>
              <p:nvCxnSpPr>
                <p:cNvPr id="8258" name="Google Shape;8258;p6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259" name="Google Shape;8259;p6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0" name="Google Shape;8260;p68"/>
            <p:cNvGrpSpPr/>
            <p:nvPr/>
          </p:nvGrpSpPr>
          <p:grpSpPr>
            <a:xfrm>
              <a:off x="2029517" y="1732295"/>
              <a:ext cx="1149068" cy="643432"/>
              <a:chOff x="2029517" y="1732295"/>
              <a:chExt cx="1149068" cy="643432"/>
            </a:xfrm>
          </p:grpSpPr>
          <p:grpSp>
            <p:nvGrpSpPr>
              <p:cNvPr id="8261" name="Google Shape;8261;p68"/>
              <p:cNvGrpSpPr/>
              <p:nvPr/>
            </p:nvGrpSpPr>
            <p:grpSpPr>
              <a:xfrm>
                <a:off x="2703618" y="2103152"/>
                <a:ext cx="474966" cy="260017"/>
                <a:chOff x="2703618" y="2103152"/>
                <a:chExt cx="474966" cy="260017"/>
              </a:xfrm>
            </p:grpSpPr>
            <p:grpSp>
              <p:nvGrpSpPr>
                <p:cNvPr id="8262" name="Google Shape;8262;p68"/>
                <p:cNvGrpSpPr/>
                <p:nvPr/>
              </p:nvGrpSpPr>
              <p:grpSpPr>
                <a:xfrm>
                  <a:off x="2703618" y="2290640"/>
                  <a:ext cx="450291" cy="72529"/>
                  <a:chOff x="2703618" y="2290640"/>
                  <a:chExt cx="450291" cy="72529"/>
                </a:xfrm>
              </p:grpSpPr>
              <p:cxnSp>
                <p:nvCxnSpPr>
                  <p:cNvPr id="8263" name="Google Shape;8263;p6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264" name="Google Shape;8264;p6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68"/>
                <p:cNvGrpSpPr/>
                <p:nvPr/>
              </p:nvGrpSpPr>
              <p:grpSpPr>
                <a:xfrm>
                  <a:off x="2908607" y="2103152"/>
                  <a:ext cx="269977" cy="223538"/>
                  <a:chOff x="2908607" y="2103152"/>
                  <a:chExt cx="269977" cy="223538"/>
                </a:xfrm>
              </p:grpSpPr>
              <p:cxnSp>
                <p:nvCxnSpPr>
                  <p:cNvPr id="8266" name="Google Shape;8266;p6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267" name="Google Shape;8267;p6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8" name="Google Shape;8268;p68"/>
              <p:cNvGrpSpPr/>
              <p:nvPr/>
            </p:nvGrpSpPr>
            <p:grpSpPr>
              <a:xfrm>
                <a:off x="2029517" y="1732295"/>
                <a:ext cx="685827" cy="643432"/>
                <a:chOff x="2029517" y="1732295"/>
                <a:chExt cx="685827" cy="643432"/>
              </a:xfrm>
            </p:grpSpPr>
            <p:sp>
              <p:nvSpPr>
                <p:cNvPr id="8269" name="Google Shape;8269;p6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0" name="Google Shape;8270;p68"/>
                <p:cNvGrpSpPr/>
                <p:nvPr/>
              </p:nvGrpSpPr>
              <p:grpSpPr>
                <a:xfrm>
                  <a:off x="2158948" y="1732295"/>
                  <a:ext cx="556396" cy="333108"/>
                  <a:chOff x="2158948" y="1732295"/>
                  <a:chExt cx="556396" cy="333108"/>
                </a:xfrm>
              </p:grpSpPr>
              <p:cxnSp>
                <p:nvCxnSpPr>
                  <p:cNvPr id="8271" name="Google Shape;8271;p6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72" name="Google Shape;8272;p6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3" name="Google Shape;8273;p68"/>
                <p:cNvGrpSpPr/>
                <p:nvPr/>
              </p:nvGrpSpPr>
              <p:grpSpPr>
                <a:xfrm>
                  <a:off x="2159908" y="2065057"/>
                  <a:ext cx="550884" cy="310670"/>
                  <a:chOff x="2159908" y="2065057"/>
                  <a:chExt cx="550884" cy="310670"/>
                </a:xfrm>
              </p:grpSpPr>
              <p:cxnSp>
                <p:nvCxnSpPr>
                  <p:cNvPr id="8274" name="Google Shape;8274;p6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75" name="Google Shape;8275;p6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76" name="Google Shape;8276;p68"/>
          <p:cNvGrpSpPr/>
          <p:nvPr/>
        </p:nvGrpSpPr>
        <p:grpSpPr>
          <a:xfrm>
            <a:off x="706400" y="1556833"/>
            <a:ext cx="962651" cy="810058"/>
            <a:chOff x="732462" y="1766083"/>
            <a:chExt cx="962651" cy="810058"/>
          </a:xfrm>
        </p:grpSpPr>
        <p:grpSp>
          <p:nvGrpSpPr>
            <p:cNvPr id="8277" name="Google Shape;8277;p68"/>
            <p:cNvGrpSpPr/>
            <p:nvPr/>
          </p:nvGrpSpPr>
          <p:grpSpPr>
            <a:xfrm>
              <a:off x="732462" y="1908333"/>
              <a:ext cx="339369" cy="524756"/>
              <a:chOff x="844912" y="1819635"/>
              <a:chExt cx="329836" cy="510016"/>
            </a:xfrm>
          </p:grpSpPr>
          <p:sp>
            <p:nvSpPr>
              <p:cNvPr id="8278" name="Google Shape;8278;p6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4" name="Google Shape;8284;p68"/>
            <p:cNvGrpSpPr/>
            <p:nvPr/>
          </p:nvGrpSpPr>
          <p:grpSpPr>
            <a:xfrm>
              <a:off x="1184858" y="2256650"/>
              <a:ext cx="510255" cy="319491"/>
              <a:chOff x="1284601" y="2158168"/>
              <a:chExt cx="495923" cy="310517"/>
            </a:xfrm>
          </p:grpSpPr>
          <p:sp>
            <p:nvSpPr>
              <p:cNvPr id="8285" name="Google Shape;8285;p6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86" name="Google Shape;8286;p68"/>
              <p:cNvGrpSpPr/>
              <p:nvPr/>
            </p:nvGrpSpPr>
            <p:grpSpPr>
              <a:xfrm>
                <a:off x="1507666" y="2158168"/>
                <a:ext cx="272858" cy="310517"/>
                <a:chOff x="1507666" y="2158168"/>
                <a:chExt cx="272858" cy="310517"/>
              </a:xfrm>
            </p:grpSpPr>
            <p:grpSp>
              <p:nvGrpSpPr>
                <p:cNvPr id="8287" name="Google Shape;8287;p68"/>
                <p:cNvGrpSpPr/>
                <p:nvPr/>
              </p:nvGrpSpPr>
              <p:grpSpPr>
                <a:xfrm>
                  <a:off x="1507666" y="2176104"/>
                  <a:ext cx="166395" cy="273149"/>
                  <a:chOff x="1507666" y="2176104"/>
                  <a:chExt cx="166395" cy="273149"/>
                </a:xfrm>
              </p:grpSpPr>
              <p:sp>
                <p:nvSpPr>
                  <p:cNvPr id="8288" name="Google Shape;8288;p6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5" name="Google Shape;8295;p6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68"/>
            <p:cNvGrpSpPr/>
            <p:nvPr/>
          </p:nvGrpSpPr>
          <p:grpSpPr>
            <a:xfrm>
              <a:off x="1184858" y="1766083"/>
              <a:ext cx="510255" cy="319491"/>
              <a:chOff x="1284601" y="1681380"/>
              <a:chExt cx="495923" cy="310517"/>
            </a:xfrm>
          </p:grpSpPr>
          <p:sp>
            <p:nvSpPr>
              <p:cNvPr id="8298" name="Google Shape;8298;p6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9" name="Google Shape;8299;p68"/>
              <p:cNvGrpSpPr/>
              <p:nvPr/>
            </p:nvGrpSpPr>
            <p:grpSpPr>
              <a:xfrm>
                <a:off x="1507666" y="1681380"/>
                <a:ext cx="272858" cy="310517"/>
                <a:chOff x="1507666" y="1681380"/>
                <a:chExt cx="272858" cy="310517"/>
              </a:xfrm>
            </p:grpSpPr>
            <p:grpSp>
              <p:nvGrpSpPr>
                <p:cNvPr id="8300" name="Google Shape;8300;p68"/>
                <p:cNvGrpSpPr/>
                <p:nvPr/>
              </p:nvGrpSpPr>
              <p:grpSpPr>
                <a:xfrm>
                  <a:off x="1507666" y="1700120"/>
                  <a:ext cx="166395" cy="272984"/>
                  <a:chOff x="1507666" y="1700120"/>
                  <a:chExt cx="166395" cy="272984"/>
                </a:xfrm>
              </p:grpSpPr>
              <p:sp>
                <p:nvSpPr>
                  <p:cNvPr id="8301" name="Google Shape;8301;p6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8" name="Google Shape;8308;p6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10" name="Google Shape;8310;p68"/>
          <p:cNvGrpSpPr/>
          <p:nvPr/>
        </p:nvGrpSpPr>
        <p:grpSpPr>
          <a:xfrm>
            <a:off x="6815341" y="2324262"/>
            <a:ext cx="1622269" cy="552443"/>
            <a:chOff x="6894650" y="2574740"/>
            <a:chExt cx="1445100" cy="492111"/>
          </a:xfrm>
        </p:grpSpPr>
        <p:sp>
          <p:nvSpPr>
            <p:cNvPr id="8311" name="Google Shape;8311;p6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16" name="Google Shape;8316;p6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317" name="Google Shape;8317;p68"/>
          <p:cNvGrpSpPr/>
          <p:nvPr/>
        </p:nvGrpSpPr>
        <p:grpSpPr>
          <a:xfrm>
            <a:off x="6834884" y="3698518"/>
            <a:ext cx="1583206" cy="475705"/>
            <a:chOff x="6953919" y="3907920"/>
            <a:chExt cx="1377300" cy="475705"/>
          </a:xfrm>
        </p:grpSpPr>
        <p:cxnSp>
          <p:nvCxnSpPr>
            <p:cNvPr id="8318" name="Google Shape;8318;p6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19" name="Google Shape;8319;p6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320" name="Google Shape;8320;p6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21" name="Google Shape;8321;p6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322" name="Google Shape;8322;p6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323" name="Google Shape;8323;p68"/>
          <p:cNvGrpSpPr/>
          <p:nvPr/>
        </p:nvGrpSpPr>
        <p:grpSpPr>
          <a:xfrm>
            <a:off x="2338472" y="2459663"/>
            <a:ext cx="836286" cy="824529"/>
            <a:chOff x="2389399" y="2595741"/>
            <a:chExt cx="812796" cy="801369"/>
          </a:xfrm>
        </p:grpSpPr>
        <p:grpSp>
          <p:nvGrpSpPr>
            <p:cNvPr id="8324" name="Google Shape;8324;p68"/>
            <p:cNvGrpSpPr/>
            <p:nvPr/>
          </p:nvGrpSpPr>
          <p:grpSpPr>
            <a:xfrm>
              <a:off x="2492145" y="2881565"/>
              <a:ext cx="607300" cy="229751"/>
              <a:chOff x="2492145" y="2881565"/>
              <a:chExt cx="607300" cy="229751"/>
            </a:xfrm>
          </p:grpSpPr>
          <p:sp>
            <p:nvSpPr>
              <p:cNvPr id="8325" name="Google Shape;8325;p6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68"/>
            <p:cNvGrpSpPr/>
            <p:nvPr/>
          </p:nvGrpSpPr>
          <p:grpSpPr>
            <a:xfrm>
              <a:off x="2389399" y="2595741"/>
              <a:ext cx="812796" cy="296825"/>
              <a:chOff x="2389399" y="2595741"/>
              <a:chExt cx="812796" cy="296825"/>
            </a:xfrm>
          </p:grpSpPr>
          <p:grpSp>
            <p:nvGrpSpPr>
              <p:cNvPr id="8329" name="Google Shape;8329;p68"/>
              <p:cNvGrpSpPr/>
              <p:nvPr/>
            </p:nvGrpSpPr>
            <p:grpSpPr>
              <a:xfrm>
                <a:off x="2389399" y="2595741"/>
                <a:ext cx="363638" cy="296825"/>
                <a:chOff x="2389399" y="2595741"/>
                <a:chExt cx="363638" cy="296825"/>
              </a:xfrm>
            </p:grpSpPr>
            <p:grpSp>
              <p:nvGrpSpPr>
                <p:cNvPr id="8330" name="Google Shape;8330;p68"/>
                <p:cNvGrpSpPr/>
                <p:nvPr/>
              </p:nvGrpSpPr>
              <p:grpSpPr>
                <a:xfrm>
                  <a:off x="2493852" y="2794333"/>
                  <a:ext cx="259185" cy="98232"/>
                  <a:chOff x="2493852" y="2794333"/>
                  <a:chExt cx="259185" cy="98232"/>
                </a:xfrm>
              </p:grpSpPr>
              <p:sp>
                <p:nvSpPr>
                  <p:cNvPr id="8331" name="Google Shape;8331;p6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68"/>
                <p:cNvGrpSpPr/>
                <p:nvPr/>
              </p:nvGrpSpPr>
              <p:grpSpPr>
                <a:xfrm>
                  <a:off x="2389399" y="2595741"/>
                  <a:ext cx="224343" cy="182054"/>
                  <a:chOff x="2389399" y="2595741"/>
                  <a:chExt cx="224343" cy="182054"/>
                </a:xfrm>
              </p:grpSpPr>
              <p:sp>
                <p:nvSpPr>
                  <p:cNvPr id="8335" name="Google Shape;8335;p6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7" name="Google Shape;8337;p68"/>
              <p:cNvGrpSpPr/>
              <p:nvPr/>
            </p:nvGrpSpPr>
            <p:grpSpPr>
              <a:xfrm>
                <a:off x="2683630" y="2595741"/>
                <a:ext cx="224334" cy="296825"/>
                <a:chOff x="2683630" y="2595741"/>
                <a:chExt cx="224334" cy="296825"/>
              </a:xfrm>
            </p:grpSpPr>
            <p:grpSp>
              <p:nvGrpSpPr>
                <p:cNvPr id="8338" name="Google Shape;8338;p68"/>
                <p:cNvGrpSpPr/>
                <p:nvPr/>
              </p:nvGrpSpPr>
              <p:grpSpPr>
                <a:xfrm>
                  <a:off x="2788083" y="2794333"/>
                  <a:ext cx="15356" cy="98232"/>
                  <a:chOff x="2788083" y="2794333"/>
                  <a:chExt cx="15356" cy="98232"/>
                </a:xfrm>
              </p:grpSpPr>
              <p:sp>
                <p:nvSpPr>
                  <p:cNvPr id="8339" name="Google Shape;8339;p6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68"/>
                <p:cNvGrpSpPr/>
                <p:nvPr/>
              </p:nvGrpSpPr>
              <p:grpSpPr>
                <a:xfrm>
                  <a:off x="2683630" y="2595741"/>
                  <a:ext cx="224334" cy="182054"/>
                  <a:chOff x="2683630" y="2595741"/>
                  <a:chExt cx="224334" cy="182054"/>
                </a:xfrm>
              </p:grpSpPr>
              <p:sp>
                <p:nvSpPr>
                  <p:cNvPr id="8343" name="Google Shape;8343;p6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45" name="Google Shape;8345;p68"/>
              <p:cNvGrpSpPr/>
              <p:nvPr/>
            </p:nvGrpSpPr>
            <p:grpSpPr>
              <a:xfrm>
                <a:off x="2838475" y="2595741"/>
                <a:ext cx="363719" cy="296825"/>
                <a:chOff x="2838475" y="2595741"/>
                <a:chExt cx="363719" cy="296825"/>
              </a:xfrm>
            </p:grpSpPr>
            <p:grpSp>
              <p:nvGrpSpPr>
                <p:cNvPr id="8346" name="Google Shape;8346;p68"/>
                <p:cNvGrpSpPr/>
                <p:nvPr/>
              </p:nvGrpSpPr>
              <p:grpSpPr>
                <a:xfrm>
                  <a:off x="2838475" y="2794333"/>
                  <a:ext cx="259185" cy="98232"/>
                  <a:chOff x="2838475" y="2794333"/>
                  <a:chExt cx="259185" cy="98232"/>
                </a:xfrm>
              </p:grpSpPr>
              <p:sp>
                <p:nvSpPr>
                  <p:cNvPr id="8347" name="Google Shape;8347;p6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68"/>
                <p:cNvGrpSpPr/>
                <p:nvPr/>
              </p:nvGrpSpPr>
              <p:grpSpPr>
                <a:xfrm>
                  <a:off x="2977852" y="2595741"/>
                  <a:ext cx="224343" cy="182054"/>
                  <a:chOff x="2977852" y="2595741"/>
                  <a:chExt cx="224343" cy="182054"/>
                </a:xfrm>
              </p:grpSpPr>
              <p:sp>
                <p:nvSpPr>
                  <p:cNvPr id="8351" name="Google Shape;8351;p6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53" name="Google Shape;8353;p68"/>
            <p:cNvGrpSpPr/>
            <p:nvPr/>
          </p:nvGrpSpPr>
          <p:grpSpPr>
            <a:xfrm>
              <a:off x="2389399" y="3100241"/>
              <a:ext cx="812796" cy="296869"/>
              <a:chOff x="2389399" y="3100241"/>
              <a:chExt cx="812796" cy="296869"/>
            </a:xfrm>
          </p:grpSpPr>
          <p:grpSp>
            <p:nvGrpSpPr>
              <p:cNvPr id="8354" name="Google Shape;8354;p68"/>
              <p:cNvGrpSpPr/>
              <p:nvPr/>
            </p:nvGrpSpPr>
            <p:grpSpPr>
              <a:xfrm>
                <a:off x="2683630" y="3100241"/>
                <a:ext cx="224334" cy="296869"/>
                <a:chOff x="2683630" y="3100241"/>
                <a:chExt cx="224334" cy="296869"/>
              </a:xfrm>
            </p:grpSpPr>
            <p:grpSp>
              <p:nvGrpSpPr>
                <p:cNvPr id="8355" name="Google Shape;8355;p68"/>
                <p:cNvGrpSpPr/>
                <p:nvPr/>
              </p:nvGrpSpPr>
              <p:grpSpPr>
                <a:xfrm>
                  <a:off x="2788083" y="3100241"/>
                  <a:ext cx="15356" cy="98237"/>
                  <a:chOff x="2788083" y="3100241"/>
                  <a:chExt cx="15356" cy="98237"/>
                </a:xfrm>
              </p:grpSpPr>
              <p:sp>
                <p:nvSpPr>
                  <p:cNvPr id="8356" name="Google Shape;8356;p6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9" name="Google Shape;8359;p68"/>
                <p:cNvGrpSpPr/>
                <p:nvPr/>
              </p:nvGrpSpPr>
              <p:grpSpPr>
                <a:xfrm>
                  <a:off x="2683630" y="3215065"/>
                  <a:ext cx="224334" cy="182045"/>
                  <a:chOff x="2683630" y="3215065"/>
                  <a:chExt cx="224334" cy="182045"/>
                </a:xfrm>
              </p:grpSpPr>
              <p:sp>
                <p:nvSpPr>
                  <p:cNvPr id="8360" name="Google Shape;8360;p6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62" name="Google Shape;8362;p68"/>
              <p:cNvGrpSpPr/>
              <p:nvPr/>
            </p:nvGrpSpPr>
            <p:grpSpPr>
              <a:xfrm>
                <a:off x="2389399" y="3100241"/>
                <a:ext cx="363638" cy="296869"/>
                <a:chOff x="2389399" y="3100241"/>
                <a:chExt cx="363638" cy="296869"/>
              </a:xfrm>
            </p:grpSpPr>
            <p:grpSp>
              <p:nvGrpSpPr>
                <p:cNvPr id="8363" name="Google Shape;8363;p68"/>
                <p:cNvGrpSpPr/>
                <p:nvPr/>
              </p:nvGrpSpPr>
              <p:grpSpPr>
                <a:xfrm>
                  <a:off x="2493852" y="3100241"/>
                  <a:ext cx="259185" cy="98237"/>
                  <a:chOff x="2493852" y="3100241"/>
                  <a:chExt cx="259185" cy="98237"/>
                </a:xfrm>
              </p:grpSpPr>
              <p:sp>
                <p:nvSpPr>
                  <p:cNvPr id="8364" name="Google Shape;8364;p6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68"/>
                <p:cNvGrpSpPr/>
                <p:nvPr/>
              </p:nvGrpSpPr>
              <p:grpSpPr>
                <a:xfrm>
                  <a:off x="2389399" y="3215065"/>
                  <a:ext cx="224343" cy="182045"/>
                  <a:chOff x="2389399" y="3215065"/>
                  <a:chExt cx="224343" cy="182045"/>
                </a:xfrm>
              </p:grpSpPr>
              <p:sp>
                <p:nvSpPr>
                  <p:cNvPr id="8368" name="Google Shape;8368;p6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70" name="Google Shape;8370;p68"/>
              <p:cNvGrpSpPr/>
              <p:nvPr/>
            </p:nvGrpSpPr>
            <p:grpSpPr>
              <a:xfrm>
                <a:off x="2838475" y="3100241"/>
                <a:ext cx="363719" cy="296869"/>
                <a:chOff x="2838475" y="3100241"/>
                <a:chExt cx="363719" cy="296869"/>
              </a:xfrm>
            </p:grpSpPr>
            <p:grpSp>
              <p:nvGrpSpPr>
                <p:cNvPr id="8371" name="Google Shape;8371;p68"/>
                <p:cNvGrpSpPr/>
                <p:nvPr/>
              </p:nvGrpSpPr>
              <p:grpSpPr>
                <a:xfrm>
                  <a:off x="2838475" y="3100241"/>
                  <a:ext cx="259185" cy="98237"/>
                  <a:chOff x="2838475" y="3100241"/>
                  <a:chExt cx="259185" cy="98237"/>
                </a:xfrm>
              </p:grpSpPr>
              <p:sp>
                <p:nvSpPr>
                  <p:cNvPr id="8372" name="Google Shape;8372;p6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68"/>
                <p:cNvGrpSpPr/>
                <p:nvPr/>
              </p:nvGrpSpPr>
              <p:grpSpPr>
                <a:xfrm>
                  <a:off x="2977852" y="3215065"/>
                  <a:ext cx="224343" cy="182045"/>
                  <a:chOff x="2977852" y="3215065"/>
                  <a:chExt cx="224343" cy="182045"/>
                </a:xfrm>
              </p:grpSpPr>
              <p:sp>
                <p:nvSpPr>
                  <p:cNvPr id="8376" name="Google Shape;8376;p6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8381"/>
        <p:cNvGrpSpPr/>
        <p:nvPr/>
      </p:nvGrpSpPr>
      <p:grpSpPr>
        <a:xfrm>
          <a:off x="0" y="0"/>
          <a:ext cx="0" cy="0"/>
          <a:chOff x="0" y="0"/>
          <a:chExt cx="0" cy="0"/>
        </a:xfrm>
      </p:grpSpPr>
      <p:grpSp>
        <p:nvGrpSpPr>
          <p:cNvPr id="8382" name="Google Shape;8382;p69"/>
          <p:cNvGrpSpPr/>
          <p:nvPr/>
        </p:nvGrpSpPr>
        <p:grpSpPr>
          <a:xfrm>
            <a:off x="702075" y="3155925"/>
            <a:ext cx="2390414" cy="1024800"/>
            <a:chOff x="728925" y="3296613"/>
            <a:chExt cx="2390414" cy="1024800"/>
          </a:xfrm>
        </p:grpSpPr>
        <p:grpSp>
          <p:nvGrpSpPr>
            <p:cNvPr id="8383" name="Google Shape;8383;p69"/>
            <p:cNvGrpSpPr/>
            <p:nvPr/>
          </p:nvGrpSpPr>
          <p:grpSpPr>
            <a:xfrm>
              <a:off x="728925" y="3619800"/>
              <a:ext cx="2390414" cy="500893"/>
              <a:chOff x="728925" y="3619800"/>
              <a:chExt cx="2390414" cy="500893"/>
            </a:xfrm>
          </p:grpSpPr>
          <p:sp>
            <p:nvSpPr>
              <p:cNvPr id="8384" name="Google Shape;8384;p6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85" name="Google Shape;8385;p6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86" name="Google Shape;8386;p69"/>
            <p:cNvGrpSpPr/>
            <p:nvPr/>
          </p:nvGrpSpPr>
          <p:grpSpPr>
            <a:xfrm>
              <a:off x="1348050" y="3296613"/>
              <a:ext cx="1706152" cy="1024800"/>
              <a:chOff x="1348050" y="3296613"/>
              <a:chExt cx="1706152" cy="1024800"/>
            </a:xfrm>
          </p:grpSpPr>
          <p:sp>
            <p:nvSpPr>
              <p:cNvPr id="8387" name="Google Shape;8387;p6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88" name="Google Shape;8388;p6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89" name="Google Shape;8389;p6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90" name="Google Shape;8390;p6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91" name="Google Shape;8391;p6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92" name="Google Shape;8392;p69"/>
            <p:cNvGrpSpPr/>
            <p:nvPr/>
          </p:nvGrpSpPr>
          <p:grpSpPr>
            <a:xfrm>
              <a:off x="1455707" y="3654858"/>
              <a:ext cx="1491150" cy="417657"/>
              <a:chOff x="1455707" y="3654858"/>
              <a:chExt cx="1491150" cy="417657"/>
            </a:xfrm>
          </p:grpSpPr>
          <p:sp>
            <p:nvSpPr>
              <p:cNvPr id="8393" name="Google Shape;8393;p6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3" name="Google Shape;8413;p69"/>
          <p:cNvGraphicFramePr/>
          <p:nvPr/>
        </p:nvGraphicFramePr>
        <p:xfrm>
          <a:off x="5937775" y="2153837"/>
          <a:ext cx="3000000" cy="3000000"/>
        </p:xfrm>
        <a:graphic>
          <a:graphicData uri="http://schemas.openxmlformats.org/drawingml/2006/table">
            <a:tbl>
              <a:tblPr>
                <a:noFill/>
                <a:tableStyleId>{EF422AE0-5DFB-4728-B27B-2D9A3879FD91}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414" name="Google Shape;8414;p69"/>
          <p:cNvGrpSpPr/>
          <p:nvPr/>
        </p:nvGrpSpPr>
        <p:grpSpPr>
          <a:xfrm>
            <a:off x="710451" y="981601"/>
            <a:ext cx="2396505" cy="976502"/>
            <a:chOff x="749309" y="1112739"/>
            <a:chExt cx="2371603" cy="976502"/>
          </a:xfrm>
        </p:grpSpPr>
        <p:grpSp>
          <p:nvGrpSpPr>
            <p:cNvPr id="8415" name="Google Shape;8415;p69"/>
            <p:cNvGrpSpPr/>
            <p:nvPr/>
          </p:nvGrpSpPr>
          <p:grpSpPr>
            <a:xfrm>
              <a:off x="1092126" y="1112739"/>
              <a:ext cx="2028786" cy="975464"/>
              <a:chOff x="1092126" y="1112739"/>
              <a:chExt cx="2028786" cy="975464"/>
            </a:xfrm>
          </p:grpSpPr>
          <p:sp>
            <p:nvSpPr>
              <p:cNvPr id="8416" name="Google Shape;8416;p6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69"/>
            <p:cNvGrpSpPr/>
            <p:nvPr/>
          </p:nvGrpSpPr>
          <p:grpSpPr>
            <a:xfrm>
              <a:off x="749309" y="1112739"/>
              <a:ext cx="314700" cy="975464"/>
              <a:chOff x="749309" y="1112739"/>
              <a:chExt cx="314700" cy="975464"/>
            </a:xfrm>
          </p:grpSpPr>
          <p:sp>
            <p:nvSpPr>
              <p:cNvPr id="8441" name="Google Shape;8441;p6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45" name="Google Shape;8445;p6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449" name="Google Shape;8449;p69"/>
          <p:cNvGraphicFramePr/>
          <p:nvPr/>
        </p:nvGraphicFramePr>
        <p:xfrm>
          <a:off x="5937800" y="981587"/>
          <a:ext cx="3000000" cy="3000000"/>
        </p:xfrm>
        <a:graphic>
          <a:graphicData uri="http://schemas.openxmlformats.org/drawingml/2006/table">
            <a:tbl>
              <a:tblPr>
                <a:noFill/>
                <a:tableStyleId>{EF422AE0-5DFB-4728-B27B-2D9A3879FD91}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450" name="Google Shape;8450;p69"/>
          <p:cNvGraphicFramePr/>
          <p:nvPr/>
        </p:nvGraphicFramePr>
        <p:xfrm>
          <a:off x="3358663" y="2153837"/>
          <a:ext cx="3000000" cy="3000000"/>
        </p:xfrm>
        <a:graphic>
          <a:graphicData uri="http://schemas.openxmlformats.org/drawingml/2006/table">
            <a:tbl>
              <a:tblPr>
                <a:noFill/>
                <a:tableStyleId>{EF422AE0-5DFB-4728-B27B-2D9A3879FD91}</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51" name="Google Shape;8451;p69"/>
          <p:cNvGrpSpPr/>
          <p:nvPr/>
        </p:nvGrpSpPr>
        <p:grpSpPr>
          <a:xfrm>
            <a:off x="3360649" y="3144798"/>
            <a:ext cx="2363377" cy="1047062"/>
            <a:chOff x="3358399" y="3285485"/>
            <a:chExt cx="2363377" cy="1047062"/>
          </a:xfrm>
        </p:grpSpPr>
        <p:grpSp>
          <p:nvGrpSpPr>
            <p:cNvPr id="8452" name="Google Shape;8452;p69"/>
            <p:cNvGrpSpPr/>
            <p:nvPr/>
          </p:nvGrpSpPr>
          <p:grpSpPr>
            <a:xfrm>
              <a:off x="3358412" y="3285485"/>
              <a:ext cx="2363244" cy="139500"/>
              <a:chOff x="3358412" y="3285485"/>
              <a:chExt cx="2363244" cy="139500"/>
            </a:xfrm>
          </p:grpSpPr>
          <p:sp>
            <p:nvSpPr>
              <p:cNvPr id="8453" name="Google Shape;8453;p6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8" name="Google Shape;8458;p69"/>
            <p:cNvGrpSpPr/>
            <p:nvPr/>
          </p:nvGrpSpPr>
          <p:grpSpPr>
            <a:xfrm>
              <a:off x="3358412" y="3466996"/>
              <a:ext cx="2363244" cy="139500"/>
              <a:chOff x="3358412" y="3466996"/>
              <a:chExt cx="2363244" cy="139500"/>
            </a:xfrm>
          </p:grpSpPr>
          <p:sp>
            <p:nvSpPr>
              <p:cNvPr id="8459" name="Google Shape;8459;p6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69"/>
            <p:cNvGrpSpPr/>
            <p:nvPr/>
          </p:nvGrpSpPr>
          <p:grpSpPr>
            <a:xfrm>
              <a:off x="3358412" y="3648507"/>
              <a:ext cx="2363244" cy="139500"/>
              <a:chOff x="3358412" y="3648507"/>
              <a:chExt cx="2363244" cy="139500"/>
            </a:xfrm>
          </p:grpSpPr>
          <p:sp>
            <p:nvSpPr>
              <p:cNvPr id="8465" name="Google Shape;8465;p6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69"/>
            <p:cNvGrpSpPr/>
            <p:nvPr/>
          </p:nvGrpSpPr>
          <p:grpSpPr>
            <a:xfrm>
              <a:off x="3358412" y="3830018"/>
              <a:ext cx="2363244" cy="139500"/>
              <a:chOff x="3358412" y="3830018"/>
              <a:chExt cx="2363244" cy="139500"/>
            </a:xfrm>
          </p:grpSpPr>
          <p:sp>
            <p:nvSpPr>
              <p:cNvPr id="8471" name="Google Shape;8471;p6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69"/>
            <p:cNvGrpSpPr/>
            <p:nvPr/>
          </p:nvGrpSpPr>
          <p:grpSpPr>
            <a:xfrm>
              <a:off x="3358399" y="4011514"/>
              <a:ext cx="2363377" cy="139537"/>
              <a:chOff x="3294800" y="4134603"/>
              <a:chExt cx="2638876" cy="152400"/>
            </a:xfrm>
          </p:grpSpPr>
          <p:sp>
            <p:nvSpPr>
              <p:cNvPr id="8477" name="Google Shape;8477;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2" name="Google Shape;8482;p69"/>
            <p:cNvGrpSpPr/>
            <p:nvPr/>
          </p:nvGrpSpPr>
          <p:grpSpPr>
            <a:xfrm>
              <a:off x="3358399" y="4193010"/>
              <a:ext cx="2363377" cy="139537"/>
              <a:chOff x="3294800" y="4134603"/>
              <a:chExt cx="2638876" cy="152400"/>
            </a:xfrm>
          </p:grpSpPr>
          <p:sp>
            <p:nvSpPr>
              <p:cNvPr id="8483" name="Google Shape;8483;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88" name="Google Shape;8488;p69"/>
          <p:cNvGraphicFramePr/>
          <p:nvPr/>
        </p:nvGraphicFramePr>
        <p:xfrm>
          <a:off x="711450" y="2153837"/>
          <a:ext cx="3000000" cy="3000000"/>
        </p:xfrm>
        <a:graphic>
          <a:graphicData uri="http://schemas.openxmlformats.org/drawingml/2006/table">
            <a:tbl>
              <a:tblPr>
                <a:noFill/>
                <a:tableStyleId>{EF422AE0-5DFB-4728-B27B-2D9A3879FD91}</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89" name="Google Shape;8489;p69"/>
          <p:cNvGrpSpPr/>
          <p:nvPr/>
        </p:nvGrpSpPr>
        <p:grpSpPr>
          <a:xfrm>
            <a:off x="4161119" y="2557652"/>
            <a:ext cx="1302095" cy="60959"/>
            <a:chOff x="3558802" y="4011427"/>
            <a:chExt cx="1866000" cy="111300"/>
          </a:xfrm>
        </p:grpSpPr>
        <p:sp>
          <p:nvSpPr>
            <p:cNvPr id="8490" name="Google Shape;8490;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69"/>
          <p:cNvGrpSpPr/>
          <p:nvPr/>
        </p:nvGrpSpPr>
        <p:grpSpPr>
          <a:xfrm>
            <a:off x="4706607" y="2839811"/>
            <a:ext cx="914340" cy="60959"/>
            <a:chOff x="3558802" y="4011427"/>
            <a:chExt cx="1866000" cy="111300"/>
          </a:xfrm>
        </p:grpSpPr>
        <p:sp>
          <p:nvSpPr>
            <p:cNvPr id="8493" name="Google Shape;8493;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69"/>
          <p:cNvGrpSpPr/>
          <p:nvPr/>
        </p:nvGrpSpPr>
        <p:grpSpPr>
          <a:xfrm>
            <a:off x="5874449" y="3167609"/>
            <a:ext cx="2519825" cy="1001454"/>
            <a:chOff x="1906114" y="789980"/>
            <a:chExt cx="1487676" cy="606868"/>
          </a:xfrm>
        </p:grpSpPr>
        <p:cxnSp>
          <p:nvCxnSpPr>
            <p:cNvPr id="8496" name="Google Shape;8496;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97" name="Google Shape;8497;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98" name="Google Shape;8498;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99" name="Google Shape;8499;p6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500" name="Google Shape;8500;p6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501" name="Google Shape;8501;p6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502" name="Google Shape;8502;p6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503" name="Google Shape;8503;p6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510" name="Google Shape;8510;p6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511" name="Google Shape;8511;p6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512" name="Google Shape;8512;p6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69"/>
          <p:cNvGrpSpPr/>
          <p:nvPr/>
        </p:nvGrpSpPr>
        <p:grpSpPr>
          <a:xfrm>
            <a:off x="3355812" y="951645"/>
            <a:ext cx="2363393" cy="1005865"/>
            <a:chOff x="3292400" y="1193188"/>
            <a:chExt cx="2615240" cy="1131075"/>
          </a:xfrm>
        </p:grpSpPr>
        <p:sp>
          <p:nvSpPr>
            <p:cNvPr id="8514" name="Google Shape;8514;p6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15" name="Google Shape;8515;p6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16" name="Google Shape;8516;p6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517" name="Google Shape;8517;p6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518" name="Google Shape;8518;p6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519" name="Google Shape;8519;p6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520" name="Google Shape;8520;p6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521" name="Google Shape;8521;p6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522" name="Google Shape;8522;p6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523" name="Google Shape;8523;p6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524" name="Google Shape;8524;p6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25" name="Google Shape;8525;p6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526" name="Google Shape;8526;p6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27" name="Google Shape;8527;p6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528" name="Google Shape;8528;p69"/>
            <p:cNvGrpSpPr/>
            <p:nvPr/>
          </p:nvGrpSpPr>
          <p:grpSpPr>
            <a:xfrm>
              <a:off x="3748438" y="1378608"/>
              <a:ext cx="2159202" cy="903971"/>
              <a:chOff x="1683525" y="2179850"/>
              <a:chExt cx="4519050" cy="2134525"/>
            </a:xfrm>
          </p:grpSpPr>
          <p:sp>
            <p:nvSpPr>
              <p:cNvPr id="8529" name="Google Shape;8529;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0" name="Google Shape;8530;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1" name="Google Shape;8531;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2" name="Google Shape;8532;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3" name="Google Shape;8533;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4" name="Google Shape;8534;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5" name="Google Shape;8535;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6" name="Google Shape;8536;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7" name="Google Shape;8537;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8" name="Google Shape;8538;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39" name="Google Shape;8539;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40" name="Google Shape;8540;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8544"/>
        <p:cNvGrpSpPr/>
        <p:nvPr/>
      </p:nvGrpSpPr>
      <p:grpSpPr>
        <a:xfrm>
          <a:off x="0" y="0"/>
          <a:ext cx="0" cy="0"/>
          <a:chOff x="0" y="0"/>
          <a:chExt cx="0" cy="0"/>
        </a:xfrm>
      </p:grpSpPr>
      <p:grpSp>
        <p:nvGrpSpPr>
          <p:cNvPr id="8545" name="Google Shape;8545;p70"/>
          <p:cNvGrpSpPr/>
          <p:nvPr/>
        </p:nvGrpSpPr>
        <p:grpSpPr>
          <a:xfrm>
            <a:off x="4796684" y="970929"/>
            <a:ext cx="745431" cy="718863"/>
            <a:chOff x="4249973" y="1201875"/>
            <a:chExt cx="1958568" cy="1888762"/>
          </a:xfrm>
        </p:grpSpPr>
        <p:sp>
          <p:nvSpPr>
            <p:cNvPr id="8546" name="Google Shape;8546;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7" name="Google Shape;8547;p70"/>
            <p:cNvGrpSpPr/>
            <p:nvPr/>
          </p:nvGrpSpPr>
          <p:grpSpPr>
            <a:xfrm>
              <a:off x="5853086" y="1789142"/>
              <a:ext cx="355454" cy="1048099"/>
              <a:chOff x="5576108" y="2016725"/>
              <a:chExt cx="565200" cy="1666560"/>
            </a:xfrm>
          </p:grpSpPr>
          <p:sp>
            <p:nvSpPr>
              <p:cNvPr id="8548" name="Google Shape;8548;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49" name="Google Shape;8549;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70"/>
            <p:cNvGrpSpPr/>
            <p:nvPr/>
          </p:nvGrpSpPr>
          <p:grpSpPr>
            <a:xfrm>
              <a:off x="4869455" y="2691676"/>
              <a:ext cx="1013897" cy="398961"/>
              <a:chOff x="4012057" y="3451825"/>
              <a:chExt cx="1612175" cy="634379"/>
            </a:xfrm>
          </p:grpSpPr>
          <p:sp>
            <p:nvSpPr>
              <p:cNvPr id="8551" name="Google Shape;8551;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2" name="Google Shape;8552;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70"/>
            <p:cNvGrpSpPr/>
            <p:nvPr/>
          </p:nvGrpSpPr>
          <p:grpSpPr>
            <a:xfrm>
              <a:off x="4276937" y="2155961"/>
              <a:ext cx="651965" cy="891358"/>
              <a:chOff x="3069908" y="2599997"/>
              <a:chExt cx="1036675" cy="1417328"/>
            </a:xfrm>
          </p:grpSpPr>
          <p:sp>
            <p:nvSpPr>
              <p:cNvPr id="8554" name="Google Shape;8554;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5" name="Google Shape;8555;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6" name="Google Shape;8556;p70"/>
            <p:cNvGrpSpPr/>
            <p:nvPr/>
          </p:nvGrpSpPr>
          <p:grpSpPr>
            <a:xfrm>
              <a:off x="5054918" y="1201875"/>
              <a:ext cx="999548" cy="602711"/>
              <a:chOff x="4306958" y="1082925"/>
              <a:chExt cx="1589359" cy="958358"/>
            </a:xfrm>
          </p:grpSpPr>
          <p:sp>
            <p:nvSpPr>
              <p:cNvPr id="8557" name="Google Shape;8557;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8" name="Google Shape;8558;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9" name="Google Shape;8559;p70"/>
            <p:cNvGrpSpPr/>
            <p:nvPr/>
          </p:nvGrpSpPr>
          <p:grpSpPr>
            <a:xfrm>
              <a:off x="4249973" y="1303451"/>
              <a:ext cx="799317" cy="841334"/>
              <a:chOff x="3027033" y="1244439"/>
              <a:chExt cx="1270977" cy="1337786"/>
            </a:xfrm>
          </p:grpSpPr>
          <p:sp>
            <p:nvSpPr>
              <p:cNvPr id="8560" name="Google Shape;8560;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61" name="Google Shape;8561;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62" name="Google Shape;8562;p70"/>
          <p:cNvGrpSpPr/>
          <p:nvPr/>
        </p:nvGrpSpPr>
        <p:grpSpPr>
          <a:xfrm>
            <a:off x="713057" y="1849378"/>
            <a:ext cx="761767" cy="729896"/>
            <a:chOff x="2657744" y="2337745"/>
            <a:chExt cx="832987" cy="798137"/>
          </a:xfrm>
        </p:grpSpPr>
        <p:sp>
          <p:nvSpPr>
            <p:cNvPr id="8563" name="Google Shape;8563;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70"/>
          <p:cNvGrpSpPr/>
          <p:nvPr/>
        </p:nvGrpSpPr>
        <p:grpSpPr>
          <a:xfrm>
            <a:off x="3224022" y="1852584"/>
            <a:ext cx="685569" cy="723586"/>
            <a:chOff x="3398134" y="2057755"/>
            <a:chExt cx="704087" cy="743130"/>
          </a:xfrm>
        </p:grpSpPr>
        <p:grpSp>
          <p:nvGrpSpPr>
            <p:cNvPr id="8570" name="Google Shape;8570;p70"/>
            <p:cNvGrpSpPr/>
            <p:nvPr/>
          </p:nvGrpSpPr>
          <p:grpSpPr>
            <a:xfrm>
              <a:off x="3398134" y="2290183"/>
              <a:ext cx="315300" cy="219900"/>
              <a:chOff x="3398134" y="2290183"/>
              <a:chExt cx="315300" cy="219900"/>
            </a:xfrm>
          </p:grpSpPr>
          <p:sp>
            <p:nvSpPr>
              <p:cNvPr id="8571" name="Google Shape;8571;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72" name="Google Shape;8572;p70"/>
              <p:cNvCxnSpPr>
                <a:stCxn id="857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73" name="Google Shape;8573;p70"/>
            <p:cNvGrpSpPr/>
            <p:nvPr/>
          </p:nvGrpSpPr>
          <p:grpSpPr>
            <a:xfrm>
              <a:off x="3547823" y="2467358"/>
              <a:ext cx="219900" cy="333527"/>
              <a:chOff x="3547823" y="2467358"/>
              <a:chExt cx="219900" cy="333527"/>
            </a:xfrm>
          </p:grpSpPr>
          <p:sp>
            <p:nvSpPr>
              <p:cNvPr id="8574" name="Google Shape;8574;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75" name="Google Shape;8575;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576" name="Google Shape;8576;p70"/>
            <p:cNvGrpSpPr/>
            <p:nvPr/>
          </p:nvGrpSpPr>
          <p:grpSpPr>
            <a:xfrm>
              <a:off x="3734138" y="2467358"/>
              <a:ext cx="219900" cy="333527"/>
              <a:chOff x="3734138" y="2467358"/>
              <a:chExt cx="219900" cy="333527"/>
            </a:xfrm>
          </p:grpSpPr>
          <p:sp>
            <p:nvSpPr>
              <p:cNvPr id="8577" name="Google Shape;8577;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78" name="Google Shape;8578;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579" name="Google Shape;8579;p70"/>
            <p:cNvGrpSpPr/>
            <p:nvPr/>
          </p:nvGrpSpPr>
          <p:grpSpPr>
            <a:xfrm>
              <a:off x="3787560" y="2288011"/>
              <a:ext cx="314661" cy="219900"/>
              <a:chOff x="3787560" y="2288011"/>
              <a:chExt cx="314661" cy="219900"/>
            </a:xfrm>
          </p:grpSpPr>
          <p:sp>
            <p:nvSpPr>
              <p:cNvPr id="8580" name="Google Shape;8580;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81" name="Google Shape;8581;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582" name="Google Shape;8582;p70"/>
            <p:cNvGrpSpPr/>
            <p:nvPr/>
          </p:nvGrpSpPr>
          <p:grpSpPr>
            <a:xfrm>
              <a:off x="3637290" y="2057755"/>
              <a:ext cx="219900" cy="335499"/>
              <a:chOff x="3637290" y="2057755"/>
              <a:chExt cx="219900" cy="335499"/>
            </a:xfrm>
          </p:grpSpPr>
          <p:sp>
            <p:nvSpPr>
              <p:cNvPr id="8583" name="Google Shape;8583;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84" name="Google Shape;8584;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585" name="Google Shape;8585;p70"/>
          <p:cNvGrpSpPr/>
          <p:nvPr/>
        </p:nvGrpSpPr>
        <p:grpSpPr>
          <a:xfrm>
            <a:off x="4899244" y="1859280"/>
            <a:ext cx="710153" cy="710153"/>
            <a:chOff x="5007123" y="2079403"/>
            <a:chExt cx="687600" cy="687600"/>
          </a:xfrm>
        </p:grpSpPr>
        <p:sp>
          <p:nvSpPr>
            <p:cNvPr id="8586" name="Google Shape;8586;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0" name="Google Shape;8590;p70"/>
          <p:cNvGrpSpPr/>
          <p:nvPr/>
        </p:nvGrpSpPr>
        <p:grpSpPr>
          <a:xfrm>
            <a:off x="5708681" y="1853787"/>
            <a:ext cx="720998" cy="721183"/>
            <a:chOff x="5797446" y="2063053"/>
            <a:chExt cx="698100" cy="698280"/>
          </a:xfrm>
        </p:grpSpPr>
        <p:sp>
          <p:nvSpPr>
            <p:cNvPr id="8591" name="Google Shape;8591;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5" name="Google Shape;8595;p70"/>
          <p:cNvGrpSpPr/>
          <p:nvPr/>
        </p:nvGrpSpPr>
        <p:grpSpPr>
          <a:xfrm>
            <a:off x="8153828" y="3499392"/>
            <a:ext cx="280585" cy="673164"/>
            <a:chOff x="8075075" y="3754290"/>
            <a:chExt cx="255612" cy="613194"/>
          </a:xfrm>
        </p:grpSpPr>
        <p:grpSp>
          <p:nvGrpSpPr>
            <p:cNvPr id="8596" name="Google Shape;8596;p70"/>
            <p:cNvGrpSpPr/>
            <p:nvPr/>
          </p:nvGrpSpPr>
          <p:grpSpPr>
            <a:xfrm>
              <a:off x="8075075" y="3754290"/>
              <a:ext cx="255612" cy="613194"/>
              <a:chOff x="8075075" y="3754290"/>
              <a:chExt cx="255612" cy="613194"/>
            </a:xfrm>
          </p:grpSpPr>
          <p:sp>
            <p:nvSpPr>
              <p:cNvPr id="8597" name="Google Shape;8597;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9" name="Google Shape;8599;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70"/>
          <p:cNvGrpSpPr/>
          <p:nvPr/>
        </p:nvGrpSpPr>
        <p:grpSpPr>
          <a:xfrm>
            <a:off x="5270887" y="3488188"/>
            <a:ext cx="470352" cy="683745"/>
            <a:chOff x="1697726" y="3244179"/>
            <a:chExt cx="788124" cy="1146069"/>
          </a:xfrm>
        </p:grpSpPr>
        <p:sp>
          <p:nvSpPr>
            <p:cNvPr id="8601" name="Google Shape;8601;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3" name="Google Shape;8603;p70"/>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4" name="Google Shape;8604;p70"/>
          <p:cNvGrpSpPr/>
          <p:nvPr/>
        </p:nvGrpSpPr>
        <p:grpSpPr>
          <a:xfrm>
            <a:off x="5892037" y="3499390"/>
            <a:ext cx="293891" cy="293845"/>
            <a:chOff x="6134814" y="3754290"/>
            <a:chExt cx="293891" cy="293845"/>
          </a:xfrm>
        </p:grpSpPr>
        <p:sp>
          <p:nvSpPr>
            <p:cNvPr id="8605" name="Google Shape;8605;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70"/>
          <p:cNvGrpSpPr/>
          <p:nvPr/>
        </p:nvGrpSpPr>
        <p:grpSpPr>
          <a:xfrm>
            <a:off x="5892037" y="3878061"/>
            <a:ext cx="293891" cy="293891"/>
            <a:chOff x="6134814" y="4086186"/>
            <a:chExt cx="293891" cy="293891"/>
          </a:xfrm>
        </p:grpSpPr>
        <p:sp>
          <p:nvSpPr>
            <p:cNvPr id="8608" name="Google Shape;8608;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0" name="Google Shape;8610;p70"/>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0"/>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2" name="Google Shape;8612;p70"/>
          <p:cNvGrpSpPr/>
          <p:nvPr/>
        </p:nvGrpSpPr>
        <p:grpSpPr>
          <a:xfrm>
            <a:off x="7817013" y="2706754"/>
            <a:ext cx="622883" cy="621944"/>
            <a:chOff x="1187048" y="238125"/>
            <a:chExt cx="5256397" cy="5248476"/>
          </a:xfrm>
        </p:grpSpPr>
        <p:sp>
          <p:nvSpPr>
            <p:cNvPr id="8613" name="Google Shape;8613;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7" name="Google Shape;8617;p70"/>
          <p:cNvGrpSpPr/>
          <p:nvPr/>
        </p:nvGrpSpPr>
        <p:grpSpPr>
          <a:xfrm>
            <a:off x="2274118" y="2716363"/>
            <a:ext cx="1310987" cy="612407"/>
            <a:chOff x="238125" y="1188750"/>
            <a:chExt cx="7140450" cy="3335550"/>
          </a:xfrm>
        </p:grpSpPr>
        <p:sp>
          <p:nvSpPr>
            <p:cNvPr id="8618" name="Google Shape;8618;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3" name="Google Shape;8623;p70"/>
          <p:cNvGrpSpPr/>
          <p:nvPr/>
        </p:nvGrpSpPr>
        <p:grpSpPr>
          <a:xfrm>
            <a:off x="6599990" y="2706917"/>
            <a:ext cx="1110299" cy="621702"/>
            <a:chOff x="238125" y="1335475"/>
            <a:chExt cx="5418735" cy="3034175"/>
          </a:xfrm>
        </p:grpSpPr>
        <p:sp>
          <p:nvSpPr>
            <p:cNvPr id="8624" name="Google Shape;8624;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70"/>
          <p:cNvGrpSpPr/>
          <p:nvPr/>
        </p:nvGrpSpPr>
        <p:grpSpPr>
          <a:xfrm>
            <a:off x="5417649" y="2703814"/>
            <a:ext cx="1074451" cy="627181"/>
            <a:chOff x="5359127" y="2910889"/>
            <a:chExt cx="1097723" cy="640831"/>
          </a:xfrm>
        </p:grpSpPr>
        <p:grpSp>
          <p:nvGrpSpPr>
            <p:cNvPr id="8628" name="Google Shape;8628;p70"/>
            <p:cNvGrpSpPr/>
            <p:nvPr/>
          </p:nvGrpSpPr>
          <p:grpSpPr>
            <a:xfrm>
              <a:off x="5929791" y="3263088"/>
              <a:ext cx="527060" cy="287097"/>
              <a:chOff x="5929791" y="3263088"/>
              <a:chExt cx="527060" cy="287097"/>
            </a:xfrm>
          </p:grpSpPr>
          <p:sp>
            <p:nvSpPr>
              <p:cNvPr id="8629" name="Google Shape;8629;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30" name="Google Shape;8630;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31" name="Google Shape;8631;p70"/>
            <p:cNvGrpSpPr/>
            <p:nvPr/>
          </p:nvGrpSpPr>
          <p:grpSpPr>
            <a:xfrm>
              <a:off x="5359127" y="3263089"/>
              <a:ext cx="526428" cy="288631"/>
              <a:chOff x="5359127" y="3263089"/>
              <a:chExt cx="526428" cy="288631"/>
            </a:xfrm>
          </p:grpSpPr>
          <p:sp>
            <p:nvSpPr>
              <p:cNvPr id="8632" name="Google Shape;8632;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33" name="Google Shape;8633;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34" name="Google Shape;8634;p70"/>
            <p:cNvGrpSpPr/>
            <p:nvPr/>
          </p:nvGrpSpPr>
          <p:grpSpPr>
            <a:xfrm>
              <a:off x="5551525" y="2910889"/>
              <a:ext cx="520901" cy="610283"/>
              <a:chOff x="5551525" y="2910889"/>
              <a:chExt cx="520901" cy="610283"/>
            </a:xfrm>
          </p:grpSpPr>
          <p:sp>
            <p:nvSpPr>
              <p:cNvPr id="8635" name="Google Shape;8635;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36" name="Google Shape;8636;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37" name="Google Shape;8637;p70"/>
            <p:cNvGrpSpPr/>
            <p:nvPr/>
          </p:nvGrpSpPr>
          <p:grpSpPr>
            <a:xfrm>
              <a:off x="5743962" y="2919100"/>
              <a:ext cx="623674" cy="284502"/>
              <a:chOff x="5743962" y="2919100"/>
              <a:chExt cx="623674" cy="284502"/>
            </a:xfrm>
          </p:grpSpPr>
          <p:sp>
            <p:nvSpPr>
              <p:cNvPr id="8638" name="Google Shape;8638;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39" name="Google Shape;8639;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640" name="Google Shape;8640;p70"/>
          <p:cNvGrpSpPr/>
          <p:nvPr/>
        </p:nvGrpSpPr>
        <p:grpSpPr>
          <a:xfrm>
            <a:off x="7568863" y="1854526"/>
            <a:ext cx="874976" cy="719600"/>
            <a:chOff x="7608988" y="2093194"/>
            <a:chExt cx="817276" cy="672147"/>
          </a:xfrm>
        </p:grpSpPr>
        <p:cxnSp>
          <p:nvCxnSpPr>
            <p:cNvPr id="8641" name="Google Shape;8641;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642" name="Google Shape;8642;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643" name="Google Shape;8643;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644" name="Google Shape;8644;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645" name="Google Shape;8645;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646" name="Google Shape;8646;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647" name="Google Shape;8647;p70"/>
            <p:cNvGrpSpPr/>
            <p:nvPr/>
          </p:nvGrpSpPr>
          <p:grpSpPr>
            <a:xfrm>
              <a:off x="7721175" y="2093194"/>
              <a:ext cx="599587" cy="623846"/>
              <a:chOff x="7721175" y="2093194"/>
              <a:chExt cx="599587" cy="623846"/>
            </a:xfrm>
          </p:grpSpPr>
          <p:grpSp>
            <p:nvGrpSpPr>
              <p:cNvPr id="8648" name="Google Shape;8648;p70"/>
              <p:cNvGrpSpPr/>
              <p:nvPr/>
            </p:nvGrpSpPr>
            <p:grpSpPr>
              <a:xfrm>
                <a:off x="7721175" y="2093194"/>
                <a:ext cx="291605" cy="623846"/>
                <a:chOff x="9405575" y="2061418"/>
                <a:chExt cx="291605" cy="623846"/>
              </a:xfrm>
            </p:grpSpPr>
            <p:sp>
              <p:nvSpPr>
                <p:cNvPr id="8649" name="Google Shape;8649;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70"/>
              <p:cNvGrpSpPr/>
              <p:nvPr/>
            </p:nvGrpSpPr>
            <p:grpSpPr>
              <a:xfrm flipH="1">
                <a:off x="8029157" y="2093194"/>
                <a:ext cx="291605" cy="623846"/>
                <a:chOff x="9405575" y="2061418"/>
                <a:chExt cx="291605" cy="623846"/>
              </a:xfrm>
            </p:grpSpPr>
            <p:sp>
              <p:nvSpPr>
                <p:cNvPr id="8657" name="Google Shape;8657;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664" name="Google Shape;8664;p70"/>
          <p:cNvGrpSpPr/>
          <p:nvPr/>
        </p:nvGrpSpPr>
        <p:grpSpPr>
          <a:xfrm>
            <a:off x="4013299" y="970929"/>
            <a:ext cx="712557" cy="785901"/>
            <a:chOff x="4206459" y="1191441"/>
            <a:chExt cx="712557" cy="785901"/>
          </a:xfrm>
        </p:grpSpPr>
        <p:sp>
          <p:nvSpPr>
            <p:cNvPr id="8665" name="Google Shape;8665;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9" name="Google Shape;8669;p70"/>
            <p:cNvGrpSpPr/>
            <p:nvPr/>
          </p:nvGrpSpPr>
          <p:grpSpPr>
            <a:xfrm>
              <a:off x="4644280" y="1290523"/>
              <a:ext cx="143716" cy="29463"/>
              <a:chOff x="4644280" y="1290523"/>
              <a:chExt cx="143716" cy="29463"/>
            </a:xfrm>
          </p:grpSpPr>
          <p:sp>
            <p:nvSpPr>
              <p:cNvPr id="8670" name="Google Shape;8670;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70"/>
            <p:cNvGrpSpPr/>
            <p:nvPr/>
          </p:nvGrpSpPr>
          <p:grpSpPr>
            <a:xfrm>
              <a:off x="4356567" y="1191441"/>
              <a:ext cx="143690" cy="29488"/>
              <a:chOff x="4356567" y="1191441"/>
              <a:chExt cx="143690" cy="29488"/>
            </a:xfrm>
          </p:grpSpPr>
          <p:sp>
            <p:nvSpPr>
              <p:cNvPr id="8675" name="Google Shape;8675;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9" name="Google Shape;8679;p70"/>
            <p:cNvGrpSpPr/>
            <p:nvPr/>
          </p:nvGrpSpPr>
          <p:grpSpPr>
            <a:xfrm>
              <a:off x="4339009" y="1863727"/>
              <a:ext cx="143703" cy="29476"/>
              <a:chOff x="4339009" y="1863727"/>
              <a:chExt cx="143703" cy="29476"/>
            </a:xfrm>
          </p:grpSpPr>
          <p:sp>
            <p:nvSpPr>
              <p:cNvPr id="8680" name="Google Shape;8680;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70"/>
            <p:cNvGrpSpPr/>
            <p:nvPr/>
          </p:nvGrpSpPr>
          <p:grpSpPr>
            <a:xfrm>
              <a:off x="4206459" y="1607315"/>
              <a:ext cx="29539" cy="142899"/>
              <a:chOff x="4206459" y="1607315"/>
              <a:chExt cx="29539" cy="142899"/>
            </a:xfrm>
          </p:grpSpPr>
          <p:sp>
            <p:nvSpPr>
              <p:cNvPr id="8685" name="Google Shape;8685;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9" name="Google Shape;8689;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3" name="Google Shape;8693;p70"/>
            <p:cNvGrpSpPr/>
            <p:nvPr/>
          </p:nvGrpSpPr>
          <p:grpSpPr>
            <a:xfrm>
              <a:off x="4889463" y="1423737"/>
              <a:ext cx="29552" cy="142899"/>
              <a:chOff x="4889463" y="1423737"/>
              <a:chExt cx="29552" cy="142899"/>
            </a:xfrm>
          </p:grpSpPr>
          <p:sp>
            <p:nvSpPr>
              <p:cNvPr id="8694" name="Google Shape;8694;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70"/>
            <p:cNvGrpSpPr/>
            <p:nvPr/>
          </p:nvGrpSpPr>
          <p:grpSpPr>
            <a:xfrm>
              <a:off x="4771663" y="1876896"/>
              <a:ext cx="108651" cy="100447"/>
              <a:chOff x="4771663" y="1876896"/>
              <a:chExt cx="108651" cy="100447"/>
            </a:xfrm>
          </p:grpSpPr>
          <p:sp>
            <p:nvSpPr>
              <p:cNvPr id="8699" name="Google Shape;8699;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03" name="Google Shape;8703;p70"/>
          <p:cNvGrpSpPr/>
          <p:nvPr/>
        </p:nvGrpSpPr>
        <p:grpSpPr>
          <a:xfrm>
            <a:off x="4008774" y="1854151"/>
            <a:ext cx="791287" cy="720350"/>
            <a:chOff x="267375" y="1071875"/>
            <a:chExt cx="470500" cy="428550"/>
          </a:xfrm>
        </p:grpSpPr>
        <p:sp>
          <p:nvSpPr>
            <p:cNvPr id="8704" name="Google Shape;8704;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70"/>
          <p:cNvGrpSpPr/>
          <p:nvPr/>
        </p:nvGrpSpPr>
        <p:grpSpPr>
          <a:xfrm>
            <a:off x="709269" y="3498781"/>
            <a:ext cx="1408444" cy="673166"/>
            <a:chOff x="712664" y="3693287"/>
            <a:chExt cx="1460738" cy="698160"/>
          </a:xfrm>
        </p:grpSpPr>
        <p:grpSp>
          <p:nvGrpSpPr>
            <p:cNvPr id="8713" name="Google Shape;8713;p70"/>
            <p:cNvGrpSpPr/>
            <p:nvPr/>
          </p:nvGrpSpPr>
          <p:grpSpPr>
            <a:xfrm>
              <a:off x="1380079" y="4133090"/>
              <a:ext cx="234048" cy="258099"/>
              <a:chOff x="1380079" y="4133090"/>
              <a:chExt cx="234048" cy="258099"/>
            </a:xfrm>
          </p:grpSpPr>
          <p:sp>
            <p:nvSpPr>
              <p:cNvPr id="8714" name="Google Shape;8714;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70"/>
            <p:cNvGrpSpPr/>
            <p:nvPr/>
          </p:nvGrpSpPr>
          <p:grpSpPr>
            <a:xfrm>
              <a:off x="884610" y="3864082"/>
              <a:ext cx="1118566" cy="527275"/>
              <a:chOff x="890961" y="3865463"/>
              <a:chExt cx="1115221" cy="525698"/>
            </a:xfrm>
          </p:grpSpPr>
          <p:sp>
            <p:nvSpPr>
              <p:cNvPr id="8718" name="Google Shape;8718;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1" name="Google Shape;8721;p70"/>
            <p:cNvGrpSpPr/>
            <p:nvPr/>
          </p:nvGrpSpPr>
          <p:grpSpPr>
            <a:xfrm>
              <a:off x="712664" y="3693287"/>
              <a:ext cx="1460738" cy="698160"/>
              <a:chOff x="712664" y="3693025"/>
              <a:chExt cx="1460738" cy="698160"/>
            </a:xfrm>
          </p:grpSpPr>
          <p:sp>
            <p:nvSpPr>
              <p:cNvPr id="8722" name="Google Shape;8722;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28" name="Google Shape;8728;p70"/>
          <p:cNvGrpSpPr/>
          <p:nvPr/>
        </p:nvGrpSpPr>
        <p:grpSpPr>
          <a:xfrm>
            <a:off x="3146985" y="970929"/>
            <a:ext cx="795485" cy="738831"/>
            <a:chOff x="3348603" y="1236445"/>
            <a:chExt cx="749256" cy="695894"/>
          </a:xfrm>
        </p:grpSpPr>
        <p:grpSp>
          <p:nvGrpSpPr>
            <p:cNvPr id="8729" name="Google Shape;8729;p70"/>
            <p:cNvGrpSpPr/>
            <p:nvPr/>
          </p:nvGrpSpPr>
          <p:grpSpPr>
            <a:xfrm>
              <a:off x="3583779" y="1236445"/>
              <a:ext cx="293795" cy="285811"/>
              <a:chOff x="3750225" y="1774000"/>
              <a:chExt cx="149575" cy="145525"/>
            </a:xfrm>
          </p:grpSpPr>
          <p:sp>
            <p:nvSpPr>
              <p:cNvPr id="8730" name="Google Shape;8730;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70"/>
            <p:cNvGrpSpPr/>
            <p:nvPr/>
          </p:nvGrpSpPr>
          <p:grpSpPr>
            <a:xfrm>
              <a:off x="3775534" y="1462599"/>
              <a:ext cx="322325" cy="285958"/>
              <a:chOff x="3847850" y="1889150"/>
              <a:chExt cx="164100" cy="145600"/>
            </a:xfrm>
          </p:grpSpPr>
          <p:sp>
            <p:nvSpPr>
              <p:cNvPr id="8733" name="Google Shape;8733;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70"/>
            <p:cNvGrpSpPr/>
            <p:nvPr/>
          </p:nvGrpSpPr>
          <p:grpSpPr>
            <a:xfrm>
              <a:off x="3545329" y="1646528"/>
              <a:ext cx="293746" cy="285811"/>
              <a:chOff x="3730650" y="1982800"/>
              <a:chExt cx="149550" cy="145525"/>
            </a:xfrm>
          </p:grpSpPr>
          <p:sp>
            <p:nvSpPr>
              <p:cNvPr id="8736" name="Google Shape;8736;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70"/>
            <p:cNvGrpSpPr/>
            <p:nvPr/>
          </p:nvGrpSpPr>
          <p:grpSpPr>
            <a:xfrm>
              <a:off x="3348603" y="1415046"/>
              <a:ext cx="294384" cy="284387"/>
              <a:chOff x="3630494" y="1864938"/>
              <a:chExt cx="149875" cy="144800"/>
            </a:xfrm>
          </p:grpSpPr>
          <p:sp>
            <p:nvSpPr>
              <p:cNvPr id="8739" name="Google Shape;8739;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41" name="Google Shape;8741;p70"/>
          <p:cNvGrpSpPr/>
          <p:nvPr/>
        </p:nvGrpSpPr>
        <p:grpSpPr>
          <a:xfrm>
            <a:off x="2268512" y="3493825"/>
            <a:ext cx="1324924" cy="678083"/>
            <a:chOff x="2413923" y="3711366"/>
            <a:chExt cx="1374117" cy="703260"/>
          </a:xfrm>
        </p:grpSpPr>
        <p:grpSp>
          <p:nvGrpSpPr>
            <p:cNvPr id="8742" name="Google Shape;8742;p70"/>
            <p:cNvGrpSpPr/>
            <p:nvPr/>
          </p:nvGrpSpPr>
          <p:grpSpPr>
            <a:xfrm>
              <a:off x="2413923" y="3711366"/>
              <a:ext cx="1374117" cy="703260"/>
              <a:chOff x="2413923" y="3711366"/>
              <a:chExt cx="1374117" cy="703260"/>
            </a:xfrm>
          </p:grpSpPr>
          <p:sp>
            <p:nvSpPr>
              <p:cNvPr id="8743" name="Google Shape;8743;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4" name="Google Shape;8744;p70"/>
              <p:cNvGrpSpPr/>
              <p:nvPr/>
            </p:nvGrpSpPr>
            <p:grpSpPr>
              <a:xfrm>
                <a:off x="2600284" y="3808654"/>
                <a:ext cx="234506" cy="138009"/>
                <a:chOff x="2600284" y="3808654"/>
                <a:chExt cx="234506" cy="138009"/>
              </a:xfrm>
            </p:grpSpPr>
            <p:sp>
              <p:nvSpPr>
                <p:cNvPr id="8745" name="Google Shape;8745;p7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46" name="Google Shape;8746;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747" name="Google Shape;8747;p70"/>
              <p:cNvGrpSpPr/>
              <p:nvPr/>
            </p:nvGrpSpPr>
            <p:grpSpPr>
              <a:xfrm>
                <a:off x="3359659" y="3805664"/>
                <a:ext cx="232294" cy="141000"/>
                <a:chOff x="3359659" y="3805664"/>
                <a:chExt cx="232294" cy="141000"/>
              </a:xfrm>
            </p:grpSpPr>
            <p:sp>
              <p:nvSpPr>
                <p:cNvPr id="8748" name="Google Shape;8748;p7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49" name="Google Shape;8749;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750" name="Google Shape;8750;p70"/>
              <p:cNvGrpSpPr/>
              <p:nvPr/>
            </p:nvGrpSpPr>
            <p:grpSpPr>
              <a:xfrm>
                <a:off x="3067316" y="3711366"/>
                <a:ext cx="66900" cy="166809"/>
                <a:chOff x="3067316" y="3711366"/>
                <a:chExt cx="66900" cy="166809"/>
              </a:xfrm>
            </p:grpSpPr>
            <p:sp>
              <p:nvSpPr>
                <p:cNvPr id="8751" name="Google Shape;8751;p7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52" name="Google Shape;8752;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753" name="Google Shape;8753;p70"/>
              <p:cNvGrpSpPr/>
              <p:nvPr/>
            </p:nvGrpSpPr>
            <p:grpSpPr>
              <a:xfrm>
                <a:off x="2413923" y="4058666"/>
                <a:ext cx="224119" cy="66900"/>
                <a:chOff x="2413923" y="4058666"/>
                <a:chExt cx="224119" cy="66900"/>
              </a:xfrm>
            </p:grpSpPr>
            <p:sp>
              <p:nvSpPr>
                <p:cNvPr id="8754" name="Google Shape;8754;p7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55" name="Google Shape;8755;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756" name="Google Shape;8756;p70"/>
              <p:cNvGrpSpPr/>
              <p:nvPr/>
            </p:nvGrpSpPr>
            <p:grpSpPr>
              <a:xfrm>
                <a:off x="3564643" y="4058666"/>
                <a:ext cx="223397" cy="66900"/>
                <a:chOff x="3564643" y="4058666"/>
                <a:chExt cx="223397" cy="66900"/>
              </a:xfrm>
            </p:grpSpPr>
            <p:sp>
              <p:nvSpPr>
                <p:cNvPr id="8757" name="Google Shape;8757;p7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58" name="Google Shape;8758;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759" name="Google Shape;8759;p70"/>
            <p:cNvGrpSpPr/>
            <p:nvPr/>
          </p:nvGrpSpPr>
          <p:grpSpPr>
            <a:xfrm>
              <a:off x="2633353" y="3965763"/>
              <a:ext cx="933975" cy="445687"/>
              <a:chOff x="2633353" y="3965763"/>
              <a:chExt cx="933975" cy="445687"/>
            </a:xfrm>
          </p:grpSpPr>
          <p:sp>
            <p:nvSpPr>
              <p:cNvPr id="8760" name="Google Shape;8760;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2" name="Google Shape;8762;p70"/>
          <p:cNvGrpSpPr/>
          <p:nvPr/>
        </p:nvGrpSpPr>
        <p:grpSpPr>
          <a:xfrm>
            <a:off x="6392784" y="1044372"/>
            <a:ext cx="1131087" cy="587383"/>
            <a:chOff x="238125" y="999450"/>
            <a:chExt cx="7140700" cy="3708225"/>
          </a:xfrm>
        </p:grpSpPr>
        <p:sp>
          <p:nvSpPr>
            <p:cNvPr id="8763" name="Google Shape;8763;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70"/>
          <p:cNvGrpSpPr/>
          <p:nvPr/>
        </p:nvGrpSpPr>
        <p:grpSpPr>
          <a:xfrm>
            <a:off x="3744234" y="3493867"/>
            <a:ext cx="1375854" cy="678131"/>
            <a:chOff x="3913765" y="3641905"/>
            <a:chExt cx="1522805" cy="750560"/>
          </a:xfrm>
        </p:grpSpPr>
        <p:grpSp>
          <p:nvGrpSpPr>
            <p:cNvPr id="8773" name="Google Shape;8773;p70"/>
            <p:cNvGrpSpPr/>
            <p:nvPr/>
          </p:nvGrpSpPr>
          <p:grpSpPr>
            <a:xfrm>
              <a:off x="3913765" y="3997002"/>
              <a:ext cx="1522805" cy="395463"/>
              <a:chOff x="3913765" y="3997002"/>
              <a:chExt cx="1522805" cy="395463"/>
            </a:xfrm>
          </p:grpSpPr>
          <p:grpSp>
            <p:nvGrpSpPr>
              <p:cNvPr id="8774" name="Google Shape;8774;p70"/>
              <p:cNvGrpSpPr/>
              <p:nvPr/>
            </p:nvGrpSpPr>
            <p:grpSpPr>
              <a:xfrm>
                <a:off x="3913765" y="4138659"/>
                <a:ext cx="507602" cy="253806"/>
                <a:chOff x="3913765" y="4138659"/>
                <a:chExt cx="507602" cy="253806"/>
              </a:xfrm>
            </p:grpSpPr>
            <p:sp>
              <p:nvSpPr>
                <p:cNvPr id="8775" name="Google Shape;8775;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77" name="Google Shape;8777;p70"/>
              <p:cNvGrpSpPr/>
              <p:nvPr/>
            </p:nvGrpSpPr>
            <p:grpSpPr>
              <a:xfrm>
                <a:off x="4421361" y="3997002"/>
                <a:ext cx="507618" cy="395463"/>
                <a:chOff x="4421361" y="3997002"/>
                <a:chExt cx="507618" cy="395463"/>
              </a:xfrm>
            </p:grpSpPr>
            <p:sp>
              <p:nvSpPr>
                <p:cNvPr id="8778" name="Google Shape;8778;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70"/>
              <p:cNvGrpSpPr/>
              <p:nvPr/>
            </p:nvGrpSpPr>
            <p:grpSpPr>
              <a:xfrm>
                <a:off x="4928973" y="4189418"/>
                <a:ext cx="507596" cy="203047"/>
                <a:chOff x="4928973" y="4189418"/>
                <a:chExt cx="507596" cy="203047"/>
              </a:xfrm>
            </p:grpSpPr>
            <p:sp>
              <p:nvSpPr>
                <p:cNvPr id="8781" name="Google Shape;8781;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83" name="Google Shape;8783;p70"/>
            <p:cNvGrpSpPr/>
            <p:nvPr/>
          </p:nvGrpSpPr>
          <p:grpSpPr>
            <a:xfrm>
              <a:off x="4482186" y="3641905"/>
              <a:ext cx="397605" cy="349784"/>
              <a:chOff x="2906375" y="1159725"/>
              <a:chExt cx="1860575" cy="1636800"/>
            </a:xfrm>
          </p:grpSpPr>
          <p:sp>
            <p:nvSpPr>
              <p:cNvPr id="8784" name="Google Shape;8784;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88" name="Google Shape;8788;p70"/>
          <p:cNvGrpSpPr/>
          <p:nvPr/>
        </p:nvGrpSpPr>
        <p:grpSpPr>
          <a:xfrm>
            <a:off x="6528943" y="1853793"/>
            <a:ext cx="940737" cy="721067"/>
            <a:chOff x="6599718" y="2068734"/>
            <a:chExt cx="940737" cy="721067"/>
          </a:xfrm>
        </p:grpSpPr>
        <p:sp>
          <p:nvSpPr>
            <p:cNvPr id="8789" name="Google Shape;8789;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5" name="Google Shape;8795;p70"/>
            <p:cNvGrpSpPr/>
            <p:nvPr/>
          </p:nvGrpSpPr>
          <p:grpSpPr>
            <a:xfrm>
              <a:off x="6836957" y="2068734"/>
              <a:ext cx="461892" cy="721067"/>
              <a:chOff x="6836957" y="2068734"/>
              <a:chExt cx="461892" cy="721067"/>
            </a:xfrm>
          </p:grpSpPr>
          <p:sp>
            <p:nvSpPr>
              <p:cNvPr id="8796" name="Google Shape;8796;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2" name="Google Shape;8802;p70"/>
              <p:cNvGrpSpPr/>
              <p:nvPr/>
            </p:nvGrpSpPr>
            <p:grpSpPr>
              <a:xfrm>
                <a:off x="6836957" y="2068734"/>
                <a:ext cx="461892" cy="721067"/>
                <a:chOff x="6836957" y="2068734"/>
                <a:chExt cx="461892" cy="721067"/>
              </a:xfrm>
            </p:grpSpPr>
            <p:sp>
              <p:nvSpPr>
                <p:cNvPr id="8803" name="Google Shape;8803;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10" name="Google Shape;8810;p70"/>
          <p:cNvGrpSpPr/>
          <p:nvPr/>
        </p:nvGrpSpPr>
        <p:grpSpPr>
          <a:xfrm>
            <a:off x="2412262" y="1858139"/>
            <a:ext cx="712577" cy="712374"/>
            <a:chOff x="2559249" y="2069323"/>
            <a:chExt cx="685566" cy="685634"/>
          </a:xfrm>
        </p:grpSpPr>
        <p:sp>
          <p:nvSpPr>
            <p:cNvPr id="8811" name="Google Shape;8811;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70"/>
          <p:cNvGrpSpPr/>
          <p:nvPr/>
        </p:nvGrpSpPr>
        <p:grpSpPr>
          <a:xfrm>
            <a:off x="7594699" y="970929"/>
            <a:ext cx="845645" cy="711911"/>
            <a:chOff x="951975" y="315800"/>
            <a:chExt cx="5860325" cy="4933550"/>
          </a:xfrm>
        </p:grpSpPr>
        <p:sp>
          <p:nvSpPr>
            <p:cNvPr id="8825" name="Google Shape;8825;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70"/>
          <p:cNvGrpSpPr/>
          <p:nvPr/>
        </p:nvGrpSpPr>
        <p:grpSpPr>
          <a:xfrm>
            <a:off x="3691828" y="2707037"/>
            <a:ext cx="1617932" cy="621724"/>
            <a:chOff x="3862800" y="3038525"/>
            <a:chExt cx="1329006" cy="510698"/>
          </a:xfrm>
        </p:grpSpPr>
        <p:sp>
          <p:nvSpPr>
            <p:cNvPr id="8834" name="Google Shape;8834;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6" name="Google Shape;8836;p70"/>
            <p:cNvGrpSpPr/>
            <p:nvPr/>
          </p:nvGrpSpPr>
          <p:grpSpPr>
            <a:xfrm>
              <a:off x="3967075" y="3040337"/>
              <a:ext cx="1019927" cy="402126"/>
              <a:chOff x="3967075" y="3040337"/>
              <a:chExt cx="1019927" cy="402126"/>
            </a:xfrm>
          </p:grpSpPr>
          <p:sp>
            <p:nvSpPr>
              <p:cNvPr id="8837" name="Google Shape;8837;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9" name="Google Shape;8839;p70"/>
            <p:cNvGrpSpPr/>
            <p:nvPr/>
          </p:nvGrpSpPr>
          <p:grpSpPr>
            <a:xfrm>
              <a:off x="4186700" y="3040337"/>
              <a:ext cx="390475" cy="183289"/>
              <a:chOff x="4186700" y="3040337"/>
              <a:chExt cx="390475" cy="183289"/>
            </a:xfrm>
          </p:grpSpPr>
          <p:sp>
            <p:nvSpPr>
              <p:cNvPr id="8840" name="Google Shape;8840;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70"/>
            <p:cNvGrpSpPr/>
            <p:nvPr/>
          </p:nvGrpSpPr>
          <p:grpSpPr>
            <a:xfrm>
              <a:off x="4073727" y="3040337"/>
              <a:ext cx="697794" cy="296263"/>
              <a:chOff x="4073727" y="3040337"/>
              <a:chExt cx="697794" cy="296263"/>
            </a:xfrm>
          </p:grpSpPr>
          <p:sp>
            <p:nvSpPr>
              <p:cNvPr id="8843" name="Google Shape;8843;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70"/>
            <p:cNvGrpSpPr/>
            <p:nvPr/>
          </p:nvGrpSpPr>
          <p:grpSpPr>
            <a:xfrm>
              <a:off x="3862800" y="3038525"/>
              <a:ext cx="1329006" cy="510698"/>
              <a:chOff x="3862800" y="3038525"/>
              <a:chExt cx="1329006" cy="510698"/>
            </a:xfrm>
          </p:grpSpPr>
          <p:sp>
            <p:nvSpPr>
              <p:cNvPr id="8846" name="Google Shape;8846;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8" name="Google Shape;8848;p70"/>
          <p:cNvGrpSpPr/>
          <p:nvPr/>
        </p:nvGrpSpPr>
        <p:grpSpPr>
          <a:xfrm>
            <a:off x="700150" y="970929"/>
            <a:ext cx="883205" cy="775176"/>
            <a:chOff x="649648" y="271400"/>
            <a:chExt cx="6215377" cy="5455143"/>
          </a:xfrm>
        </p:grpSpPr>
        <p:sp>
          <p:nvSpPr>
            <p:cNvPr id="8849" name="Google Shape;8849;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70"/>
          <p:cNvGrpSpPr/>
          <p:nvPr/>
        </p:nvGrpSpPr>
        <p:grpSpPr>
          <a:xfrm>
            <a:off x="2308452" y="970929"/>
            <a:ext cx="767704" cy="815489"/>
            <a:chOff x="2499700" y="1135950"/>
            <a:chExt cx="732402" cy="777990"/>
          </a:xfrm>
        </p:grpSpPr>
        <p:grpSp>
          <p:nvGrpSpPr>
            <p:cNvPr id="8862" name="Google Shape;8862;p70"/>
            <p:cNvGrpSpPr/>
            <p:nvPr/>
          </p:nvGrpSpPr>
          <p:grpSpPr>
            <a:xfrm>
              <a:off x="2499700" y="1135950"/>
              <a:ext cx="732402" cy="694705"/>
              <a:chOff x="2499700" y="1135950"/>
              <a:chExt cx="732402" cy="694705"/>
            </a:xfrm>
          </p:grpSpPr>
          <p:sp>
            <p:nvSpPr>
              <p:cNvPr id="8863" name="Google Shape;8863;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70"/>
            <p:cNvGrpSpPr/>
            <p:nvPr/>
          </p:nvGrpSpPr>
          <p:grpSpPr>
            <a:xfrm>
              <a:off x="2517909" y="1188726"/>
              <a:ext cx="702702" cy="725214"/>
              <a:chOff x="2517909" y="1188726"/>
              <a:chExt cx="702702" cy="725214"/>
            </a:xfrm>
          </p:grpSpPr>
          <p:sp>
            <p:nvSpPr>
              <p:cNvPr id="8891" name="Google Shape;8891;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6" name="Google Shape;8896;p70"/>
          <p:cNvGrpSpPr/>
          <p:nvPr/>
        </p:nvGrpSpPr>
        <p:grpSpPr>
          <a:xfrm>
            <a:off x="1654184" y="970929"/>
            <a:ext cx="583439" cy="870229"/>
            <a:chOff x="1716825" y="1121550"/>
            <a:chExt cx="622800" cy="928938"/>
          </a:xfrm>
        </p:grpSpPr>
        <p:grpSp>
          <p:nvGrpSpPr>
            <p:cNvPr id="8897" name="Google Shape;8897;p70"/>
            <p:cNvGrpSpPr/>
            <p:nvPr/>
          </p:nvGrpSpPr>
          <p:grpSpPr>
            <a:xfrm>
              <a:off x="1716825" y="1121550"/>
              <a:ext cx="622800" cy="928938"/>
              <a:chOff x="1716825" y="1121550"/>
              <a:chExt cx="622800" cy="928938"/>
            </a:xfrm>
          </p:grpSpPr>
          <p:cxnSp>
            <p:nvCxnSpPr>
              <p:cNvPr id="8898" name="Google Shape;8898;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99" name="Google Shape;8899;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70"/>
            <p:cNvGrpSpPr/>
            <p:nvPr/>
          </p:nvGrpSpPr>
          <p:grpSpPr>
            <a:xfrm>
              <a:off x="1768050" y="1172775"/>
              <a:ext cx="520200" cy="832000"/>
              <a:chOff x="1768050" y="1172775"/>
              <a:chExt cx="520200" cy="832000"/>
            </a:xfrm>
          </p:grpSpPr>
          <p:cxnSp>
            <p:nvCxnSpPr>
              <p:cNvPr id="8901" name="Google Shape;8901;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902" name="Google Shape;8902;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70"/>
            <p:cNvGrpSpPr/>
            <p:nvPr/>
          </p:nvGrpSpPr>
          <p:grpSpPr>
            <a:xfrm>
              <a:off x="1820100" y="1225475"/>
              <a:ext cx="416400" cy="729575"/>
              <a:chOff x="1820100" y="1225475"/>
              <a:chExt cx="416400" cy="729575"/>
            </a:xfrm>
          </p:grpSpPr>
          <p:cxnSp>
            <p:nvCxnSpPr>
              <p:cNvPr id="8904" name="Google Shape;8904;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905" name="Google Shape;8905;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70"/>
            <p:cNvGrpSpPr/>
            <p:nvPr/>
          </p:nvGrpSpPr>
          <p:grpSpPr>
            <a:xfrm>
              <a:off x="1874250" y="1278825"/>
              <a:ext cx="308100" cy="605275"/>
              <a:chOff x="1874250" y="1278825"/>
              <a:chExt cx="308100" cy="605275"/>
            </a:xfrm>
          </p:grpSpPr>
          <p:cxnSp>
            <p:nvCxnSpPr>
              <p:cNvPr id="8907" name="Google Shape;8907;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908" name="Google Shape;8908;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9" name="Google Shape;8909;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70"/>
          <p:cNvGrpSpPr/>
          <p:nvPr/>
        </p:nvGrpSpPr>
        <p:grpSpPr>
          <a:xfrm>
            <a:off x="1574007" y="1857250"/>
            <a:ext cx="739072" cy="714152"/>
            <a:chOff x="4334725" y="1355875"/>
            <a:chExt cx="3106650" cy="3001900"/>
          </a:xfrm>
        </p:grpSpPr>
        <p:grpSp>
          <p:nvGrpSpPr>
            <p:cNvPr id="8911" name="Google Shape;8911;p70"/>
            <p:cNvGrpSpPr/>
            <p:nvPr/>
          </p:nvGrpSpPr>
          <p:grpSpPr>
            <a:xfrm>
              <a:off x="4516050" y="1724875"/>
              <a:ext cx="2693725" cy="2632900"/>
              <a:chOff x="4516050" y="1724875"/>
              <a:chExt cx="2693725" cy="2632900"/>
            </a:xfrm>
          </p:grpSpPr>
          <p:sp>
            <p:nvSpPr>
              <p:cNvPr id="8912" name="Google Shape;8912;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5" name="Google Shape;8915;p70"/>
            <p:cNvGrpSpPr/>
            <p:nvPr/>
          </p:nvGrpSpPr>
          <p:grpSpPr>
            <a:xfrm>
              <a:off x="4334725" y="1355875"/>
              <a:ext cx="3106650" cy="2709650"/>
              <a:chOff x="4334725" y="1355875"/>
              <a:chExt cx="3106650" cy="2709650"/>
            </a:xfrm>
          </p:grpSpPr>
          <p:sp>
            <p:nvSpPr>
              <p:cNvPr id="8916" name="Google Shape;8916;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9" name="Google Shape;8919;p70"/>
          <p:cNvGrpSpPr/>
          <p:nvPr/>
        </p:nvGrpSpPr>
        <p:grpSpPr>
          <a:xfrm>
            <a:off x="7690956" y="3488021"/>
            <a:ext cx="312074" cy="684173"/>
            <a:chOff x="7645573" y="3754300"/>
            <a:chExt cx="293855" cy="644170"/>
          </a:xfrm>
        </p:grpSpPr>
        <p:sp>
          <p:nvSpPr>
            <p:cNvPr id="8920" name="Google Shape;8920;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70"/>
          <p:cNvGrpSpPr/>
          <p:nvPr/>
        </p:nvGrpSpPr>
        <p:grpSpPr>
          <a:xfrm>
            <a:off x="5612944" y="970929"/>
            <a:ext cx="709011" cy="739359"/>
            <a:chOff x="5830645" y="1256617"/>
            <a:chExt cx="530340" cy="553040"/>
          </a:xfrm>
        </p:grpSpPr>
        <p:grpSp>
          <p:nvGrpSpPr>
            <p:cNvPr id="8923" name="Google Shape;8923;p70"/>
            <p:cNvGrpSpPr/>
            <p:nvPr/>
          </p:nvGrpSpPr>
          <p:grpSpPr>
            <a:xfrm>
              <a:off x="5830645" y="1256617"/>
              <a:ext cx="259743" cy="269909"/>
              <a:chOff x="5830645" y="1256617"/>
              <a:chExt cx="259743" cy="269909"/>
            </a:xfrm>
          </p:grpSpPr>
          <p:sp>
            <p:nvSpPr>
              <p:cNvPr id="8924" name="Google Shape;8924;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70"/>
            <p:cNvGrpSpPr/>
            <p:nvPr/>
          </p:nvGrpSpPr>
          <p:grpSpPr>
            <a:xfrm>
              <a:off x="6101293" y="1256617"/>
              <a:ext cx="259692" cy="269909"/>
              <a:chOff x="6101293" y="1256617"/>
              <a:chExt cx="259692" cy="269909"/>
            </a:xfrm>
          </p:grpSpPr>
          <p:sp>
            <p:nvSpPr>
              <p:cNvPr id="8927" name="Google Shape;8927;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70"/>
            <p:cNvGrpSpPr/>
            <p:nvPr/>
          </p:nvGrpSpPr>
          <p:grpSpPr>
            <a:xfrm>
              <a:off x="5830645" y="1539749"/>
              <a:ext cx="259692" cy="269909"/>
              <a:chOff x="5830645" y="1539749"/>
              <a:chExt cx="259692" cy="269909"/>
            </a:xfrm>
          </p:grpSpPr>
          <p:sp>
            <p:nvSpPr>
              <p:cNvPr id="8930" name="Google Shape;8930;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70"/>
            <p:cNvGrpSpPr/>
            <p:nvPr/>
          </p:nvGrpSpPr>
          <p:grpSpPr>
            <a:xfrm>
              <a:off x="6101293" y="1539749"/>
              <a:ext cx="259692" cy="269909"/>
              <a:chOff x="6101293" y="1539749"/>
              <a:chExt cx="259692" cy="269909"/>
            </a:xfrm>
          </p:grpSpPr>
          <p:sp>
            <p:nvSpPr>
              <p:cNvPr id="8933" name="Google Shape;8933;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5" name="Google Shape;8935;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6" name="Google Shape;8936;p70"/>
          <p:cNvGrpSpPr/>
          <p:nvPr/>
        </p:nvGrpSpPr>
        <p:grpSpPr>
          <a:xfrm>
            <a:off x="714438" y="2707044"/>
            <a:ext cx="1452955" cy="621360"/>
            <a:chOff x="732422" y="2990152"/>
            <a:chExt cx="1337773" cy="572102"/>
          </a:xfrm>
        </p:grpSpPr>
        <p:sp>
          <p:nvSpPr>
            <p:cNvPr id="8937" name="Google Shape;8937;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946"/>
        <p:cNvGrpSpPr/>
        <p:nvPr/>
      </p:nvGrpSpPr>
      <p:grpSpPr>
        <a:xfrm>
          <a:off x="0" y="0"/>
          <a:ext cx="0" cy="0"/>
          <a:chOff x="0" y="0"/>
          <a:chExt cx="0" cy="0"/>
        </a:xfrm>
      </p:grpSpPr>
      <p:grpSp>
        <p:nvGrpSpPr>
          <p:cNvPr id="8947" name="Google Shape;8947;p71"/>
          <p:cNvGrpSpPr/>
          <p:nvPr/>
        </p:nvGrpSpPr>
        <p:grpSpPr>
          <a:xfrm>
            <a:off x="708575" y="965865"/>
            <a:ext cx="1636117" cy="1526144"/>
            <a:chOff x="729238" y="1179665"/>
            <a:chExt cx="1636117" cy="1526144"/>
          </a:xfrm>
        </p:grpSpPr>
        <p:grpSp>
          <p:nvGrpSpPr>
            <p:cNvPr id="8948" name="Google Shape;8948;p71"/>
            <p:cNvGrpSpPr/>
            <p:nvPr/>
          </p:nvGrpSpPr>
          <p:grpSpPr>
            <a:xfrm>
              <a:off x="729238" y="1179665"/>
              <a:ext cx="80700" cy="1526144"/>
              <a:chOff x="729238" y="1179665"/>
              <a:chExt cx="80700" cy="1526144"/>
            </a:xfrm>
          </p:grpSpPr>
          <p:sp>
            <p:nvSpPr>
              <p:cNvPr id="8949" name="Google Shape;8949;p7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71"/>
            <p:cNvGrpSpPr/>
            <p:nvPr/>
          </p:nvGrpSpPr>
          <p:grpSpPr>
            <a:xfrm>
              <a:off x="903098" y="1179665"/>
              <a:ext cx="80700" cy="1526144"/>
              <a:chOff x="903098" y="1179665"/>
              <a:chExt cx="80700" cy="1526144"/>
            </a:xfrm>
          </p:grpSpPr>
          <p:sp>
            <p:nvSpPr>
              <p:cNvPr id="8960" name="Google Shape;8960;p7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0" name="Google Shape;8970;p71"/>
            <p:cNvGrpSpPr/>
            <p:nvPr/>
          </p:nvGrpSpPr>
          <p:grpSpPr>
            <a:xfrm>
              <a:off x="1076958" y="1179665"/>
              <a:ext cx="80700" cy="1526144"/>
              <a:chOff x="1076958" y="1179665"/>
              <a:chExt cx="80700" cy="1526144"/>
            </a:xfrm>
          </p:grpSpPr>
          <p:sp>
            <p:nvSpPr>
              <p:cNvPr id="8971" name="Google Shape;8971;p7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71"/>
            <p:cNvGrpSpPr/>
            <p:nvPr/>
          </p:nvGrpSpPr>
          <p:grpSpPr>
            <a:xfrm>
              <a:off x="1247707" y="1179665"/>
              <a:ext cx="80700" cy="1526144"/>
              <a:chOff x="1247707" y="1179665"/>
              <a:chExt cx="80700" cy="1526144"/>
            </a:xfrm>
          </p:grpSpPr>
          <p:sp>
            <p:nvSpPr>
              <p:cNvPr id="8982" name="Google Shape;8982;p7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71"/>
            <p:cNvGrpSpPr/>
            <p:nvPr/>
          </p:nvGrpSpPr>
          <p:grpSpPr>
            <a:xfrm>
              <a:off x="1421567" y="1179665"/>
              <a:ext cx="80700" cy="1526144"/>
              <a:chOff x="1421567" y="1179665"/>
              <a:chExt cx="80700" cy="1526144"/>
            </a:xfrm>
          </p:grpSpPr>
          <p:sp>
            <p:nvSpPr>
              <p:cNvPr id="8993" name="Google Shape;8993;p7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71"/>
            <p:cNvGrpSpPr/>
            <p:nvPr/>
          </p:nvGrpSpPr>
          <p:grpSpPr>
            <a:xfrm>
              <a:off x="1592327" y="1179665"/>
              <a:ext cx="80700" cy="1526144"/>
              <a:chOff x="1592327" y="1179665"/>
              <a:chExt cx="80700" cy="1526144"/>
            </a:xfrm>
          </p:grpSpPr>
          <p:sp>
            <p:nvSpPr>
              <p:cNvPr id="9004" name="Google Shape;9004;p7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71"/>
            <p:cNvGrpSpPr/>
            <p:nvPr/>
          </p:nvGrpSpPr>
          <p:grpSpPr>
            <a:xfrm>
              <a:off x="1766187" y="1179665"/>
              <a:ext cx="80700" cy="1526144"/>
              <a:chOff x="1766187" y="1179665"/>
              <a:chExt cx="80700" cy="1526144"/>
            </a:xfrm>
          </p:grpSpPr>
          <p:sp>
            <p:nvSpPr>
              <p:cNvPr id="9015" name="Google Shape;9015;p7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71"/>
            <p:cNvGrpSpPr/>
            <p:nvPr/>
          </p:nvGrpSpPr>
          <p:grpSpPr>
            <a:xfrm>
              <a:off x="1936935" y="1179665"/>
              <a:ext cx="80700" cy="1526144"/>
              <a:chOff x="1936935" y="1179665"/>
              <a:chExt cx="80700" cy="1526144"/>
            </a:xfrm>
          </p:grpSpPr>
          <p:sp>
            <p:nvSpPr>
              <p:cNvPr id="9026" name="Google Shape;9026;p7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71"/>
            <p:cNvGrpSpPr/>
            <p:nvPr/>
          </p:nvGrpSpPr>
          <p:grpSpPr>
            <a:xfrm>
              <a:off x="2110795" y="1179665"/>
              <a:ext cx="80700" cy="1526144"/>
              <a:chOff x="2110795" y="1179665"/>
              <a:chExt cx="80700" cy="1526144"/>
            </a:xfrm>
          </p:grpSpPr>
          <p:sp>
            <p:nvSpPr>
              <p:cNvPr id="9037" name="Google Shape;9037;p7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71"/>
            <p:cNvGrpSpPr/>
            <p:nvPr/>
          </p:nvGrpSpPr>
          <p:grpSpPr>
            <a:xfrm>
              <a:off x="2284655" y="1179665"/>
              <a:ext cx="80700" cy="1526144"/>
              <a:chOff x="2284655" y="1179665"/>
              <a:chExt cx="80700" cy="1526144"/>
            </a:xfrm>
          </p:grpSpPr>
          <p:sp>
            <p:nvSpPr>
              <p:cNvPr id="9048" name="Google Shape;9048;p7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58" name="Google Shape;9058;p71"/>
          <p:cNvGrpSpPr/>
          <p:nvPr/>
        </p:nvGrpSpPr>
        <p:grpSpPr>
          <a:xfrm>
            <a:off x="2603242" y="985003"/>
            <a:ext cx="1364248" cy="1102133"/>
            <a:chOff x="2623904" y="1198803"/>
            <a:chExt cx="1364248" cy="1102133"/>
          </a:xfrm>
        </p:grpSpPr>
        <p:grpSp>
          <p:nvGrpSpPr>
            <p:cNvPr id="9059" name="Google Shape;9059;p71"/>
            <p:cNvGrpSpPr/>
            <p:nvPr/>
          </p:nvGrpSpPr>
          <p:grpSpPr>
            <a:xfrm>
              <a:off x="2623907" y="1198803"/>
              <a:ext cx="1364245" cy="273000"/>
              <a:chOff x="2623907" y="1198803"/>
              <a:chExt cx="1364245" cy="273000"/>
            </a:xfrm>
          </p:grpSpPr>
          <p:sp>
            <p:nvSpPr>
              <p:cNvPr id="9060" name="Google Shape;9060;p7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71"/>
            <p:cNvGrpSpPr/>
            <p:nvPr/>
          </p:nvGrpSpPr>
          <p:grpSpPr>
            <a:xfrm>
              <a:off x="2623904" y="1476964"/>
              <a:ext cx="1364245" cy="273000"/>
              <a:chOff x="2623904" y="1476964"/>
              <a:chExt cx="1364245" cy="273000"/>
            </a:xfrm>
          </p:grpSpPr>
          <p:sp>
            <p:nvSpPr>
              <p:cNvPr id="9066" name="Google Shape;9066;p7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1" name="Google Shape;9071;p71"/>
            <p:cNvGrpSpPr/>
            <p:nvPr/>
          </p:nvGrpSpPr>
          <p:grpSpPr>
            <a:xfrm>
              <a:off x="2623907" y="1749775"/>
              <a:ext cx="1364245" cy="273000"/>
              <a:chOff x="2623907" y="1749775"/>
              <a:chExt cx="1364245" cy="273000"/>
            </a:xfrm>
          </p:grpSpPr>
          <p:sp>
            <p:nvSpPr>
              <p:cNvPr id="9072" name="Google Shape;9072;p7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7" name="Google Shape;9077;p71"/>
            <p:cNvGrpSpPr/>
            <p:nvPr/>
          </p:nvGrpSpPr>
          <p:grpSpPr>
            <a:xfrm>
              <a:off x="2623904" y="2027936"/>
              <a:ext cx="1364245" cy="273000"/>
              <a:chOff x="2623904" y="2027936"/>
              <a:chExt cx="1364245" cy="273000"/>
            </a:xfrm>
          </p:grpSpPr>
          <p:sp>
            <p:nvSpPr>
              <p:cNvPr id="9078" name="Google Shape;9078;p7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83" name="Google Shape;9083;p71"/>
          <p:cNvGrpSpPr/>
          <p:nvPr/>
        </p:nvGrpSpPr>
        <p:grpSpPr>
          <a:xfrm>
            <a:off x="2592703" y="2444186"/>
            <a:ext cx="1387541" cy="159124"/>
            <a:chOff x="3200660" y="2180272"/>
            <a:chExt cx="2563824" cy="378237"/>
          </a:xfrm>
        </p:grpSpPr>
        <p:sp>
          <p:nvSpPr>
            <p:cNvPr id="9084" name="Google Shape;9084;p7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2" name="Google Shape;9102;p71"/>
          <p:cNvGrpSpPr/>
          <p:nvPr/>
        </p:nvGrpSpPr>
        <p:grpSpPr>
          <a:xfrm>
            <a:off x="2589227" y="2722011"/>
            <a:ext cx="1390502" cy="159625"/>
            <a:chOff x="3530150" y="2790075"/>
            <a:chExt cx="1962600" cy="225300"/>
          </a:xfrm>
        </p:grpSpPr>
        <p:sp>
          <p:nvSpPr>
            <p:cNvPr id="9103" name="Google Shape;9103;p7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71"/>
          <p:cNvGrpSpPr/>
          <p:nvPr/>
        </p:nvGrpSpPr>
        <p:grpSpPr>
          <a:xfrm>
            <a:off x="2589880" y="3000337"/>
            <a:ext cx="1411629" cy="153761"/>
            <a:chOff x="3558802" y="4011427"/>
            <a:chExt cx="1866000" cy="111300"/>
          </a:xfrm>
        </p:grpSpPr>
        <p:sp>
          <p:nvSpPr>
            <p:cNvPr id="9106" name="Google Shape;9106;p7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8" name="Google Shape;9108;p71"/>
          <p:cNvGrpSpPr/>
          <p:nvPr/>
        </p:nvGrpSpPr>
        <p:grpSpPr>
          <a:xfrm>
            <a:off x="2589573" y="2205736"/>
            <a:ext cx="1383503" cy="119749"/>
            <a:chOff x="3465975" y="2270276"/>
            <a:chExt cx="1986364" cy="171929"/>
          </a:xfrm>
        </p:grpSpPr>
        <p:sp>
          <p:nvSpPr>
            <p:cNvPr id="9109" name="Google Shape;9109;p7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71"/>
          <p:cNvGrpSpPr/>
          <p:nvPr/>
        </p:nvGrpSpPr>
        <p:grpSpPr>
          <a:xfrm>
            <a:off x="2600580" y="3569387"/>
            <a:ext cx="1369531" cy="195460"/>
            <a:chOff x="723300" y="4253549"/>
            <a:chExt cx="2276482" cy="324900"/>
          </a:xfrm>
        </p:grpSpPr>
        <p:sp>
          <p:nvSpPr>
            <p:cNvPr id="9118" name="Google Shape;9118;p7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3" name="Google Shape;9123;p71"/>
          <p:cNvGrpSpPr/>
          <p:nvPr/>
        </p:nvGrpSpPr>
        <p:grpSpPr>
          <a:xfrm>
            <a:off x="2590141" y="3270567"/>
            <a:ext cx="1389066" cy="180119"/>
            <a:chOff x="705948" y="3788465"/>
            <a:chExt cx="2308953" cy="299400"/>
          </a:xfrm>
        </p:grpSpPr>
        <p:sp>
          <p:nvSpPr>
            <p:cNvPr id="9124" name="Google Shape;9124;p7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71"/>
          <p:cNvGrpSpPr/>
          <p:nvPr/>
        </p:nvGrpSpPr>
        <p:grpSpPr>
          <a:xfrm>
            <a:off x="2638078" y="3883547"/>
            <a:ext cx="1304609" cy="294074"/>
            <a:chOff x="2658741" y="4097347"/>
            <a:chExt cx="1304609" cy="294074"/>
          </a:xfrm>
        </p:grpSpPr>
        <p:grpSp>
          <p:nvGrpSpPr>
            <p:cNvPr id="9130" name="Google Shape;9130;p71"/>
            <p:cNvGrpSpPr/>
            <p:nvPr/>
          </p:nvGrpSpPr>
          <p:grpSpPr>
            <a:xfrm>
              <a:off x="2658741" y="4097347"/>
              <a:ext cx="118572" cy="294074"/>
              <a:chOff x="3343310" y="4475555"/>
              <a:chExt cx="127717" cy="316753"/>
            </a:xfrm>
          </p:grpSpPr>
          <p:sp>
            <p:nvSpPr>
              <p:cNvPr id="9131" name="Google Shape;9131;p7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71"/>
            <p:cNvGrpSpPr/>
            <p:nvPr/>
          </p:nvGrpSpPr>
          <p:grpSpPr>
            <a:xfrm>
              <a:off x="3815519" y="4098388"/>
              <a:ext cx="147831" cy="291991"/>
              <a:chOff x="3527539" y="4476677"/>
              <a:chExt cx="159232" cy="314510"/>
            </a:xfrm>
          </p:grpSpPr>
          <p:sp>
            <p:nvSpPr>
              <p:cNvPr id="9134" name="Google Shape;9134;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71"/>
            <p:cNvGrpSpPr/>
            <p:nvPr/>
          </p:nvGrpSpPr>
          <p:grpSpPr>
            <a:xfrm>
              <a:off x="3511696" y="4098388"/>
              <a:ext cx="147831" cy="291991"/>
              <a:chOff x="3527539" y="4476677"/>
              <a:chExt cx="159232" cy="314510"/>
            </a:xfrm>
          </p:grpSpPr>
          <p:sp>
            <p:nvSpPr>
              <p:cNvPr id="9137" name="Google Shape;9137;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71"/>
            <p:cNvGrpSpPr/>
            <p:nvPr/>
          </p:nvGrpSpPr>
          <p:grpSpPr>
            <a:xfrm>
              <a:off x="3207874" y="4098388"/>
              <a:ext cx="147831" cy="291991"/>
              <a:chOff x="3527539" y="4476677"/>
              <a:chExt cx="159232" cy="314510"/>
            </a:xfrm>
          </p:grpSpPr>
          <p:sp>
            <p:nvSpPr>
              <p:cNvPr id="9140" name="Google Shape;9140;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71"/>
            <p:cNvGrpSpPr/>
            <p:nvPr/>
          </p:nvGrpSpPr>
          <p:grpSpPr>
            <a:xfrm>
              <a:off x="2933305" y="4097347"/>
              <a:ext cx="118572" cy="294074"/>
              <a:chOff x="3343310" y="4475555"/>
              <a:chExt cx="127717" cy="316753"/>
            </a:xfrm>
          </p:grpSpPr>
          <p:sp>
            <p:nvSpPr>
              <p:cNvPr id="9143" name="Google Shape;9143;p7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45" name="Google Shape;9145;p71"/>
          <p:cNvGrpSpPr/>
          <p:nvPr/>
        </p:nvGrpSpPr>
        <p:grpSpPr>
          <a:xfrm>
            <a:off x="4256908" y="1866669"/>
            <a:ext cx="1433821" cy="191501"/>
            <a:chOff x="4273350" y="2080469"/>
            <a:chExt cx="1433821" cy="191501"/>
          </a:xfrm>
        </p:grpSpPr>
        <p:grpSp>
          <p:nvGrpSpPr>
            <p:cNvPr id="9146" name="Google Shape;9146;p71"/>
            <p:cNvGrpSpPr/>
            <p:nvPr/>
          </p:nvGrpSpPr>
          <p:grpSpPr>
            <a:xfrm>
              <a:off x="4273350" y="2080469"/>
              <a:ext cx="1433821" cy="0"/>
              <a:chOff x="5224975" y="2962250"/>
              <a:chExt cx="1544400" cy="0"/>
            </a:xfrm>
          </p:grpSpPr>
          <p:cxnSp>
            <p:nvCxnSpPr>
              <p:cNvPr id="9147" name="Google Shape;9147;p7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148" name="Google Shape;9148;p7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149" name="Google Shape;9149;p71"/>
            <p:cNvGrpSpPr/>
            <p:nvPr/>
          </p:nvGrpSpPr>
          <p:grpSpPr>
            <a:xfrm>
              <a:off x="4273350" y="2271969"/>
              <a:ext cx="1433821" cy="0"/>
              <a:chOff x="5224975" y="2962250"/>
              <a:chExt cx="1544400" cy="0"/>
            </a:xfrm>
          </p:grpSpPr>
          <p:cxnSp>
            <p:nvCxnSpPr>
              <p:cNvPr id="9150" name="Google Shape;9150;p7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151" name="Google Shape;9151;p7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152" name="Google Shape;9152;p71"/>
          <p:cNvGrpSpPr/>
          <p:nvPr/>
        </p:nvGrpSpPr>
        <p:grpSpPr>
          <a:xfrm>
            <a:off x="4258463" y="969236"/>
            <a:ext cx="1430711" cy="743389"/>
            <a:chOff x="5159450" y="1919950"/>
            <a:chExt cx="1541050" cy="862500"/>
          </a:xfrm>
        </p:grpSpPr>
        <p:sp>
          <p:nvSpPr>
            <p:cNvPr id="9153" name="Google Shape;9153;p7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he-IL"/>
            </a:p>
          </p:txBody>
        </p:sp>
        <p:grpSp>
          <p:nvGrpSpPr>
            <p:cNvPr id="9154" name="Google Shape;9154;p71"/>
            <p:cNvGrpSpPr/>
            <p:nvPr/>
          </p:nvGrpSpPr>
          <p:grpSpPr>
            <a:xfrm>
              <a:off x="5159450" y="1919950"/>
              <a:ext cx="1541050" cy="862500"/>
              <a:chOff x="5159450" y="1919950"/>
              <a:chExt cx="1541050" cy="862500"/>
            </a:xfrm>
          </p:grpSpPr>
          <p:cxnSp>
            <p:nvCxnSpPr>
              <p:cNvPr id="9155" name="Google Shape;9155;p7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156" name="Google Shape;9156;p7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157" name="Google Shape;9157;p71"/>
          <p:cNvGrpSpPr/>
          <p:nvPr/>
        </p:nvGrpSpPr>
        <p:grpSpPr>
          <a:xfrm>
            <a:off x="4248577" y="2192564"/>
            <a:ext cx="1450484" cy="1052087"/>
            <a:chOff x="5230575" y="1554475"/>
            <a:chExt cx="2137150" cy="1550150"/>
          </a:xfrm>
        </p:grpSpPr>
        <p:sp>
          <p:nvSpPr>
            <p:cNvPr id="9158" name="Google Shape;9158;p7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71"/>
          <p:cNvGrpSpPr/>
          <p:nvPr/>
        </p:nvGrpSpPr>
        <p:grpSpPr>
          <a:xfrm rot="10800000">
            <a:off x="4265127" y="3284753"/>
            <a:ext cx="1417383" cy="887946"/>
            <a:chOff x="5645403" y="2920021"/>
            <a:chExt cx="2650800" cy="2180614"/>
          </a:xfrm>
        </p:grpSpPr>
        <p:sp>
          <p:nvSpPr>
            <p:cNvPr id="9172" name="Google Shape;9172;p7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3" name="Google Shape;9173;p71"/>
            <p:cNvCxnSpPr>
              <a:stCxn id="917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74" name="Google Shape;9174;p7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5" name="Google Shape;9175;p71"/>
            <p:cNvCxnSpPr>
              <a:endCxn id="917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76" name="Google Shape;9176;p7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71"/>
            <p:cNvCxnSpPr>
              <a:stCxn id="917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78" name="Google Shape;9178;p7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9" name="Google Shape;9179;p71"/>
            <p:cNvCxnSpPr>
              <a:endCxn id="917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80" name="Google Shape;9180;p71"/>
          <p:cNvGrpSpPr/>
          <p:nvPr/>
        </p:nvGrpSpPr>
        <p:grpSpPr>
          <a:xfrm>
            <a:off x="7365487" y="2188108"/>
            <a:ext cx="1071743" cy="1021579"/>
            <a:chOff x="7189833" y="2022667"/>
            <a:chExt cx="1251159" cy="1192597"/>
          </a:xfrm>
        </p:grpSpPr>
        <p:sp>
          <p:nvSpPr>
            <p:cNvPr id="9181" name="Google Shape;9181;p7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71"/>
          <p:cNvGrpSpPr/>
          <p:nvPr/>
        </p:nvGrpSpPr>
        <p:grpSpPr>
          <a:xfrm>
            <a:off x="706758" y="2614515"/>
            <a:ext cx="1695374" cy="1560837"/>
            <a:chOff x="727421" y="2828315"/>
            <a:chExt cx="1695374" cy="1560837"/>
          </a:xfrm>
        </p:grpSpPr>
        <p:grpSp>
          <p:nvGrpSpPr>
            <p:cNvPr id="9186" name="Google Shape;9186;p71"/>
            <p:cNvGrpSpPr/>
            <p:nvPr/>
          </p:nvGrpSpPr>
          <p:grpSpPr>
            <a:xfrm>
              <a:off x="819108" y="2882501"/>
              <a:ext cx="103104" cy="1426186"/>
              <a:chOff x="4674013" y="3100904"/>
              <a:chExt cx="122758" cy="1698043"/>
            </a:xfrm>
          </p:grpSpPr>
          <p:sp>
            <p:nvSpPr>
              <p:cNvPr id="9187" name="Google Shape;9187;p7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71"/>
            <p:cNvGrpSpPr/>
            <p:nvPr/>
          </p:nvGrpSpPr>
          <p:grpSpPr>
            <a:xfrm>
              <a:off x="1062475" y="2882501"/>
              <a:ext cx="103104" cy="1426186"/>
              <a:chOff x="4940438" y="3100904"/>
              <a:chExt cx="122758" cy="1698043"/>
            </a:xfrm>
          </p:grpSpPr>
          <p:sp>
            <p:nvSpPr>
              <p:cNvPr id="9195" name="Google Shape;9195;p7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71"/>
            <p:cNvGrpSpPr/>
            <p:nvPr/>
          </p:nvGrpSpPr>
          <p:grpSpPr>
            <a:xfrm>
              <a:off x="1299324" y="2882501"/>
              <a:ext cx="103104" cy="1426186"/>
              <a:chOff x="5206863" y="3100904"/>
              <a:chExt cx="122758" cy="1698043"/>
            </a:xfrm>
          </p:grpSpPr>
          <p:sp>
            <p:nvSpPr>
              <p:cNvPr id="9203" name="Google Shape;9203;p7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71"/>
            <p:cNvGrpSpPr/>
            <p:nvPr/>
          </p:nvGrpSpPr>
          <p:grpSpPr>
            <a:xfrm>
              <a:off x="1786057" y="2882501"/>
              <a:ext cx="103104" cy="1426186"/>
              <a:chOff x="6006138" y="3143629"/>
              <a:chExt cx="122758" cy="1698043"/>
            </a:xfrm>
          </p:grpSpPr>
          <p:sp>
            <p:nvSpPr>
              <p:cNvPr id="9211" name="Google Shape;9211;p7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71"/>
            <p:cNvGrpSpPr/>
            <p:nvPr/>
          </p:nvGrpSpPr>
          <p:grpSpPr>
            <a:xfrm>
              <a:off x="2029422" y="2882501"/>
              <a:ext cx="103104" cy="1426186"/>
              <a:chOff x="6805413" y="3100904"/>
              <a:chExt cx="122758" cy="1698043"/>
            </a:xfrm>
          </p:grpSpPr>
          <p:sp>
            <p:nvSpPr>
              <p:cNvPr id="9219" name="Google Shape;9219;p7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71"/>
            <p:cNvGrpSpPr/>
            <p:nvPr/>
          </p:nvGrpSpPr>
          <p:grpSpPr>
            <a:xfrm>
              <a:off x="727421" y="2828315"/>
              <a:ext cx="1695374" cy="1560837"/>
              <a:chOff x="734799" y="2782450"/>
              <a:chExt cx="1571100" cy="1577400"/>
            </a:xfrm>
          </p:grpSpPr>
          <p:cxnSp>
            <p:nvCxnSpPr>
              <p:cNvPr id="9227" name="Google Shape;9227;p7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228" name="Google Shape;9228;p7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229" name="Google Shape;9229;p71"/>
            <p:cNvGrpSpPr/>
            <p:nvPr/>
          </p:nvGrpSpPr>
          <p:grpSpPr>
            <a:xfrm>
              <a:off x="2272795" y="2882501"/>
              <a:ext cx="103104" cy="1426186"/>
              <a:chOff x="5206863" y="3100904"/>
              <a:chExt cx="122758" cy="1698043"/>
            </a:xfrm>
          </p:grpSpPr>
          <p:sp>
            <p:nvSpPr>
              <p:cNvPr id="9230" name="Google Shape;9230;p7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71"/>
            <p:cNvGrpSpPr/>
            <p:nvPr/>
          </p:nvGrpSpPr>
          <p:grpSpPr>
            <a:xfrm>
              <a:off x="1542694" y="2882501"/>
              <a:ext cx="103104" cy="1426186"/>
              <a:chOff x="6006138" y="3143629"/>
              <a:chExt cx="122758" cy="1698043"/>
            </a:xfrm>
          </p:grpSpPr>
          <p:sp>
            <p:nvSpPr>
              <p:cNvPr id="9238" name="Google Shape;9238;p7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45" name="Google Shape;9245;p71"/>
          <p:cNvGrpSpPr/>
          <p:nvPr/>
        </p:nvGrpSpPr>
        <p:grpSpPr>
          <a:xfrm>
            <a:off x="5915338" y="2192087"/>
            <a:ext cx="1248543" cy="1025319"/>
            <a:chOff x="5183758" y="1210600"/>
            <a:chExt cx="3605380" cy="2960783"/>
          </a:xfrm>
        </p:grpSpPr>
        <p:sp>
          <p:nvSpPr>
            <p:cNvPr id="9246" name="Google Shape;9246;p7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50" name="Google Shape;9250;p7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251" name="Google Shape;9251;p7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252" name="Google Shape;9252;p7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253" name="Google Shape;9253;p7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254" name="Google Shape;9254;p7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71"/>
          <p:cNvGrpSpPr/>
          <p:nvPr/>
        </p:nvGrpSpPr>
        <p:grpSpPr>
          <a:xfrm>
            <a:off x="5772399" y="3330404"/>
            <a:ext cx="2664831" cy="843440"/>
            <a:chOff x="5916567" y="1099697"/>
            <a:chExt cx="2556683" cy="809211"/>
          </a:xfrm>
        </p:grpSpPr>
        <p:sp>
          <p:nvSpPr>
            <p:cNvPr id="9256" name="Google Shape;9256;p7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71"/>
          <p:cNvGrpSpPr/>
          <p:nvPr/>
        </p:nvGrpSpPr>
        <p:grpSpPr>
          <a:xfrm>
            <a:off x="5879940" y="979263"/>
            <a:ext cx="1299851" cy="1023338"/>
            <a:chOff x="5900602" y="1193063"/>
            <a:chExt cx="1299851" cy="1023338"/>
          </a:xfrm>
        </p:grpSpPr>
        <p:grpSp>
          <p:nvGrpSpPr>
            <p:cNvPr id="9265" name="Google Shape;9265;p71"/>
            <p:cNvGrpSpPr/>
            <p:nvPr/>
          </p:nvGrpSpPr>
          <p:grpSpPr>
            <a:xfrm>
              <a:off x="6743564" y="1193063"/>
              <a:ext cx="456889" cy="700379"/>
              <a:chOff x="6743564" y="1193063"/>
              <a:chExt cx="456889" cy="700379"/>
            </a:xfrm>
          </p:grpSpPr>
          <p:grpSp>
            <p:nvGrpSpPr>
              <p:cNvPr id="9266" name="Google Shape;9266;p71"/>
              <p:cNvGrpSpPr/>
              <p:nvPr/>
            </p:nvGrpSpPr>
            <p:grpSpPr>
              <a:xfrm>
                <a:off x="6743564" y="1690731"/>
                <a:ext cx="214402" cy="202710"/>
                <a:chOff x="6743564" y="1690731"/>
                <a:chExt cx="214402" cy="202710"/>
              </a:xfrm>
            </p:grpSpPr>
            <p:sp>
              <p:nvSpPr>
                <p:cNvPr id="9267" name="Google Shape;9267;p7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1"/>
              <p:cNvGrpSpPr/>
              <p:nvPr/>
            </p:nvGrpSpPr>
            <p:grpSpPr>
              <a:xfrm>
                <a:off x="6915505" y="1193063"/>
                <a:ext cx="284947" cy="589637"/>
                <a:chOff x="6915505" y="1193063"/>
                <a:chExt cx="284947" cy="589637"/>
              </a:xfrm>
            </p:grpSpPr>
            <p:sp>
              <p:nvSpPr>
                <p:cNvPr id="9270" name="Google Shape;9270;p7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71" name="Google Shape;9271;p7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272" name="Google Shape;9272;p71"/>
            <p:cNvGrpSpPr/>
            <p:nvPr/>
          </p:nvGrpSpPr>
          <p:grpSpPr>
            <a:xfrm>
              <a:off x="6520337" y="1193063"/>
              <a:ext cx="341815" cy="801589"/>
              <a:chOff x="6520337" y="1193063"/>
              <a:chExt cx="341815" cy="801589"/>
            </a:xfrm>
          </p:grpSpPr>
          <p:grpSp>
            <p:nvGrpSpPr>
              <p:cNvPr id="9273" name="Google Shape;9273;p71"/>
              <p:cNvGrpSpPr/>
              <p:nvPr/>
            </p:nvGrpSpPr>
            <p:grpSpPr>
              <a:xfrm>
                <a:off x="6520337" y="1589527"/>
                <a:ext cx="213950" cy="405125"/>
                <a:chOff x="6520337" y="1589527"/>
                <a:chExt cx="213950" cy="405125"/>
              </a:xfrm>
            </p:grpSpPr>
            <p:sp>
              <p:nvSpPr>
                <p:cNvPr id="9274" name="Google Shape;9274;p7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6" name="Google Shape;9276;p71"/>
              <p:cNvGrpSpPr/>
              <p:nvPr/>
            </p:nvGrpSpPr>
            <p:grpSpPr>
              <a:xfrm>
                <a:off x="6577204" y="1193063"/>
                <a:ext cx="284947" cy="453562"/>
                <a:chOff x="6577204" y="1193063"/>
                <a:chExt cx="284947" cy="453562"/>
              </a:xfrm>
            </p:grpSpPr>
            <p:sp>
              <p:nvSpPr>
                <p:cNvPr id="9277" name="Google Shape;9277;p7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78" name="Google Shape;9278;p7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79" name="Google Shape;9279;p71"/>
            <p:cNvGrpSpPr/>
            <p:nvPr/>
          </p:nvGrpSpPr>
          <p:grpSpPr>
            <a:xfrm>
              <a:off x="6238903" y="1193063"/>
              <a:ext cx="300475" cy="901782"/>
              <a:chOff x="6238903" y="1193063"/>
              <a:chExt cx="300475" cy="901782"/>
            </a:xfrm>
          </p:grpSpPr>
          <p:grpSp>
            <p:nvGrpSpPr>
              <p:cNvPr id="9280" name="Google Shape;9280;p71"/>
              <p:cNvGrpSpPr/>
              <p:nvPr/>
            </p:nvGrpSpPr>
            <p:grpSpPr>
              <a:xfrm>
                <a:off x="6290865" y="1489315"/>
                <a:ext cx="248514" cy="605530"/>
                <a:chOff x="6290865" y="1489315"/>
                <a:chExt cx="248514" cy="605530"/>
              </a:xfrm>
            </p:grpSpPr>
            <p:sp>
              <p:nvSpPr>
                <p:cNvPr id="9281" name="Google Shape;9281;p7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71"/>
              <p:cNvGrpSpPr/>
              <p:nvPr/>
            </p:nvGrpSpPr>
            <p:grpSpPr>
              <a:xfrm>
                <a:off x="6238903" y="1193063"/>
                <a:ext cx="284947" cy="327512"/>
                <a:chOff x="6238903" y="1193063"/>
                <a:chExt cx="284947" cy="327512"/>
              </a:xfrm>
            </p:grpSpPr>
            <p:sp>
              <p:nvSpPr>
                <p:cNvPr id="9284" name="Google Shape;9284;p7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85" name="Google Shape;9285;p7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86" name="Google Shape;9286;p71"/>
            <p:cNvGrpSpPr/>
            <p:nvPr/>
          </p:nvGrpSpPr>
          <p:grpSpPr>
            <a:xfrm>
              <a:off x="5900602" y="1193063"/>
              <a:ext cx="444345" cy="1023338"/>
              <a:chOff x="5900602" y="1193063"/>
              <a:chExt cx="444345" cy="1023338"/>
            </a:xfrm>
          </p:grpSpPr>
          <p:grpSp>
            <p:nvGrpSpPr>
              <p:cNvPr id="9287" name="Google Shape;9287;p71"/>
              <p:cNvGrpSpPr/>
              <p:nvPr/>
            </p:nvGrpSpPr>
            <p:grpSpPr>
              <a:xfrm>
                <a:off x="6046501" y="1367785"/>
                <a:ext cx="298446" cy="848616"/>
                <a:chOff x="6046501" y="1367785"/>
                <a:chExt cx="298446" cy="848616"/>
              </a:xfrm>
            </p:grpSpPr>
            <p:sp>
              <p:nvSpPr>
                <p:cNvPr id="9288" name="Google Shape;9288;p7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71"/>
              <p:cNvGrpSpPr/>
              <p:nvPr/>
            </p:nvGrpSpPr>
            <p:grpSpPr>
              <a:xfrm>
                <a:off x="5900602" y="1193063"/>
                <a:ext cx="284947" cy="182312"/>
                <a:chOff x="5900602" y="1193063"/>
                <a:chExt cx="284947" cy="182312"/>
              </a:xfrm>
            </p:grpSpPr>
            <p:sp>
              <p:nvSpPr>
                <p:cNvPr id="9291" name="Google Shape;9291;p7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92" name="Google Shape;9292;p7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93" name="Google Shape;9293;p71"/>
          <p:cNvGrpSpPr/>
          <p:nvPr/>
        </p:nvGrpSpPr>
        <p:grpSpPr>
          <a:xfrm>
            <a:off x="7217822" y="979408"/>
            <a:ext cx="1219413" cy="1051365"/>
            <a:chOff x="7287122" y="1165658"/>
            <a:chExt cx="1219413" cy="1051365"/>
          </a:xfrm>
        </p:grpSpPr>
        <p:grpSp>
          <p:nvGrpSpPr>
            <p:cNvPr id="9294" name="Google Shape;9294;p71"/>
            <p:cNvGrpSpPr/>
            <p:nvPr/>
          </p:nvGrpSpPr>
          <p:grpSpPr>
            <a:xfrm>
              <a:off x="7287122" y="1969723"/>
              <a:ext cx="1219413" cy="247300"/>
              <a:chOff x="7287122" y="1969723"/>
              <a:chExt cx="1219413" cy="247300"/>
            </a:xfrm>
          </p:grpSpPr>
          <p:sp>
            <p:nvSpPr>
              <p:cNvPr id="9295" name="Google Shape;9295;p7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1"/>
              <p:cNvGrpSpPr/>
              <p:nvPr/>
            </p:nvGrpSpPr>
            <p:grpSpPr>
              <a:xfrm>
                <a:off x="7287122" y="2063892"/>
                <a:ext cx="1151753" cy="73428"/>
                <a:chOff x="7287122" y="2063892"/>
                <a:chExt cx="1151753" cy="73428"/>
              </a:xfrm>
            </p:grpSpPr>
            <p:sp>
              <p:nvSpPr>
                <p:cNvPr id="9297" name="Google Shape;9297;p7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98" name="Google Shape;9298;p7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99" name="Google Shape;9299;p71"/>
            <p:cNvGrpSpPr/>
            <p:nvPr/>
          </p:nvGrpSpPr>
          <p:grpSpPr>
            <a:xfrm>
              <a:off x="7287122" y="1712201"/>
              <a:ext cx="1219403" cy="246767"/>
              <a:chOff x="7287122" y="1712201"/>
              <a:chExt cx="1219403" cy="246767"/>
            </a:xfrm>
          </p:grpSpPr>
          <p:sp>
            <p:nvSpPr>
              <p:cNvPr id="9300" name="Google Shape;9300;p7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1" name="Google Shape;9301;p71"/>
              <p:cNvGrpSpPr/>
              <p:nvPr/>
            </p:nvGrpSpPr>
            <p:grpSpPr>
              <a:xfrm>
                <a:off x="7287122" y="1842861"/>
                <a:ext cx="1005303" cy="73419"/>
                <a:chOff x="7287122" y="1842861"/>
                <a:chExt cx="1005303" cy="73419"/>
              </a:xfrm>
            </p:grpSpPr>
            <p:sp>
              <p:nvSpPr>
                <p:cNvPr id="9302" name="Google Shape;9302;p7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03" name="Google Shape;9303;p7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304" name="Google Shape;9304;p71"/>
            <p:cNvGrpSpPr/>
            <p:nvPr/>
          </p:nvGrpSpPr>
          <p:grpSpPr>
            <a:xfrm>
              <a:off x="7287122" y="1447520"/>
              <a:ext cx="1219403" cy="286667"/>
              <a:chOff x="7287122" y="1447520"/>
              <a:chExt cx="1219403" cy="286667"/>
            </a:xfrm>
          </p:grpSpPr>
          <p:sp>
            <p:nvSpPr>
              <p:cNvPr id="9305" name="Google Shape;9305;p7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6" name="Google Shape;9306;p71"/>
              <p:cNvGrpSpPr/>
              <p:nvPr/>
            </p:nvGrpSpPr>
            <p:grpSpPr>
              <a:xfrm>
                <a:off x="7287122" y="1581977"/>
                <a:ext cx="852803" cy="73428"/>
                <a:chOff x="7287122" y="1581977"/>
                <a:chExt cx="852803" cy="73428"/>
              </a:xfrm>
            </p:grpSpPr>
            <p:sp>
              <p:nvSpPr>
                <p:cNvPr id="9307" name="Google Shape;9307;p7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08" name="Google Shape;9308;p7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309" name="Google Shape;9309;p71"/>
            <p:cNvGrpSpPr/>
            <p:nvPr/>
          </p:nvGrpSpPr>
          <p:grpSpPr>
            <a:xfrm>
              <a:off x="7287122" y="1165658"/>
              <a:ext cx="1219403" cy="344253"/>
              <a:chOff x="7287122" y="1165658"/>
              <a:chExt cx="1219403" cy="344253"/>
            </a:xfrm>
          </p:grpSpPr>
          <p:sp>
            <p:nvSpPr>
              <p:cNvPr id="9310" name="Google Shape;9310;p7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1" name="Google Shape;9311;p71"/>
              <p:cNvGrpSpPr/>
              <p:nvPr/>
            </p:nvGrpSpPr>
            <p:grpSpPr>
              <a:xfrm>
                <a:off x="7287122" y="1341025"/>
                <a:ext cx="695703" cy="73419"/>
                <a:chOff x="7287122" y="1341025"/>
                <a:chExt cx="695703" cy="73419"/>
              </a:xfrm>
            </p:grpSpPr>
            <p:sp>
              <p:nvSpPr>
                <p:cNvPr id="9312" name="Google Shape;9312;p7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13" name="Google Shape;9313;p7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17"/>
        <p:cNvGrpSpPr/>
        <p:nvPr/>
      </p:nvGrpSpPr>
      <p:grpSpPr>
        <a:xfrm>
          <a:off x="0" y="0"/>
          <a:ext cx="0" cy="0"/>
          <a:chOff x="0" y="0"/>
          <a:chExt cx="0" cy="0"/>
        </a:xfrm>
      </p:grpSpPr>
      <p:sp>
        <p:nvSpPr>
          <p:cNvPr id="9318" name="Google Shape;9318;p72"/>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FFFFFF"/>
                </a:solidFill>
                <a:latin typeface="Arial"/>
                <a:ea typeface="Arial"/>
                <a:cs typeface="Arial"/>
                <a:sym typeface="Arial"/>
              </a:rPr>
              <a:t>You can</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resize</a:t>
            </a:r>
            <a:r>
              <a:rPr lang="en" dirty="0">
                <a:solidFill>
                  <a:srgbClr val="435D74"/>
                </a:solidFill>
                <a:latin typeface="Arial"/>
                <a:ea typeface="Arial"/>
                <a:cs typeface="Arial"/>
                <a:sym typeface="Arial"/>
              </a:rPr>
              <a:t> </a:t>
            </a:r>
            <a:r>
              <a:rPr lang="en" dirty="0">
                <a:solidFill>
                  <a:srgbClr val="FFFFFF"/>
                </a:solidFill>
                <a:latin typeface="Arial"/>
                <a:ea typeface="Arial"/>
                <a:cs typeface="Arial"/>
                <a:sym typeface="Arial"/>
              </a:rPr>
              <a:t>these icons without losing quality.</a:t>
            </a:r>
            <a:endParaRPr dirty="0">
              <a:solidFill>
                <a:srgbClr val="FFFFFF"/>
              </a:solidFill>
              <a:latin typeface="Arial"/>
              <a:ea typeface="Arial"/>
              <a:cs typeface="Arial"/>
              <a:sym typeface="Arial"/>
            </a:endParaRPr>
          </a:p>
          <a:p>
            <a:pPr marL="0" lvl="0" indent="0" algn="ctr" rtl="0">
              <a:spcBef>
                <a:spcPts val="0"/>
              </a:spcBef>
              <a:spcAft>
                <a:spcPts val="0"/>
              </a:spcAft>
              <a:buNone/>
            </a:pPr>
            <a:r>
              <a:rPr lang="en" dirty="0">
                <a:solidFill>
                  <a:srgbClr val="FFFFFF"/>
                </a:solidFill>
                <a:latin typeface="Arial"/>
                <a:ea typeface="Arial"/>
                <a:cs typeface="Arial"/>
                <a:sym typeface="Arial"/>
              </a:rPr>
              <a:t>You can </a:t>
            </a:r>
            <a:r>
              <a:rPr lang="en" dirty="0">
                <a:solidFill>
                  <a:srgbClr val="869FB2"/>
                </a:solidFill>
                <a:latin typeface="Arial"/>
                <a:ea typeface="Arial"/>
                <a:cs typeface="Arial"/>
                <a:sym typeface="Arial"/>
              </a:rPr>
              <a:t>change the stroke and fill color</a:t>
            </a:r>
            <a:r>
              <a:rPr lang="en" dirty="0">
                <a:solidFill>
                  <a:srgbClr val="FFFFFF"/>
                </a:solidFill>
                <a:latin typeface="Arial"/>
                <a:ea typeface="Arial"/>
                <a:cs typeface="Arial"/>
                <a:sym typeface="Arial"/>
              </a:rPr>
              <a:t>; just select the icon and click on the</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paint bucket/pen</a:t>
            </a:r>
            <a:r>
              <a:rPr lang="en" dirty="0">
                <a:solidFill>
                  <a:srgbClr val="FFFFFF"/>
                </a:solidFill>
                <a:latin typeface="Arial"/>
                <a:ea typeface="Arial"/>
                <a:cs typeface="Arial"/>
                <a:sym typeface="Arial"/>
              </a:rPr>
              <a:t>.</a:t>
            </a:r>
            <a:endParaRPr dirty="0">
              <a:solidFill>
                <a:srgbClr val="FFFFFF"/>
              </a:solidFill>
              <a:latin typeface="Arial"/>
              <a:ea typeface="Arial"/>
              <a:cs typeface="Arial"/>
              <a:sym typeface="Arial"/>
            </a:endParaRPr>
          </a:p>
          <a:p>
            <a:pPr marL="0" lvl="0" indent="0" algn="ctr" rtl="0">
              <a:spcBef>
                <a:spcPts val="0"/>
              </a:spcBef>
              <a:spcAft>
                <a:spcPts val="0"/>
              </a:spcAft>
              <a:buNone/>
            </a:pPr>
            <a:r>
              <a:rPr lang="en" dirty="0">
                <a:solidFill>
                  <a:srgbClr val="FFFFFF"/>
                </a:solidFill>
                <a:latin typeface="Arial"/>
                <a:ea typeface="Arial"/>
                <a:cs typeface="Arial"/>
                <a:sym typeface="Arial"/>
              </a:rPr>
              <a:t>In Google Slides, you can also use </a:t>
            </a:r>
            <a:r>
              <a:rPr lang="en" dirty="0">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dirty="0">
                <a:solidFill>
                  <a:srgbClr val="FFFFFF"/>
                </a:solidFill>
                <a:latin typeface="Arial"/>
                <a:ea typeface="Arial"/>
                <a:cs typeface="Arial"/>
                <a:sym typeface="Arial"/>
              </a:rPr>
              <a:t>, allowing you to customize and add even more icons.</a:t>
            </a:r>
            <a:br>
              <a:rPr lang="en" dirty="0">
                <a:solidFill>
                  <a:srgbClr val="435D74"/>
                </a:solidFill>
                <a:latin typeface="Arial"/>
                <a:ea typeface="Arial"/>
                <a:cs typeface="Arial"/>
                <a:sym typeface="Arial"/>
              </a:rPr>
            </a:br>
            <a:endParaRPr dirty="0">
              <a:solidFill>
                <a:srgbClr val="435D74"/>
              </a:solidFill>
              <a:latin typeface="Arial"/>
              <a:ea typeface="Arial"/>
              <a:cs typeface="Arial"/>
              <a:sym typeface="Arial"/>
            </a:endParaRPr>
          </a:p>
        </p:txBody>
      </p:sp>
      <p:grpSp>
        <p:nvGrpSpPr>
          <p:cNvPr id="9319" name="Google Shape;9319;p72"/>
          <p:cNvGrpSpPr/>
          <p:nvPr/>
        </p:nvGrpSpPr>
        <p:grpSpPr>
          <a:xfrm>
            <a:off x="845855" y="2307733"/>
            <a:ext cx="340168" cy="298978"/>
            <a:chOff x="892750" y="267400"/>
            <a:chExt cx="483125" cy="424625"/>
          </a:xfrm>
        </p:grpSpPr>
        <p:sp>
          <p:nvSpPr>
            <p:cNvPr id="9320" name="Google Shape;9320;p72"/>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72"/>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2" name="Google Shape;9322;p72"/>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3" name="Google Shape;9323;p72"/>
          <p:cNvGrpSpPr/>
          <p:nvPr/>
        </p:nvGrpSpPr>
        <p:grpSpPr>
          <a:xfrm>
            <a:off x="1284289" y="2287121"/>
            <a:ext cx="298996" cy="340204"/>
            <a:chOff x="1516475" y="238075"/>
            <a:chExt cx="424650" cy="483175"/>
          </a:xfrm>
        </p:grpSpPr>
        <p:sp>
          <p:nvSpPr>
            <p:cNvPr id="9324" name="Google Shape;9324;p72"/>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72"/>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6" name="Google Shape;9326;p72"/>
          <p:cNvGrpSpPr/>
          <p:nvPr/>
        </p:nvGrpSpPr>
        <p:grpSpPr>
          <a:xfrm>
            <a:off x="1677380" y="2367520"/>
            <a:ext cx="341488" cy="179405"/>
            <a:chOff x="2080675" y="352325"/>
            <a:chExt cx="485000" cy="254800"/>
          </a:xfrm>
        </p:grpSpPr>
        <p:sp>
          <p:nvSpPr>
            <p:cNvPr id="9327" name="Google Shape;9327;p72"/>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8" name="Google Shape;9328;p72"/>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9" name="Google Shape;9329;p72"/>
          <p:cNvGrpSpPr/>
          <p:nvPr/>
        </p:nvGrpSpPr>
        <p:grpSpPr>
          <a:xfrm>
            <a:off x="2126559" y="2287138"/>
            <a:ext cx="298996" cy="340168"/>
            <a:chOff x="2705375" y="238125"/>
            <a:chExt cx="424650" cy="483125"/>
          </a:xfrm>
        </p:grpSpPr>
        <p:sp>
          <p:nvSpPr>
            <p:cNvPr id="9330" name="Google Shape;9330;p72"/>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72"/>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2" name="Google Shape;9332;p72"/>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72"/>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4" name="Google Shape;9334;p72"/>
          <p:cNvGrpSpPr/>
          <p:nvPr/>
        </p:nvGrpSpPr>
        <p:grpSpPr>
          <a:xfrm>
            <a:off x="2542700" y="2287455"/>
            <a:ext cx="301161" cy="339535"/>
            <a:chOff x="3299850" y="238575"/>
            <a:chExt cx="427725" cy="482225"/>
          </a:xfrm>
        </p:grpSpPr>
        <p:sp>
          <p:nvSpPr>
            <p:cNvPr id="9335" name="Google Shape;9335;p72"/>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72"/>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72"/>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8" name="Google Shape;9338;p72"/>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9" name="Google Shape;9339;p72"/>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0" name="Google Shape;9340;p72"/>
          <p:cNvGrpSpPr/>
          <p:nvPr/>
        </p:nvGrpSpPr>
        <p:grpSpPr>
          <a:xfrm>
            <a:off x="2929622" y="2287138"/>
            <a:ext cx="352455" cy="340168"/>
            <a:chOff x="3857225" y="238125"/>
            <a:chExt cx="500575" cy="483125"/>
          </a:xfrm>
        </p:grpSpPr>
        <p:sp>
          <p:nvSpPr>
            <p:cNvPr id="9341" name="Google Shape;9341;p72"/>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2" name="Google Shape;9342;p72"/>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3" name="Google Shape;9343;p72"/>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72"/>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72"/>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6" name="Google Shape;9346;p72"/>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72"/>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8" name="Google Shape;9348;p72"/>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9" name="Google Shape;9349;p72"/>
          <p:cNvGrpSpPr/>
          <p:nvPr/>
        </p:nvGrpSpPr>
        <p:grpSpPr>
          <a:xfrm>
            <a:off x="3776398" y="2287165"/>
            <a:ext cx="340186" cy="340116"/>
            <a:chOff x="5053900" y="238200"/>
            <a:chExt cx="483150" cy="483050"/>
          </a:xfrm>
        </p:grpSpPr>
        <p:sp>
          <p:nvSpPr>
            <p:cNvPr id="9350" name="Google Shape;9350;p72"/>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1" name="Google Shape;9351;p72"/>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2" name="Google Shape;9352;p72"/>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72"/>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4" name="Google Shape;9354;p72"/>
          <p:cNvGrpSpPr/>
          <p:nvPr/>
        </p:nvGrpSpPr>
        <p:grpSpPr>
          <a:xfrm>
            <a:off x="4190348" y="2287138"/>
            <a:ext cx="340168" cy="340168"/>
            <a:chOff x="5648375" y="238125"/>
            <a:chExt cx="483125" cy="483125"/>
          </a:xfrm>
        </p:grpSpPr>
        <p:sp>
          <p:nvSpPr>
            <p:cNvPr id="9355" name="Google Shape;9355;p72"/>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6" name="Google Shape;9356;p72"/>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7" name="Google Shape;9357;p72"/>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72"/>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72"/>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72"/>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1" name="Google Shape;9361;p72"/>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2" name="Google Shape;9362;p72"/>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72"/>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72"/>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5" name="Google Shape;9365;p72"/>
          <p:cNvGrpSpPr/>
          <p:nvPr/>
        </p:nvGrpSpPr>
        <p:grpSpPr>
          <a:xfrm>
            <a:off x="4607035" y="2287138"/>
            <a:ext cx="340168" cy="340168"/>
            <a:chOff x="6242825" y="238125"/>
            <a:chExt cx="483125" cy="483125"/>
          </a:xfrm>
        </p:grpSpPr>
        <p:sp>
          <p:nvSpPr>
            <p:cNvPr id="9366" name="Google Shape;9366;p72"/>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72"/>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8" name="Google Shape;9368;p72"/>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9" name="Google Shape;9369;p72"/>
          <p:cNvGrpSpPr/>
          <p:nvPr/>
        </p:nvGrpSpPr>
        <p:grpSpPr>
          <a:xfrm>
            <a:off x="844156" y="2727362"/>
            <a:ext cx="343566" cy="298943"/>
            <a:chOff x="889275" y="861850"/>
            <a:chExt cx="487950" cy="424575"/>
          </a:xfrm>
        </p:grpSpPr>
        <p:sp>
          <p:nvSpPr>
            <p:cNvPr id="9370" name="Google Shape;9370;p72"/>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1" name="Google Shape;9371;p72"/>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2" name="Google Shape;9372;p72"/>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72"/>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4" name="Google Shape;9374;p72"/>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72"/>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6" name="Google Shape;9376;p72"/>
          <p:cNvGrpSpPr/>
          <p:nvPr/>
        </p:nvGrpSpPr>
        <p:grpSpPr>
          <a:xfrm>
            <a:off x="2105973" y="2706749"/>
            <a:ext cx="340168" cy="340168"/>
            <a:chOff x="2676100" y="832575"/>
            <a:chExt cx="483125" cy="483125"/>
          </a:xfrm>
        </p:grpSpPr>
        <p:sp>
          <p:nvSpPr>
            <p:cNvPr id="9377" name="Google Shape;9377;p72"/>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8" name="Google Shape;9378;p72"/>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9" name="Google Shape;9379;p72"/>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80" name="Google Shape;9380;p72"/>
          <p:cNvGrpSpPr/>
          <p:nvPr/>
        </p:nvGrpSpPr>
        <p:grpSpPr>
          <a:xfrm>
            <a:off x="2517477" y="2706749"/>
            <a:ext cx="351610" cy="340168"/>
            <a:chOff x="3270550" y="832575"/>
            <a:chExt cx="499375" cy="483125"/>
          </a:xfrm>
        </p:grpSpPr>
        <p:sp>
          <p:nvSpPr>
            <p:cNvPr id="9381" name="Google Shape;9381;p72"/>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72"/>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72"/>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84" name="Google Shape;9384;p72"/>
          <p:cNvGrpSpPr/>
          <p:nvPr/>
        </p:nvGrpSpPr>
        <p:grpSpPr>
          <a:xfrm>
            <a:off x="2935756" y="2717381"/>
            <a:ext cx="340186" cy="318904"/>
            <a:chOff x="3865000" y="847675"/>
            <a:chExt cx="483150" cy="452925"/>
          </a:xfrm>
        </p:grpSpPr>
        <p:sp>
          <p:nvSpPr>
            <p:cNvPr id="9385" name="Google Shape;9385;p72"/>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72"/>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7" name="Google Shape;9387;p72"/>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8" name="Google Shape;9388;p72"/>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89" name="Google Shape;9389;p72"/>
          <p:cNvGrpSpPr/>
          <p:nvPr/>
        </p:nvGrpSpPr>
        <p:grpSpPr>
          <a:xfrm>
            <a:off x="3351439" y="2727300"/>
            <a:ext cx="344798" cy="299066"/>
            <a:chOff x="4452900" y="861750"/>
            <a:chExt cx="489700" cy="424750"/>
          </a:xfrm>
        </p:grpSpPr>
        <p:sp>
          <p:nvSpPr>
            <p:cNvPr id="9390" name="Google Shape;9390;p72"/>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72"/>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2" name="Google Shape;9392;p72"/>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3" name="Google Shape;9393;p72"/>
          <p:cNvGrpSpPr/>
          <p:nvPr/>
        </p:nvGrpSpPr>
        <p:grpSpPr>
          <a:xfrm>
            <a:off x="3768671" y="2706758"/>
            <a:ext cx="355641" cy="340151"/>
            <a:chOff x="5049750" y="832600"/>
            <a:chExt cx="505100" cy="483100"/>
          </a:xfrm>
        </p:grpSpPr>
        <p:sp>
          <p:nvSpPr>
            <p:cNvPr id="9394" name="Google Shape;9394;p72"/>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72"/>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96" name="Google Shape;9396;p72"/>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97" name="Google Shape;9397;p72"/>
          <p:cNvGrpSpPr/>
          <p:nvPr/>
        </p:nvGrpSpPr>
        <p:grpSpPr>
          <a:xfrm>
            <a:off x="4627621" y="2706749"/>
            <a:ext cx="298996" cy="340168"/>
            <a:chOff x="6272100" y="832575"/>
            <a:chExt cx="424650" cy="483125"/>
          </a:xfrm>
        </p:grpSpPr>
        <p:sp>
          <p:nvSpPr>
            <p:cNvPr id="9398" name="Google Shape;9398;p72"/>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72"/>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72"/>
          <p:cNvGrpSpPr/>
          <p:nvPr/>
        </p:nvGrpSpPr>
        <p:grpSpPr>
          <a:xfrm>
            <a:off x="845828" y="3125798"/>
            <a:ext cx="340221" cy="340186"/>
            <a:chOff x="893650" y="1428000"/>
            <a:chExt cx="483200" cy="483150"/>
          </a:xfrm>
        </p:grpSpPr>
        <p:sp>
          <p:nvSpPr>
            <p:cNvPr id="9401" name="Google Shape;9401;p72"/>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72"/>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72"/>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72"/>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05" name="Google Shape;9405;p72"/>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6" name="Google Shape;9406;p72"/>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07" name="Google Shape;9407;p72"/>
          <p:cNvGrpSpPr/>
          <p:nvPr/>
        </p:nvGrpSpPr>
        <p:grpSpPr>
          <a:xfrm>
            <a:off x="2099646" y="3146463"/>
            <a:ext cx="352825" cy="298855"/>
            <a:chOff x="2676100" y="1456375"/>
            <a:chExt cx="501100" cy="424450"/>
          </a:xfrm>
        </p:grpSpPr>
        <p:sp>
          <p:nvSpPr>
            <p:cNvPr id="9408" name="Google Shape;9408;p72"/>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72"/>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0" name="Google Shape;9410;p72"/>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1" name="Google Shape;9411;p72"/>
          <p:cNvGrpSpPr/>
          <p:nvPr/>
        </p:nvGrpSpPr>
        <p:grpSpPr>
          <a:xfrm>
            <a:off x="2523170" y="3125806"/>
            <a:ext cx="340221" cy="340168"/>
            <a:chOff x="3270475" y="1427025"/>
            <a:chExt cx="483200" cy="483125"/>
          </a:xfrm>
        </p:grpSpPr>
        <p:sp>
          <p:nvSpPr>
            <p:cNvPr id="9412" name="Google Shape;9412;p72"/>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3" name="Google Shape;9413;p72"/>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72"/>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5" name="Google Shape;9415;p72"/>
          <p:cNvGrpSpPr/>
          <p:nvPr/>
        </p:nvGrpSpPr>
        <p:grpSpPr>
          <a:xfrm>
            <a:off x="2934083" y="3125780"/>
            <a:ext cx="343530" cy="340221"/>
            <a:chOff x="3860250" y="1427025"/>
            <a:chExt cx="487900" cy="483200"/>
          </a:xfrm>
        </p:grpSpPr>
        <p:sp>
          <p:nvSpPr>
            <p:cNvPr id="9416" name="Google Shape;9416;p72"/>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7" name="Google Shape;9417;p72"/>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72"/>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9" name="Google Shape;9419;p72"/>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0" name="Google Shape;9420;p72"/>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1" name="Google Shape;9421;p72"/>
          <p:cNvGrpSpPr/>
          <p:nvPr/>
        </p:nvGrpSpPr>
        <p:grpSpPr>
          <a:xfrm>
            <a:off x="4190322" y="3125806"/>
            <a:ext cx="340221" cy="340168"/>
            <a:chOff x="5648375" y="1427025"/>
            <a:chExt cx="483200" cy="483125"/>
          </a:xfrm>
        </p:grpSpPr>
        <p:sp>
          <p:nvSpPr>
            <p:cNvPr id="9422" name="Google Shape;9422;p72"/>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72"/>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24" name="Google Shape;9424;p72"/>
          <p:cNvGrpSpPr/>
          <p:nvPr/>
        </p:nvGrpSpPr>
        <p:grpSpPr>
          <a:xfrm>
            <a:off x="4604808" y="3125789"/>
            <a:ext cx="344622" cy="340204"/>
            <a:chOff x="6238300" y="1426975"/>
            <a:chExt cx="489450" cy="483175"/>
          </a:xfrm>
        </p:grpSpPr>
        <p:sp>
          <p:nvSpPr>
            <p:cNvPr id="9425" name="Google Shape;9425;p72"/>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6" name="Google Shape;9426;p72"/>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7" name="Google Shape;9427;p72"/>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8" name="Google Shape;9428;p72"/>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9" name="Google Shape;9429;p72"/>
          <p:cNvGrpSpPr/>
          <p:nvPr/>
        </p:nvGrpSpPr>
        <p:grpSpPr>
          <a:xfrm>
            <a:off x="1263703" y="3544794"/>
            <a:ext cx="340168" cy="340186"/>
            <a:chOff x="1487200" y="2021475"/>
            <a:chExt cx="483125" cy="483150"/>
          </a:xfrm>
        </p:grpSpPr>
        <p:sp>
          <p:nvSpPr>
            <p:cNvPr id="9430" name="Google Shape;9430;p72"/>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72"/>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2" name="Google Shape;9432;p72"/>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3" name="Google Shape;9433;p72"/>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4" name="Google Shape;9434;p72"/>
          <p:cNvGrpSpPr/>
          <p:nvPr/>
        </p:nvGrpSpPr>
        <p:grpSpPr>
          <a:xfrm>
            <a:off x="1678040" y="3565398"/>
            <a:ext cx="340168" cy="298978"/>
            <a:chOff x="2081650" y="2050750"/>
            <a:chExt cx="483125" cy="424625"/>
          </a:xfrm>
        </p:grpSpPr>
        <p:sp>
          <p:nvSpPr>
            <p:cNvPr id="9435" name="Google Shape;9435;p72"/>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6" name="Google Shape;9436;p72"/>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72"/>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8" name="Google Shape;9438;p72"/>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9" name="Google Shape;9439;p72"/>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72"/>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1" name="Google Shape;9441;p72"/>
          <p:cNvGrpSpPr/>
          <p:nvPr/>
        </p:nvGrpSpPr>
        <p:grpSpPr>
          <a:xfrm>
            <a:off x="2105973" y="3588721"/>
            <a:ext cx="340168" cy="252332"/>
            <a:chOff x="2676100" y="2083800"/>
            <a:chExt cx="483125" cy="358375"/>
          </a:xfrm>
        </p:grpSpPr>
        <p:sp>
          <p:nvSpPr>
            <p:cNvPr id="9442" name="Google Shape;9442;p72"/>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3" name="Google Shape;9443;p72"/>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4" name="Google Shape;9444;p72"/>
          <p:cNvGrpSpPr/>
          <p:nvPr/>
        </p:nvGrpSpPr>
        <p:grpSpPr>
          <a:xfrm>
            <a:off x="2531487" y="3554766"/>
            <a:ext cx="323587" cy="320242"/>
            <a:chOff x="3282325" y="2035675"/>
            <a:chExt cx="459575" cy="454825"/>
          </a:xfrm>
        </p:grpSpPr>
        <p:sp>
          <p:nvSpPr>
            <p:cNvPr id="9445" name="Google Shape;9445;p72"/>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72"/>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72"/>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8" name="Google Shape;9448;p72"/>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9" name="Google Shape;9449;p72"/>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72"/>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1" name="Google Shape;9451;p72"/>
          <p:cNvGrpSpPr/>
          <p:nvPr/>
        </p:nvGrpSpPr>
        <p:grpSpPr>
          <a:xfrm>
            <a:off x="3776187" y="3544803"/>
            <a:ext cx="340608" cy="340168"/>
            <a:chOff x="5053900" y="2021500"/>
            <a:chExt cx="483750" cy="483125"/>
          </a:xfrm>
        </p:grpSpPr>
        <p:sp>
          <p:nvSpPr>
            <p:cNvPr id="9452" name="Google Shape;9452;p72"/>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3" name="Google Shape;9453;p72"/>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72"/>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5" name="Google Shape;9455;p72"/>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6" name="Google Shape;9456;p72"/>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7" name="Google Shape;9457;p72"/>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72"/>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9" name="Google Shape;9459;p72"/>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0" name="Google Shape;9460;p72"/>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1" name="Google Shape;9461;p72"/>
          <p:cNvGrpSpPr/>
          <p:nvPr/>
        </p:nvGrpSpPr>
        <p:grpSpPr>
          <a:xfrm>
            <a:off x="4601286" y="3547971"/>
            <a:ext cx="351663" cy="333831"/>
            <a:chOff x="6222125" y="2025975"/>
            <a:chExt cx="499450" cy="474125"/>
          </a:xfrm>
        </p:grpSpPr>
        <p:sp>
          <p:nvSpPr>
            <p:cNvPr id="9462" name="Google Shape;9462;p72"/>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72"/>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4" name="Google Shape;9464;p72"/>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65" name="Google Shape;9465;p72"/>
          <p:cNvGrpSpPr/>
          <p:nvPr/>
        </p:nvGrpSpPr>
        <p:grpSpPr>
          <a:xfrm>
            <a:off x="5058848" y="2364541"/>
            <a:ext cx="335504" cy="185953"/>
            <a:chOff x="896050" y="2725450"/>
            <a:chExt cx="476500" cy="264100"/>
          </a:xfrm>
        </p:grpSpPr>
        <p:sp>
          <p:nvSpPr>
            <p:cNvPr id="9466" name="Google Shape;9466;p72"/>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7" name="Google Shape;9467;p72"/>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72"/>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69" name="Google Shape;9469;p72"/>
          <p:cNvGrpSpPr/>
          <p:nvPr/>
        </p:nvGrpSpPr>
        <p:grpSpPr>
          <a:xfrm>
            <a:off x="5489588" y="2287425"/>
            <a:ext cx="340168" cy="340186"/>
            <a:chOff x="1487200" y="2615925"/>
            <a:chExt cx="483125" cy="483150"/>
          </a:xfrm>
        </p:grpSpPr>
        <p:sp>
          <p:nvSpPr>
            <p:cNvPr id="9470" name="Google Shape;9470;p72"/>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1" name="Google Shape;9471;p72"/>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2" name="Google Shape;9472;p72"/>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3" name="Google Shape;9473;p72"/>
          <p:cNvGrpSpPr/>
          <p:nvPr/>
        </p:nvGrpSpPr>
        <p:grpSpPr>
          <a:xfrm>
            <a:off x="5889537" y="2287425"/>
            <a:ext cx="353564" cy="340186"/>
            <a:chOff x="2077575" y="2615925"/>
            <a:chExt cx="502150" cy="483150"/>
          </a:xfrm>
        </p:grpSpPr>
        <p:sp>
          <p:nvSpPr>
            <p:cNvPr id="9474" name="Google Shape;9474;p72"/>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72"/>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6" name="Google Shape;9476;p72"/>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7" name="Google Shape;9477;p72"/>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8" name="Google Shape;9478;p72"/>
          <p:cNvGrpSpPr/>
          <p:nvPr/>
        </p:nvGrpSpPr>
        <p:grpSpPr>
          <a:xfrm>
            <a:off x="6313326" y="2303452"/>
            <a:ext cx="334536" cy="308132"/>
            <a:chOff x="2680100" y="2638725"/>
            <a:chExt cx="475125" cy="437625"/>
          </a:xfrm>
        </p:grpSpPr>
        <p:sp>
          <p:nvSpPr>
            <p:cNvPr id="9479" name="Google Shape;9479;p72"/>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72"/>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1" name="Google Shape;9481;p72"/>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2" name="Google Shape;9482;p72"/>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3" name="Google Shape;9483;p72"/>
          <p:cNvGrpSpPr/>
          <p:nvPr/>
        </p:nvGrpSpPr>
        <p:grpSpPr>
          <a:xfrm>
            <a:off x="6778965" y="2287425"/>
            <a:ext cx="239183" cy="340186"/>
            <a:chOff x="3342275" y="2615925"/>
            <a:chExt cx="339700" cy="483150"/>
          </a:xfrm>
        </p:grpSpPr>
        <p:sp>
          <p:nvSpPr>
            <p:cNvPr id="9484" name="Google Shape;9484;p72"/>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72"/>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86" name="Google Shape;9486;p72"/>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7" name="Google Shape;9487;p72"/>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72"/>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89" name="Google Shape;9489;p72"/>
          <p:cNvGrpSpPr/>
          <p:nvPr/>
        </p:nvGrpSpPr>
        <p:grpSpPr>
          <a:xfrm>
            <a:off x="6415846" y="3956426"/>
            <a:ext cx="339482" cy="339271"/>
            <a:chOff x="5648900" y="2616600"/>
            <a:chExt cx="482150" cy="481850"/>
          </a:xfrm>
        </p:grpSpPr>
        <p:sp>
          <p:nvSpPr>
            <p:cNvPr id="9490" name="Google Shape;9490;p72"/>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1" name="Google Shape;9491;p72"/>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2" name="Google Shape;9492;p72"/>
          <p:cNvGrpSpPr/>
          <p:nvPr/>
        </p:nvGrpSpPr>
        <p:grpSpPr>
          <a:xfrm>
            <a:off x="4735130" y="3963142"/>
            <a:ext cx="325626" cy="325694"/>
            <a:chOff x="6242825" y="2615925"/>
            <a:chExt cx="483125" cy="483225"/>
          </a:xfrm>
        </p:grpSpPr>
        <p:sp>
          <p:nvSpPr>
            <p:cNvPr id="9493" name="Google Shape;9493;p72"/>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72"/>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5" name="Google Shape;9495;p72"/>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6" name="Google Shape;9496;p72"/>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72"/>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72"/>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72"/>
          <p:cNvGrpSpPr/>
          <p:nvPr/>
        </p:nvGrpSpPr>
        <p:grpSpPr>
          <a:xfrm>
            <a:off x="5488629" y="2707036"/>
            <a:ext cx="342087" cy="340186"/>
            <a:chOff x="1487200" y="3210375"/>
            <a:chExt cx="485850" cy="483150"/>
          </a:xfrm>
        </p:grpSpPr>
        <p:sp>
          <p:nvSpPr>
            <p:cNvPr id="9500" name="Google Shape;9500;p72"/>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72"/>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2" name="Google Shape;9502;p72"/>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3" name="Google Shape;9503;p72"/>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72"/>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5" name="Google Shape;9505;p72"/>
          <p:cNvGrpSpPr/>
          <p:nvPr/>
        </p:nvGrpSpPr>
        <p:grpSpPr>
          <a:xfrm>
            <a:off x="6727988" y="2707027"/>
            <a:ext cx="341136" cy="340204"/>
            <a:chOff x="3269875" y="3210400"/>
            <a:chExt cx="484500" cy="483175"/>
          </a:xfrm>
        </p:grpSpPr>
        <p:sp>
          <p:nvSpPr>
            <p:cNvPr id="9506" name="Google Shape;9506;p72"/>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7" name="Google Shape;9507;p72"/>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8" name="Google Shape;9508;p72"/>
          <p:cNvGrpSpPr/>
          <p:nvPr/>
        </p:nvGrpSpPr>
        <p:grpSpPr>
          <a:xfrm>
            <a:off x="7227082" y="2706666"/>
            <a:ext cx="170216" cy="340925"/>
            <a:chOff x="3985700" y="3210375"/>
            <a:chExt cx="241750" cy="484200"/>
          </a:xfrm>
        </p:grpSpPr>
        <p:sp>
          <p:nvSpPr>
            <p:cNvPr id="9509" name="Google Shape;9509;p72"/>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0" name="Google Shape;9510;p72"/>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1" name="Google Shape;9511;p72"/>
          <p:cNvGrpSpPr/>
          <p:nvPr/>
        </p:nvGrpSpPr>
        <p:grpSpPr>
          <a:xfrm>
            <a:off x="7566351" y="2707678"/>
            <a:ext cx="339007" cy="338901"/>
            <a:chOff x="4460225" y="3211300"/>
            <a:chExt cx="481475" cy="481325"/>
          </a:xfrm>
        </p:grpSpPr>
        <p:sp>
          <p:nvSpPr>
            <p:cNvPr id="9512" name="Google Shape;9512;p72"/>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3" name="Google Shape;9513;p72"/>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14" name="Google Shape;9514;p72"/>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15" name="Google Shape;9515;p72"/>
          <p:cNvGrpSpPr/>
          <p:nvPr/>
        </p:nvGrpSpPr>
        <p:grpSpPr>
          <a:xfrm>
            <a:off x="6859688" y="3985756"/>
            <a:ext cx="342034" cy="280654"/>
            <a:chOff x="5647000" y="3252650"/>
            <a:chExt cx="485775" cy="398600"/>
          </a:xfrm>
        </p:grpSpPr>
        <p:sp>
          <p:nvSpPr>
            <p:cNvPr id="9516" name="Google Shape;9516;p72"/>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7" name="Google Shape;9517;p72"/>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8" name="Google Shape;9518;p72"/>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72"/>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72"/>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72"/>
          <p:cNvGrpSpPr/>
          <p:nvPr/>
        </p:nvGrpSpPr>
        <p:grpSpPr>
          <a:xfrm>
            <a:off x="5165128" y="3991768"/>
            <a:ext cx="326536" cy="268454"/>
            <a:chOff x="6242450" y="3252800"/>
            <a:chExt cx="484475" cy="398300"/>
          </a:xfrm>
        </p:grpSpPr>
        <p:sp>
          <p:nvSpPr>
            <p:cNvPr id="9522" name="Google Shape;9522;p72"/>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72"/>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72"/>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72"/>
          <p:cNvGrpSpPr/>
          <p:nvPr/>
        </p:nvGrpSpPr>
        <p:grpSpPr>
          <a:xfrm>
            <a:off x="5077111" y="3126102"/>
            <a:ext cx="298978" cy="340168"/>
            <a:chOff x="922025" y="3804850"/>
            <a:chExt cx="424625" cy="483125"/>
          </a:xfrm>
        </p:grpSpPr>
        <p:sp>
          <p:nvSpPr>
            <p:cNvPr id="9526" name="Google Shape;9526;p72"/>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72"/>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28" name="Google Shape;9528;p72"/>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29" name="Google Shape;9529;p72"/>
          <p:cNvGrpSpPr/>
          <p:nvPr/>
        </p:nvGrpSpPr>
        <p:grpSpPr>
          <a:xfrm>
            <a:off x="5909841" y="3126102"/>
            <a:ext cx="312955" cy="340168"/>
            <a:chOff x="2100300" y="3804850"/>
            <a:chExt cx="444475" cy="483125"/>
          </a:xfrm>
        </p:grpSpPr>
        <p:sp>
          <p:nvSpPr>
            <p:cNvPr id="9530" name="Google Shape;9530;p72"/>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72"/>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72"/>
          <p:cNvGrpSpPr/>
          <p:nvPr/>
        </p:nvGrpSpPr>
        <p:grpSpPr>
          <a:xfrm>
            <a:off x="6333463" y="3126102"/>
            <a:ext cx="294261" cy="340168"/>
            <a:chOff x="2708700" y="3804850"/>
            <a:chExt cx="417925" cy="483125"/>
          </a:xfrm>
        </p:grpSpPr>
        <p:sp>
          <p:nvSpPr>
            <p:cNvPr id="9533" name="Google Shape;9533;p72"/>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72"/>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5" name="Google Shape;9535;p72"/>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6" name="Google Shape;9536;p72"/>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37" name="Google Shape;9537;p72"/>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8" name="Google Shape;9538;p72"/>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39" name="Google Shape;9539;p72"/>
          <p:cNvGrpSpPr/>
          <p:nvPr/>
        </p:nvGrpSpPr>
        <p:grpSpPr>
          <a:xfrm>
            <a:off x="7570338" y="3127378"/>
            <a:ext cx="331033" cy="337616"/>
            <a:chOff x="4467450" y="3808475"/>
            <a:chExt cx="470150" cy="479500"/>
          </a:xfrm>
        </p:grpSpPr>
        <p:sp>
          <p:nvSpPr>
            <p:cNvPr id="9540" name="Google Shape;9540;p72"/>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1" name="Google Shape;9541;p72"/>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2" name="Google Shape;9542;p72"/>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3" name="Google Shape;9543;p72"/>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44" name="Google Shape;9544;p72"/>
          <p:cNvGrpSpPr/>
          <p:nvPr/>
        </p:nvGrpSpPr>
        <p:grpSpPr>
          <a:xfrm>
            <a:off x="7990685" y="3126102"/>
            <a:ext cx="340186" cy="340168"/>
            <a:chOff x="5053900" y="3804850"/>
            <a:chExt cx="483150" cy="483125"/>
          </a:xfrm>
        </p:grpSpPr>
        <p:sp>
          <p:nvSpPr>
            <p:cNvPr id="9545" name="Google Shape;9545;p72"/>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6" name="Google Shape;9546;p72"/>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7" name="Google Shape;9547;p72"/>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8" name="Google Shape;9548;p72"/>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49" name="Google Shape;9549;p72"/>
          <p:cNvGrpSpPr/>
          <p:nvPr/>
        </p:nvGrpSpPr>
        <p:grpSpPr>
          <a:xfrm>
            <a:off x="7306081" y="3956021"/>
            <a:ext cx="340168" cy="340168"/>
            <a:chOff x="5648375" y="3804850"/>
            <a:chExt cx="483125" cy="483125"/>
          </a:xfrm>
        </p:grpSpPr>
        <p:sp>
          <p:nvSpPr>
            <p:cNvPr id="9550" name="Google Shape;9550;p72"/>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1" name="Google Shape;9551;p72"/>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2" name="Google Shape;9552;p72"/>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3" name="Google Shape;9553;p72"/>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54" name="Google Shape;9554;p72"/>
          <p:cNvGrpSpPr/>
          <p:nvPr/>
        </p:nvGrpSpPr>
        <p:grpSpPr>
          <a:xfrm>
            <a:off x="5596036" y="3968278"/>
            <a:ext cx="280923" cy="315449"/>
            <a:chOff x="6276025" y="3812400"/>
            <a:chExt cx="416800" cy="468025"/>
          </a:xfrm>
        </p:grpSpPr>
        <p:sp>
          <p:nvSpPr>
            <p:cNvPr id="9555" name="Google Shape;9555;p72"/>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6" name="Google Shape;9556;p72"/>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7" name="Google Shape;9557;p72"/>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8" name="Google Shape;9558;p72"/>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59" name="Google Shape;9559;p72"/>
          <p:cNvGrpSpPr/>
          <p:nvPr/>
        </p:nvGrpSpPr>
        <p:grpSpPr>
          <a:xfrm>
            <a:off x="5055293" y="3545089"/>
            <a:ext cx="342615" cy="340186"/>
            <a:chOff x="890400" y="4399350"/>
            <a:chExt cx="486600" cy="483150"/>
          </a:xfrm>
        </p:grpSpPr>
        <p:sp>
          <p:nvSpPr>
            <p:cNvPr id="9560" name="Google Shape;9560;p72"/>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1" name="Google Shape;9561;p72"/>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2" name="Google Shape;9562;p72"/>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63" name="Google Shape;9563;p72"/>
          <p:cNvGrpSpPr/>
          <p:nvPr/>
        </p:nvGrpSpPr>
        <p:grpSpPr>
          <a:xfrm>
            <a:off x="5489588" y="3560368"/>
            <a:ext cx="340168" cy="309628"/>
            <a:chOff x="1487200" y="4421025"/>
            <a:chExt cx="483125" cy="439750"/>
          </a:xfrm>
        </p:grpSpPr>
        <p:sp>
          <p:nvSpPr>
            <p:cNvPr id="9564" name="Google Shape;9564;p72"/>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5" name="Google Shape;9565;p72"/>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6" name="Google Shape;9566;p72"/>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7" name="Google Shape;9567;p72"/>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68" name="Google Shape;9568;p72"/>
          <p:cNvGrpSpPr/>
          <p:nvPr/>
        </p:nvGrpSpPr>
        <p:grpSpPr>
          <a:xfrm>
            <a:off x="5893867" y="3545107"/>
            <a:ext cx="344903" cy="340151"/>
            <a:chOff x="2079300" y="4399325"/>
            <a:chExt cx="489850" cy="483100"/>
          </a:xfrm>
        </p:grpSpPr>
        <p:sp>
          <p:nvSpPr>
            <p:cNvPr id="9569" name="Google Shape;9569;p72"/>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0" name="Google Shape;9570;p72"/>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71" name="Google Shape;9571;p72"/>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72" name="Google Shape;9572;p72"/>
          <p:cNvGrpSpPr/>
          <p:nvPr/>
        </p:nvGrpSpPr>
        <p:grpSpPr>
          <a:xfrm>
            <a:off x="6760439" y="3545107"/>
            <a:ext cx="276236" cy="340151"/>
            <a:chOff x="3316000" y="4399325"/>
            <a:chExt cx="392325" cy="483100"/>
          </a:xfrm>
        </p:grpSpPr>
        <p:sp>
          <p:nvSpPr>
            <p:cNvPr id="9573" name="Google Shape;9573;p72"/>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4" name="Google Shape;9574;p72"/>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75" name="Google Shape;9575;p72"/>
          <p:cNvGrpSpPr/>
          <p:nvPr/>
        </p:nvGrpSpPr>
        <p:grpSpPr>
          <a:xfrm>
            <a:off x="7185179" y="3545089"/>
            <a:ext cx="254022" cy="340186"/>
            <a:chOff x="3926225" y="4399275"/>
            <a:chExt cx="360775" cy="483150"/>
          </a:xfrm>
        </p:grpSpPr>
        <p:sp>
          <p:nvSpPr>
            <p:cNvPr id="9576" name="Google Shape;9576;p72"/>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7" name="Google Shape;9577;p72"/>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78" name="Google Shape;9578;p72"/>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79" name="Google Shape;9579;p72"/>
          <p:cNvGrpSpPr/>
          <p:nvPr/>
        </p:nvGrpSpPr>
        <p:grpSpPr>
          <a:xfrm>
            <a:off x="7990738" y="3545151"/>
            <a:ext cx="340080" cy="340063"/>
            <a:chOff x="5053975" y="4399375"/>
            <a:chExt cx="483000" cy="482975"/>
          </a:xfrm>
        </p:grpSpPr>
        <p:sp>
          <p:nvSpPr>
            <p:cNvPr id="9580" name="Google Shape;9580;p72"/>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1" name="Google Shape;9581;p72"/>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2" name="Google Shape;9582;p72"/>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83" name="Google Shape;9583;p72"/>
          <p:cNvGrpSpPr/>
          <p:nvPr/>
        </p:nvGrpSpPr>
        <p:grpSpPr>
          <a:xfrm>
            <a:off x="7750609" y="3956042"/>
            <a:ext cx="340168" cy="340168"/>
            <a:chOff x="5648375" y="4399300"/>
            <a:chExt cx="483125" cy="483125"/>
          </a:xfrm>
        </p:grpSpPr>
        <p:sp>
          <p:nvSpPr>
            <p:cNvPr id="9584" name="Google Shape;9584;p72"/>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5" name="Google Shape;9585;p72"/>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86" name="Google Shape;9586;p72"/>
          <p:cNvGrpSpPr/>
          <p:nvPr/>
        </p:nvGrpSpPr>
        <p:grpSpPr>
          <a:xfrm>
            <a:off x="5981331" y="3974637"/>
            <a:ext cx="330007" cy="302744"/>
            <a:chOff x="6239575" y="4416275"/>
            <a:chExt cx="489625" cy="449175"/>
          </a:xfrm>
        </p:grpSpPr>
        <p:sp>
          <p:nvSpPr>
            <p:cNvPr id="9587" name="Google Shape;9587;p72"/>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8" name="Google Shape;9588;p72"/>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9" name="Google Shape;9589;p72"/>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90" name="Google Shape;9590;p72"/>
          <p:cNvGrpSpPr/>
          <p:nvPr/>
        </p:nvGrpSpPr>
        <p:grpSpPr>
          <a:xfrm>
            <a:off x="3084610" y="3971815"/>
            <a:ext cx="308234" cy="308234"/>
            <a:chOff x="892750" y="4993750"/>
            <a:chExt cx="483125" cy="483125"/>
          </a:xfrm>
        </p:grpSpPr>
        <p:sp>
          <p:nvSpPr>
            <p:cNvPr id="9591" name="Google Shape;9591;p72"/>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2" name="Google Shape;9592;p72"/>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3" name="Google Shape;9593;p72"/>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94" name="Google Shape;9594;p72"/>
          <p:cNvGrpSpPr/>
          <p:nvPr/>
        </p:nvGrpSpPr>
        <p:grpSpPr>
          <a:xfrm>
            <a:off x="1491328" y="3979188"/>
            <a:ext cx="293982" cy="293982"/>
            <a:chOff x="2676100" y="4993750"/>
            <a:chExt cx="483125" cy="483125"/>
          </a:xfrm>
        </p:grpSpPr>
        <p:sp>
          <p:nvSpPr>
            <p:cNvPr id="9595" name="Google Shape;9595;p72"/>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6" name="Google Shape;9596;p72"/>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7" name="Google Shape;9597;p72"/>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98" name="Google Shape;9598;p72"/>
          <p:cNvGrpSpPr/>
          <p:nvPr/>
        </p:nvGrpSpPr>
        <p:grpSpPr>
          <a:xfrm>
            <a:off x="4322435" y="3971815"/>
            <a:ext cx="308234" cy="308234"/>
            <a:chOff x="3270550" y="4993750"/>
            <a:chExt cx="483125" cy="483125"/>
          </a:xfrm>
        </p:grpSpPr>
        <p:sp>
          <p:nvSpPr>
            <p:cNvPr id="9599" name="Google Shape;9599;p72"/>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0" name="Google Shape;9600;p72"/>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1" name="Google Shape;9601;p72"/>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02" name="Google Shape;9602;p72"/>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03" name="Google Shape;9603;p72"/>
          <p:cNvGrpSpPr/>
          <p:nvPr/>
        </p:nvGrpSpPr>
        <p:grpSpPr>
          <a:xfrm>
            <a:off x="2288093" y="3979142"/>
            <a:ext cx="293997" cy="294073"/>
            <a:chOff x="4459450" y="4993700"/>
            <a:chExt cx="483150" cy="483275"/>
          </a:xfrm>
        </p:grpSpPr>
        <p:sp>
          <p:nvSpPr>
            <p:cNvPr id="9604" name="Google Shape;9604;p72"/>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5" name="Google Shape;9605;p72"/>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06" name="Google Shape;9606;p72"/>
          <p:cNvGrpSpPr/>
          <p:nvPr/>
        </p:nvGrpSpPr>
        <p:grpSpPr>
          <a:xfrm>
            <a:off x="3497219" y="3971815"/>
            <a:ext cx="308234" cy="308234"/>
            <a:chOff x="1487200" y="4993750"/>
            <a:chExt cx="483125" cy="483125"/>
          </a:xfrm>
        </p:grpSpPr>
        <p:sp>
          <p:nvSpPr>
            <p:cNvPr id="9607" name="Google Shape;9607;p7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8" name="Google Shape;9608;p7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09" name="Google Shape;9609;p72"/>
          <p:cNvGrpSpPr/>
          <p:nvPr/>
        </p:nvGrpSpPr>
        <p:grpSpPr>
          <a:xfrm>
            <a:off x="3909829" y="3971815"/>
            <a:ext cx="308234" cy="308234"/>
            <a:chOff x="2081650" y="4993750"/>
            <a:chExt cx="483125" cy="483125"/>
          </a:xfrm>
        </p:grpSpPr>
        <p:sp>
          <p:nvSpPr>
            <p:cNvPr id="9610" name="Google Shape;9610;p7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1" name="Google Shape;9611;p7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12" name="Google Shape;9612;p72"/>
          <p:cNvGrpSpPr/>
          <p:nvPr/>
        </p:nvGrpSpPr>
        <p:grpSpPr>
          <a:xfrm>
            <a:off x="2686471" y="3979142"/>
            <a:ext cx="293997" cy="294073"/>
            <a:chOff x="5053900" y="4993700"/>
            <a:chExt cx="483150" cy="483275"/>
          </a:xfrm>
        </p:grpSpPr>
        <p:sp>
          <p:nvSpPr>
            <p:cNvPr id="9613" name="Google Shape;9613;p72"/>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4" name="Google Shape;9614;p72"/>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15" name="Google Shape;9615;p7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19"/>
        <p:cNvGrpSpPr/>
        <p:nvPr/>
      </p:nvGrpSpPr>
      <p:grpSpPr>
        <a:xfrm>
          <a:off x="0" y="0"/>
          <a:ext cx="0" cy="0"/>
          <a:chOff x="0" y="0"/>
          <a:chExt cx="0" cy="0"/>
        </a:xfrm>
      </p:grpSpPr>
      <p:sp>
        <p:nvSpPr>
          <p:cNvPr id="9620" name="Google Shape;9620;p73"/>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3"/>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73"/>
          <p:cNvGrpSpPr/>
          <p:nvPr/>
        </p:nvGrpSpPr>
        <p:grpSpPr>
          <a:xfrm>
            <a:off x="2987728" y="1336070"/>
            <a:ext cx="371882" cy="373766"/>
            <a:chOff x="-41270450" y="1973375"/>
            <a:chExt cx="315850" cy="317450"/>
          </a:xfrm>
        </p:grpSpPr>
        <p:sp>
          <p:nvSpPr>
            <p:cNvPr id="9624" name="Google Shape;9624;p73"/>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3"/>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73"/>
          <p:cNvGrpSpPr/>
          <p:nvPr/>
        </p:nvGrpSpPr>
        <p:grpSpPr>
          <a:xfrm>
            <a:off x="3005407" y="1783026"/>
            <a:ext cx="395871" cy="372088"/>
            <a:chOff x="-41291625" y="2339025"/>
            <a:chExt cx="336225" cy="316025"/>
          </a:xfrm>
        </p:grpSpPr>
        <p:sp>
          <p:nvSpPr>
            <p:cNvPr id="9629" name="Google Shape;9629;p73"/>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3"/>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1" name="Google Shape;9631;p73"/>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7" name="Google Shape;9637;p73"/>
          <p:cNvGrpSpPr/>
          <p:nvPr/>
        </p:nvGrpSpPr>
        <p:grpSpPr>
          <a:xfrm>
            <a:off x="1229534" y="1308077"/>
            <a:ext cx="396931" cy="373147"/>
            <a:chOff x="-42804750" y="1949600"/>
            <a:chExt cx="337125" cy="316925"/>
          </a:xfrm>
        </p:grpSpPr>
        <p:sp>
          <p:nvSpPr>
            <p:cNvPr id="9638" name="Google Shape;9638;p73"/>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3"/>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73"/>
          <p:cNvGrpSpPr/>
          <p:nvPr/>
        </p:nvGrpSpPr>
        <p:grpSpPr>
          <a:xfrm>
            <a:off x="1292211" y="1760773"/>
            <a:ext cx="335706" cy="364258"/>
            <a:chOff x="-42778750" y="2320125"/>
            <a:chExt cx="285125" cy="309375"/>
          </a:xfrm>
        </p:grpSpPr>
        <p:sp>
          <p:nvSpPr>
            <p:cNvPr id="9642" name="Google Shape;9642;p73"/>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3"/>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73"/>
          <p:cNvGrpSpPr/>
          <p:nvPr/>
        </p:nvGrpSpPr>
        <p:grpSpPr>
          <a:xfrm>
            <a:off x="1269879" y="2207778"/>
            <a:ext cx="375591" cy="374678"/>
            <a:chOff x="-42796875" y="2680675"/>
            <a:chExt cx="319000" cy="318225"/>
          </a:xfrm>
        </p:grpSpPr>
        <p:sp>
          <p:nvSpPr>
            <p:cNvPr id="9645" name="Google Shape;9645;p73"/>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0" name="Google Shape;9650;p73"/>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3"/>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3"/>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3"/>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5" name="Google Shape;9655;p73"/>
          <p:cNvGrpSpPr/>
          <p:nvPr/>
        </p:nvGrpSpPr>
        <p:grpSpPr>
          <a:xfrm>
            <a:off x="2168150" y="3086053"/>
            <a:ext cx="390426" cy="369586"/>
            <a:chOff x="-39055650" y="2315975"/>
            <a:chExt cx="331600" cy="313900"/>
          </a:xfrm>
        </p:grpSpPr>
        <p:sp>
          <p:nvSpPr>
            <p:cNvPr id="9656" name="Google Shape;9656;p73"/>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73"/>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3"/>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0" name="Google Shape;9660;p73"/>
          <p:cNvGrpSpPr/>
          <p:nvPr/>
        </p:nvGrpSpPr>
        <p:grpSpPr>
          <a:xfrm>
            <a:off x="1659816" y="1308254"/>
            <a:ext cx="380241" cy="371793"/>
            <a:chOff x="-42430625" y="1949750"/>
            <a:chExt cx="322950" cy="315775"/>
          </a:xfrm>
        </p:grpSpPr>
        <p:sp>
          <p:nvSpPr>
            <p:cNvPr id="9661" name="Google Shape;9661;p73"/>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3"/>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5" name="Google Shape;9665;p73"/>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3"/>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3"/>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3"/>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1" name="Google Shape;9671;p73"/>
          <p:cNvGrpSpPr/>
          <p:nvPr/>
        </p:nvGrpSpPr>
        <p:grpSpPr>
          <a:xfrm>
            <a:off x="2623344" y="3084199"/>
            <a:ext cx="372824" cy="372058"/>
            <a:chOff x="-38686275" y="2314400"/>
            <a:chExt cx="316650" cy="316000"/>
          </a:xfrm>
        </p:grpSpPr>
        <p:sp>
          <p:nvSpPr>
            <p:cNvPr id="9672" name="Google Shape;9672;p73"/>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3"/>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4" name="Google Shape;9674;p73"/>
          <p:cNvGrpSpPr/>
          <p:nvPr/>
        </p:nvGrpSpPr>
        <p:grpSpPr>
          <a:xfrm>
            <a:off x="2621946" y="3576239"/>
            <a:ext cx="375620" cy="373736"/>
            <a:chOff x="-38686275" y="2682250"/>
            <a:chExt cx="319025" cy="317425"/>
          </a:xfrm>
        </p:grpSpPr>
        <p:sp>
          <p:nvSpPr>
            <p:cNvPr id="9675" name="Google Shape;9675;p73"/>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3"/>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73"/>
          <p:cNvGrpSpPr/>
          <p:nvPr/>
        </p:nvGrpSpPr>
        <p:grpSpPr>
          <a:xfrm>
            <a:off x="3940328" y="3574782"/>
            <a:ext cx="391368" cy="376650"/>
            <a:chOff x="-37534750" y="2668075"/>
            <a:chExt cx="332400" cy="319900"/>
          </a:xfrm>
        </p:grpSpPr>
        <p:sp>
          <p:nvSpPr>
            <p:cNvPr id="9678" name="Google Shape;9678;p73"/>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0" name="Google Shape;9680;p73"/>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1" name="Google Shape;9681;p73"/>
          <p:cNvGrpSpPr/>
          <p:nvPr/>
        </p:nvGrpSpPr>
        <p:grpSpPr>
          <a:xfrm>
            <a:off x="2131694" y="1755917"/>
            <a:ext cx="375591" cy="374060"/>
            <a:chOff x="-42062025" y="2316000"/>
            <a:chExt cx="319000" cy="317700"/>
          </a:xfrm>
        </p:grpSpPr>
        <p:sp>
          <p:nvSpPr>
            <p:cNvPr id="9682" name="Google Shape;9682;p73"/>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3"/>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4" name="Google Shape;9684;p73"/>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5" name="Google Shape;9685;p73"/>
          <p:cNvGrpSpPr/>
          <p:nvPr/>
        </p:nvGrpSpPr>
        <p:grpSpPr>
          <a:xfrm>
            <a:off x="876569" y="2667020"/>
            <a:ext cx="330143" cy="368173"/>
            <a:chOff x="-40150450" y="1977325"/>
            <a:chExt cx="280400" cy="312700"/>
          </a:xfrm>
        </p:grpSpPr>
        <p:sp>
          <p:nvSpPr>
            <p:cNvPr id="9686" name="Google Shape;9686;p73"/>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3"/>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73"/>
          <p:cNvGrpSpPr/>
          <p:nvPr/>
        </p:nvGrpSpPr>
        <p:grpSpPr>
          <a:xfrm>
            <a:off x="870534" y="3126239"/>
            <a:ext cx="342211" cy="372824"/>
            <a:chOff x="-40160700" y="2339625"/>
            <a:chExt cx="290650" cy="316650"/>
          </a:xfrm>
        </p:grpSpPr>
        <p:sp>
          <p:nvSpPr>
            <p:cNvPr id="9691" name="Google Shape;9691;p73"/>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3"/>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3"/>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3"/>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73"/>
          <p:cNvGrpSpPr/>
          <p:nvPr/>
        </p:nvGrpSpPr>
        <p:grpSpPr>
          <a:xfrm>
            <a:off x="852359" y="3576695"/>
            <a:ext cx="375591" cy="372824"/>
            <a:chOff x="-40171725" y="2705875"/>
            <a:chExt cx="319000" cy="316650"/>
          </a:xfrm>
        </p:grpSpPr>
        <p:sp>
          <p:nvSpPr>
            <p:cNvPr id="9696" name="Google Shape;9696;p73"/>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3"/>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8" name="Google Shape;9698;p73"/>
          <p:cNvGrpSpPr/>
          <p:nvPr/>
        </p:nvGrpSpPr>
        <p:grpSpPr>
          <a:xfrm>
            <a:off x="3109957" y="2651151"/>
            <a:ext cx="272686" cy="373766"/>
            <a:chOff x="-38275925" y="1946600"/>
            <a:chExt cx="231600" cy="317450"/>
          </a:xfrm>
        </p:grpSpPr>
        <p:sp>
          <p:nvSpPr>
            <p:cNvPr id="9699" name="Google Shape;9699;p73"/>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3"/>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1" name="Google Shape;9701;p73"/>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3"/>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3" name="Google Shape;9703;p73"/>
          <p:cNvGrpSpPr/>
          <p:nvPr/>
        </p:nvGrpSpPr>
        <p:grpSpPr>
          <a:xfrm>
            <a:off x="2173841" y="4048593"/>
            <a:ext cx="382096" cy="371911"/>
            <a:chOff x="-37190575" y="1951325"/>
            <a:chExt cx="324525" cy="315875"/>
          </a:xfrm>
        </p:grpSpPr>
        <p:sp>
          <p:nvSpPr>
            <p:cNvPr id="9704" name="Google Shape;9704;p73"/>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3"/>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3"/>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3"/>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9" name="Google Shape;9709;p73"/>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0" name="Google Shape;9710;p73"/>
          <p:cNvGrpSpPr/>
          <p:nvPr/>
        </p:nvGrpSpPr>
        <p:grpSpPr>
          <a:xfrm>
            <a:off x="2574144" y="1834744"/>
            <a:ext cx="373736" cy="293055"/>
            <a:chOff x="-41694200" y="2382950"/>
            <a:chExt cx="317425" cy="248900"/>
          </a:xfrm>
        </p:grpSpPr>
        <p:sp>
          <p:nvSpPr>
            <p:cNvPr id="9711" name="Google Shape;9711;p73"/>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3"/>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73"/>
          <p:cNvGrpSpPr/>
          <p:nvPr/>
        </p:nvGrpSpPr>
        <p:grpSpPr>
          <a:xfrm>
            <a:off x="2570967" y="2188052"/>
            <a:ext cx="375591" cy="373766"/>
            <a:chOff x="-41695775" y="2683025"/>
            <a:chExt cx="319000" cy="317450"/>
          </a:xfrm>
        </p:grpSpPr>
        <p:sp>
          <p:nvSpPr>
            <p:cNvPr id="9714" name="Google Shape;9714;p73"/>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3"/>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3"/>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7" name="Google Shape;9717;p73"/>
          <p:cNvGrpSpPr/>
          <p:nvPr/>
        </p:nvGrpSpPr>
        <p:grpSpPr>
          <a:xfrm>
            <a:off x="1313266" y="2680822"/>
            <a:ext cx="342211" cy="375620"/>
            <a:chOff x="-39792875" y="1971800"/>
            <a:chExt cx="290650" cy="319025"/>
          </a:xfrm>
        </p:grpSpPr>
        <p:sp>
          <p:nvSpPr>
            <p:cNvPr id="9718" name="Google Shape;9718;p73"/>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3"/>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0" name="Google Shape;9720;p73"/>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1" name="Google Shape;9721;p73"/>
          <p:cNvGrpSpPr/>
          <p:nvPr/>
        </p:nvGrpSpPr>
        <p:grpSpPr>
          <a:xfrm>
            <a:off x="3490328" y="2653006"/>
            <a:ext cx="383950" cy="372618"/>
            <a:chOff x="-37956150" y="1948175"/>
            <a:chExt cx="326100" cy="316475"/>
          </a:xfrm>
        </p:grpSpPr>
        <p:sp>
          <p:nvSpPr>
            <p:cNvPr id="9722" name="Google Shape;9722;p73"/>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1323705" y="3129047"/>
            <a:ext cx="324609" cy="374825"/>
            <a:chOff x="-39783425" y="2337925"/>
            <a:chExt cx="275700" cy="318350"/>
          </a:xfrm>
        </p:grpSpPr>
        <p:sp>
          <p:nvSpPr>
            <p:cNvPr id="9726" name="Google Shape;9726;p73"/>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3"/>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73"/>
          <p:cNvGrpSpPr/>
          <p:nvPr/>
        </p:nvGrpSpPr>
        <p:grpSpPr>
          <a:xfrm>
            <a:off x="3497847" y="3160259"/>
            <a:ext cx="375620" cy="243015"/>
            <a:chOff x="-37953000" y="2379000"/>
            <a:chExt cx="319025" cy="206400"/>
          </a:xfrm>
        </p:grpSpPr>
        <p:sp>
          <p:nvSpPr>
            <p:cNvPr id="9729" name="Google Shape;9729;p73"/>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3"/>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3"/>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4" name="Google Shape;9734;p73"/>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3"/>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37" name="Google Shape;9737;p73"/>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738" name="Google Shape;9738;p73"/>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9" name="Google Shape;9739;p73"/>
          <p:cNvGrpSpPr/>
          <p:nvPr/>
        </p:nvGrpSpPr>
        <p:grpSpPr>
          <a:xfrm>
            <a:off x="4865594" y="1782519"/>
            <a:ext cx="354107" cy="355063"/>
            <a:chOff x="-28467625" y="2331750"/>
            <a:chExt cx="296150" cy="296950"/>
          </a:xfrm>
        </p:grpSpPr>
        <p:sp>
          <p:nvSpPr>
            <p:cNvPr id="9740" name="Google Shape;9740;p73"/>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3"/>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73"/>
          <p:cNvGrpSpPr/>
          <p:nvPr/>
        </p:nvGrpSpPr>
        <p:grpSpPr>
          <a:xfrm>
            <a:off x="4879719" y="2225601"/>
            <a:ext cx="325858" cy="351327"/>
            <a:chOff x="-28461325" y="2701925"/>
            <a:chExt cx="272525" cy="293825"/>
          </a:xfrm>
        </p:grpSpPr>
        <p:sp>
          <p:nvSpPr>
            <p:cNvPr id="9743" name="Google Shape;9743;p73"/>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3"/>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73"/>
          <p:cNvGrpSpPr/>
          <p:nvPr/>
        </p:nvGrpSpPr>
        <p:grpSpPr>
          <a:xfrm>
            <a:off x="7103910" y="1399238"/>
            <a:ext cx="354107" cy="226974"/>
            <a:chOff x="-26585200" y="2025375"/>
            <a:chExt cx="296150" cy="189825"/>
          </a:xfrm>
        </p:grpSpPr>
        <p:sp>
          <p:nvSpPr>
            <p:cNvPr id="9747" name="Google Shape;9747;p73"/>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73"/>
          <p:cNvGrpSpPr/>
          <p:nvPr/>
        </p:nvGrpSpPr>
        <p:grpSpPr>
          <a:xfrm>
            <a:off x="7104373" y="1783461"/>
            <a:ext cx="353180" cy="353180"/>
            <a:chOff x="-26584425" y="2340425"/>
            <a:chExt cx="295375" cy="295375"/>
          </a:xfrm>
        </p:grpSpPr>
        <p:sp>
          <p:nvSpPr>
            <p:cNvPr id="9753" name="Google Shape;9753;p73"/>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73"/>
          <p:cNvGrpSpPr/>
          <p:nvPr/>
        </p:nvGrpSpPr>
        <p:grpSpPr>
          <a:xfrm>
            <a:off x="7099202" y="2224555"/>
            <a:ext cx="363523" cy="353419"/>
            <a:chOff x="-26585200" y="2710400"/>
            <a:chExt cx="304025" cy="295575"/>
          </a:xfrm>
        </p:grpSpPr>
        <p:sp>
          <p:nvSpPr>
            <p:cNvPr id="9759" name="Google Shape;9759;p73"/>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1" name="Google Shape;9771;p73"/>
          <p:cNvGrpSpPr/>
          <p:nvPr/>
        </p:nvGrpSpPr>
        <p:grpSpPr>
          <a:xfrm>
            <a:off x="5754337" y="2666033"/>
            <a:ext cx="354136" cy="353210"/>
            <a:chOff x="-24709875" y="1970225"/>
            <a:chExt cx="296175" cy="295400"/>
          </a:xfrm>
        </p:grpSpPr>
        <p:sp>
          <p:nvSpPr>
            <p:cNvPr id="9772" name="Google Shape;9772;p73"/>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73"/>
          <p:cNvGrpSpPr/>
          <p:nvPr/>
        </p:nvGrpSpPr>
        <p:grpSpPr>
          <a:xfrm>
            <a:off x="5786352" y="3112911"/>
            <a:ext cx="290107" cy="354107"/>
            <a:chOff x="-24683100" y="2340425"/>
            <a:chExt cx="242625" cy="296150"/>
          </a:xfrm>
        </p:grpSpPr>
        <p:sp>
          <p:nvSpPr>
            <p:cNvPr id="9775" name="Google Shape;9775;p73"/>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9" name="Google Shape;9779;p73"/>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0" name="Google Shape;9780;p73"/>
          <p:cNvGrpSpPr/>
          <p:nvPr/>
        </p:nvGrpSpPr>
        <p:grpSpPr>
          <a:xfrm>
            <a:off x="7992594" y="2666033"/>
            <a:ext cx="360713" cy="353210"/>
            <a:chOff x="-22881800" y="1971800"/>
            <a:chExt cx="301675" cy="295400"/>
          </a:xfrm>
        </p:grpSpPr>
        <p:sp>
          <p:nvSpPr>
            <p:cNvPr id="9781" name="Google Shape;9781;p73"/>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3"/>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7" name="Google Shape;9787;p73"/>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3"/>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9" name="Google Shape;9789;p73"/>
          <p:cNvGrpSpPr/>
          <p:nvPr/>
        </p:nvGrpSpPr>
        <p:grpSpPr>
          <a:xfrm>
            <a:off x="5368939" y="2224196"/>
            <a:ext cx="227930" cy="354136"/>
            <a:chOff x="-28043900" y="2701925"/>
            <a:chExt cx="190625" cy="296175"/>
          </a:xfrm>
        </p:grpSpPr>
        <p:sp>
          <p:nvSpPr>
            <p:cNvPr id="9790" name="Google Shape;9790;p73"/>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3"/>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3"/>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3"/>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3"/>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73"/>
          <p:cNvGrpSpPr/>
          <p:nvPr/>
        </p:nvGrpSpPr>
        <p:grpSpPr>
          <a:xfrm>
            <a:off x="7541805" y="1336135"/>
            <a:ext cx="354136" cy="353180"/>
            <a:chOff x="-26215025" y="1971025"/>
            <a:chExt cx="296175" cy="295375"/>
          </a:xfrm>
        </p:grpSpPr>
        <p:sp>
          <p:nvSpPr>
            <p:cNvPr id="9796" name="Google Shape;9796;p73"/>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3"/>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3"/>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3"/>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3"/>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73"/>
          <p:cNvGrpSpPr/>
          <p:nvPr/>
        </p:nvGrpSpPr>
        <p:grpSpPr>
          <a:xfrm>
            <a:off x="7541327" y="1783924"/>
            <a:ext cx="355093" cy="352253"/>
            <a:chOff x="-26215825" y="2341200"/>
            <a:chExt cx="296975" cy="294600"/>
          </a:xfrm>
        </p:grpSpPr>
        <p:sp>
          <p:nvSpPr>
            <p:cNvPr id="9805" name="Google Shape;9805;p73"/>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3"/>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7" name="Google Shape;9807;p73"/>
          <p:cNvGrpSpPr/>
          <p:nvPr/>
        </p:nvGrpSpPr>
        <p:grpSpPr>
          <a:xfrm>
            <a:off x="7573357" y="2224674"/>
            <a:ext cx="291033" cy="353180"/>
            <a:chOff x="-26179575" y="2710600"/>
            <a:chExt cx="243400" cy="295375"/>
          </a:xfrm>
        </p:grpSpPr>
        <p:sp>
          <p:nvSpPr>
            <p:cNvPr id="9808" name="Google Shape;9808;p73"/>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3"/>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3"/>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73"/>
          <p:cNvGrpSpPr/>
          <p:nvPr/>
        </p:nvGrpSpPr>
        <p:grpSpPr>
          <a:xfrm>
            <a:off x="6212417" y="2666048"/>
            <a:ext cx="337187" cy="353180"/>
            <a:chOff x="-24328675" y="1971025"/>
            <a:chExt cx="282000" cy="295375"/>
          </a:xfrm>
        </p:grpSpPr>
        <p:sp>
          <p:nvSpPr>
            <p:cNvPr id="9812" name="Google Shape;9812;p73"/>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3"/>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73"/>
          <p:cNvGrpSpPr/>
          <p:nvPr/>
        </p:nvGrpSpPr>
        <p:grpSpPr>
          <a:xfrm>
            <a:off x="6214778" y="3113374"/>
            <a:ext cx="332464" cy="353180"/>
            <a:chOff x="-24330250" y="2340425"/>
            <a:chExt cx="278050" cy="295375"/>
          </a:xfrm>
        </p:grpSpPr>
        <p:sp>
          <p:nvSpPr>
            <p:cNvPr id="9815" name="Google Shape;9815;p73"/>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3"/>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3"/>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3"/>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3"/>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3"/>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3"/>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73"/>
          <p:cNvGrpSpPr/>
          <p:nvPr/>
        </p:nvGrpSpPr>
        <p:grpSpPr>
          <a:xfrm>
            <a:off x="6204420" y="3554587"/>
            <a:ext cx="353180" cy="353180"/>
            <a:chOff x="-24338900" y="2710600"/>
            <a:chExt cx="295375" cy="295375"/>
          </a:xfrm>
        </p:grpSpPr>
        <p:sp>
          <p:nvSpPr>
            <p:cNvPr id="9823" name="Google Shape;9823;p73"/>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3"/>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73"/>
          <p:cNvGrpSpPr/>
          <p:nvPr/>
        </p:nvGrpSpPr>
        <p:grpSpPr>
          <a:xfrm>
            <a:off x="7995419" y="3113972"/>
            <a:ext cx="355063" cy="351984"/>
            <a:chOff x="-22859750" y="2335900"/>
            <a:chExt cx="296950" cy="294375"/>
          </a:xfrm>
        </p:grpSpPr>
        <p:sp>
          <p:nvSpPr>
            <p:cNvPr id="9826" name="Google Shape;9826;p73"/>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3"/>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3"/>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73"/>
          <p:cNvGrpSpPr/>
          <p:nvPr/>
        </p:nvGrpSpPr>
        <p:grpSpPr>
          <a:xfrm>
            <a:off x="5774767" y="1336120"/>
            <a:ext cx="311749" cy="353210"/>
            <a:chOff x="-27710725" y="1959200"/>
            <a:chExt cx="260725" cy="295400"/>
          </a:xfrm>
        </p:grpSpPr>
        <p:sp>
          <p:nvSpPr>
            <p:cNvPr id="9830" name="Google Shape;9830;p73"/>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3"/>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2" name="Google Shape;9832;p73"/>
          <p:cNvGrpSpPr/>
          <p:nvPr/>
        </p:nvGrpSpPr>
        <p:grpSpPr>
          <a:xfrm>
            <a:off x="5752631" y="1844666"/>
            <a:ext cx="356020" cy="230770"/>
            <a:chOff x="-27728850" y="2382950"/>
            <a:chExt cx="297750" cy="193000"/>
          </a:xfrm>
        </p:grpSpPr>
        <p:sp>
          <p:nvSpPr>
            <p:cNvPr id="9833" name="Google Shape;9833;p73"/>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3"/>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3"/>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6" name="Google Shape;9836;p73"/>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3"/>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8" name="Google Shape;9838;p73"/>
          <p:cNvGrpSpPr/>
          <p:nvPr/>
        </p:nvGrpSpPr>
        <p:grpSpPr>
          <a:xfrm>
            <a:off x="7983975" y="1792877"/>
            <a:ext cx="354136" cy="334348"/>
            <a:chOff x="-25844850" y="2357750"/>
            <a:chExt cx="296175" cy="279625"/>
          </a:xfrm>
        </p:grpSpPr>
        <p:sp>
          <p:nvSpPr>
            <p:cNvPr id="9839" name="Google Shape;9839;p73"/>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3"/>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3"/>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3"/>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3"/>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3"/>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73"/>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6" name="Google Shape;9846;p73"/>
          <p:cNvGrpSpPr/>
          <p:nvPr/>
        </p:nvGrpSpPr>
        <p:grpSpPr>
          <a:xfrm>
            <a:off x="6712883" y="2666033"/>
            <a:ext cx="228887" cy="353210"/>
            <a:chOff x="-23917525" y="1970225"/>
            <a:chExt cx="191425" cy="295400"/>
          </a:xfrm>
        </p:grpSpPr>
        <p:sp>
          <p:nvSpPr>
            <p:cNvPr id="9847" name="Google Shape;9847;p73"/>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3"/>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3"/>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73"/>
          <p:cNvGrpSpPr/>
          <p:nvPr/>
        </p:nvGrpSpPr>
        <p:grpSpPr>
          <a:xfrm>
            <a:off x="6668164" y="3112911"/>
            <a:ext cx="318325" cy="354107"/>
            <a:chOff x="-23952175" y="2340425"/>
            <a:chExt cx="266225" cy="296150"/>
          </a:xfrm>
        </p:grpSpPr>
        <p:sp>
          <p:nvSpPr>
            <p:cNvPr id="9851" name="Google Shape;9851;p73"/>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3"/>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3" name="Google Shape;9853;p73"/>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4" name="Google Shape;9854;p73"/>
          <p:cNvGrpSpPr/>
          <p:nvPr/>
        </p:nvGrpSpPr>
        <p:grpSpPr>
          <a:xfrm>
            <a:off x="8053336" y="3553167"/>
            <a:ext cx="239230" cy="356020"/>
            <a:chOff x="-22811700" y="2700350"/>
            <a:chExt cx="200075" cy="297750"/>
          </a:xfrm>
        </p:grpSpPr>
        <p:sp>
          <p:nvSpPr>
            <p:cNvPr id="9855" name="Google Shape;9855;p73"/>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3"/>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3"/>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73"/>
          <p:cNvGrpSpPr/>
          <p:nvPr/>
        </p:nvGrpSpPr>
        <p:grpSpPr>
          <a:xfrm>
            <a:off x="6201787" y="1335656"/>
            <a:ext cx="355063" cy="354136"/>
            <a:chOff x="-27358650" y="1961575"/>
            <a:chExt cx="296950" cy="296175"/>
          </a:xfrm>
        </p:grpSpPr>
        <p:sp>
          <p:nvSpPr>
            <p:cNvPr id="9859" name="Google Shape;9859;p73"/>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3"/>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1" name="Google Shape;9861;p73"/>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3"/>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3" name="Google Shape;9863;p73"/>
          <p:cNvGrpSpPr/>
          <p:nvPr/>
        </p:nvGrpSpPr>
        <p:grpSpPr>
          <a:xfrm>
            <a:off x="7100357" y="2666048"/>
            <a:ext cx="354136" cy="353180"/>
            <a:chOff x="-23599325" y="1971025"/>
            <a:chExt cx="296175" cy="295375"/>
          </a:xfrm>
        </p:grpSpPr>
        <p:sp>
          <p:nvSpPr>
            <p:cNvPr id="9864" name="Google Shape;9864;p73"/>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3"/>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6" name="Google Shape;9866;p73"/>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3"/>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3"/>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9" name="Google Shape;9869;p73"/>
          <p:cNvGrpSpPr/>
          <p:nvPr/>
        </p:nvGrpSpPr>
        <p:grpSpPr>
          <a:xfrm>
            <a:off x="6644801" y="1335776"/>
            <a:ext cx="360713" cy="353897"/>
            <a:chOff x="-26993200" y="1961775"/>
            <a:chExt cx="301675" cy="295975"/>
          </a:xfrm>
        </p:grpSpPr>
        <p:sp>
          <p:nvSpPr>
            <p:cNvPr id="9870" name="Google Shape;9870;p73"/>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3"/>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3"/>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73"/>
          <p:cNvGrpSpPr/>
          <p:nvPr/>
        </p:nvGrpSpPr>
        <p:grpSpPr>
          <a:xfrm>
            <a:off x="6669761" y="1783461"/>
            <a:ext cx="310792" cy="353180"/>
            <a:chOff x="-26970350" y="2332550"/>
            <a:chExt cx="259925" cy="295375"/>
          </a:xfrm>
        </p:grpSpPr>
        <p:sp>
          <p:nvSpPr>
            <p:cNvPr id="9874" name="Google Shape;9874;p73"/>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3"/>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73"/>
          <p:cNvGrpSpPr/>
          <p:nvPr/>
        </p:nvGrpSpPr>
        <p:grpSpPr>
          <a:xfrm>
            <a:off x="6649046" y="2256226"/>
            <a:ext cx="352223" cy="290077"/>
            <a:chOff x="-26986100" y="2735800"/>
            <a:chExt cx="294575" cy="242600"/>
          </a:xfrm>
        </p:grpSpPr>
        <p:sp>
          <p:nvSpPr>
            <p:cNvPr id="9877" name="Google Shape;9877;p73"/>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3"/>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73"/>
          <p:cNvGrpSpPr/>
          <p:nvPr/>
        </p:nvGrpSpPr>
        <p:grpSpPr>
          <a:xfrm>
            <a:off x="7548093" y="2665569"/>
            <a:ext cx="355063" cy="354136"/>
            <a:chOff x="-23229925" y="1970225"/>
            <a:chExt cx="296950" cy="296175"/>
          </a:xfrm>
        </p:grpSpPr>
        <p:sp>
          <p:nvSpPr>
            <p:cNvPr id="9880" name="Google Shape;9880;p73"/>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3"/>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3"/>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3"/>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4" name="Google Shape;9884;p73"/>
          <p:cNvGrpSpPr/>
          <p:nvPr/>
        </p:nvGrpSpPr>
        <p:grpSpPr>
          <a:xfrm>
            <a:off x="7590466" y="3112432"/>
            <a:ext cx="270318" cy="355063"/>
            <a:chOff x="-23177950" y="2340425"/>
            <a:chExt cx="226075" cy="296950"/>
          </a:xfrm>
        </p:grpSpPr>
        <p:sp>
          <p:nvSpPr>
            <p:cNvPr id="9885" name="Google Shape;9885;p73"/>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3"/>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73"/>
          <p:cNvGrpSpPr/>
          <p:nvPr/>
        </p:nvGrpSpPr>
        <p:grpSpPr>
          <a:xfrm>
            <a:off x="7548556" y="3554109"/>
            <a:ext cx="354136" cy="354136"/>
            <a:chOff x="-23229150" y="2710600"/>
            <a:chExt cx="296175" cy="296175"/>
          </a:xfrm>
        </p:grpSpPr>
        <p:sp>
          <p:nvSpPr>
            <p:cNvPr id="9888" name="Google Shape;9888;p73"/>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3"/>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0" name="Google Shape;9890;p73"/>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3"/>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2" name="Google Shape;9892;p73"/>
          <p:cNvGrpSpPr/>
          <p:nvPr/>
        </p:nvGrpSpPr>
        <p:grpSpPr>
          <a:xfrm>
            <a:off x="4865631" y="3123732"/>
            <a:ext cx="356946" cy="332464"/>
            <a:chOff x="-25477800" y="2357750"/>
            <a:chExt cx="298525" cy="278050"/>
          </a:xfrm>
        </p:grpSpPr>
        <p:sp>
          <p:nvSpPr>
            <p:cNvPr id="9893" name="Google Shape;9893;p73"/>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3"/>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5" name="Google Shape;9895;p73"/>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3"/>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7" name="Google Shape;9897;p73"/>
          <p:cNvGrpSpPr/>
          <p:nvPr/>
        </p:nvGrpSpPr>
        <p:grpSpPr>
          <a:xfrm>
            <a:off x="5308265" y="3112911"/>
            <a:ext cx="353180" cy="354107"/>
            <a:chOff x="-25104475" y="2340425"/>
            <a:chExt cx="295375" cy="296150"/>
          </a:xfrm>
        </p:grpSpPr>
        <p:sp>
          <p:nvSpPr>
            <p:cNvPr id="9898" name="Google Shape;9898;p73"/>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3"/>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3"/>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3"/>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3"/>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3"/>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3"/>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3"/>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3"/>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7" name="Google Shape;9907;p73"/>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11"/>
        <p:cNvGrpSpPr/>
        <p:nvPr/>
      </p:nvGrpSpPr>
      <p:grpSpPr>
        <a:xfrm>
          <a:off x="0" y="0"/>
          <a:ext cx="0" cy="0"/>
          <a:chOff x="0" y="0"/>
          <a:chExt cx="0" cy="0"/>
        </a:xfrm>
      </p:grpSpPr>
      <p:sp>
        <p:nvSpPr>
          <p:cNvPr id="9912" name="Google Shape;9912;p74"/>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13" name="Google Shape;9913;p74"/>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914" name="Google Shape;9914;p74"/>
          <p:cNvGrpSpPr/>
          <p:nvPr/>
        </p:nvGrpSpPr>
        <p:grpSpPr>
          <a:xfrm>
            <a:off x="854368" y="1313920"/>
            <a:ext cx="366269" cy="366240"/>
            <a:chOff x="-65131525" y="1914325"/>
            <a:chExt cx="316650" cy="316625"/>
          </a:xfrm>
        </p:grpSpPr>
        <p:sp>
          <p:nvSpPr>
            <p:cNvPr id="9915" name="Google Shape;9915;p74"/>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4"/>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74"/>
          <p:cNvGrpSpPr/>
          <p:nvPr/>
        </p:nvGrpSpPr>
        <p:grpSpPr>
          <a:xfrm>
            <a:off x="854368" y="1794207"/>
            <a:ext cx="366269" cy="366269"/>
            <a:chOff x="-65131525" y="2281350"/>
            <a:chExt cx="316650" cy="316650"/>
          </a:xfrm>
        </p:grpSpPr>
        <p:sp>
          <p:nvSpPr>
            <p:cNvPr id="9918" name="Google Shape;9918;p74"/>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4"/>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74"/>
          <p:cNvGrpSpPr/>
          <p:nvPr/>
        </p:nvGrpSpPr>
        <p:grpSpPr>
          <a:xfrm>
            <a:off x="857564" y="2259206"/>
            <a:ext cx="359878" cy="367165"/>
            <a:chOff x="-65129950" y="2646800"/>
            <a:chExt cx="311125" cy="317425"/>
          </a:xfrm>
        </p:grpSpPr>
        <p:sp>
          <p:nvSpPr>
            <p:cNvPr id="9921" name="Google Shape;9921;p74"/>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4"/>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3" name="Google Shape;9923;p74"/>
          <p:cNvGrpSpPr/>
          <p:nvPr/>
        </p:nvGrpSpPr>
        <p:grpSpPr>
          <a:xfrm>
            <a:off x="3060897" y="1312532"/>
            <a:ext cx="368987" cy="369016"/>
            <a:chOff x="-63252250" y="1930850"/>
            <a:chExt cx="319000" cy="319025"/>
          </a:xfrm>
        </p:grpSpPr>
        <p:sp>
          <p:nvSpPr>
            <p:cNvPr id="9924" name="Google Shape;9924;p74"/>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4"/>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6" name="Google Shape;9926;p74"/>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7" name="Google Shape;9927;p74"/>
          <p:cNvGrpSpPr/>
          <p:nvPr/>
        </p:nvGrpSpPr>
        <p:grpSpPr>
          <a:xfrm>
            <a:off x="3061808" y="2258743"/>
            <a:ext cx="367165" cy="368091"/>
            <a:chOff x="-63250675" y="2664125"/>
            <a:chExt cx="317425" cy="318225"/>
          </a:xfrm>
        </p:grpSpPr>
        <p:sp>
          <p:nvSpPr>
            <p:cNvPr id="9928" name="Google Shape;9928;p74"/>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4"/>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74"/>
          <p:cNvGrpSpPr/>
          <p:nvPr/>
        </p:nvGrpSpPr>
        <p:grpSpPr>
          <a:xfrm>
            <a:off x="1738471" y="2735150"/>
            <a:ext cx="363522" cy="361266"/>
            <a:chOff x="-61354075" y="1940500"/>
            <a:chExt cx="314275" cy="312325"/>
          </a:xfrm>
        </p:grpSpPr>
        <p:sp>
          <p:nvSpPr>
            <p:cNvPr id="9931" name="Google Shape;9931;p74"/>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4"/>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4"/>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4"/>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74"/>
          <p:cNvGrpSpPr/>
          <p:nvPr/>
        </p:nvGrpSpPr>
        <p:grpSpPr>
          <a:xfrm>
            <a:off x="1737098" y="3183702"/>
            <a:ext cx="366269" cy="336195"/>
            <a:chOff x="-61354875" y="2322300"/>
            <a:chExt cx="316650" cy="290650"/>
          </a:xfrm>
        </p:grpSpPr>
        <p:sp>
          <p:nvSpPr>
            <p:cNvPr id="9936" name="Google Shape;9936;p74"/>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4"/>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4"/>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74"/>
          <p:cNvGrpSpPr/>
          <p:nvPr/>
        </p:nvGrpSpPr>
        <p:grpSpPr>
          <a:xfrm>
            <a:off x="1737098" y="3611266"/>
            <a:ext cx="366269" cy="366269"/>
            <a:chOff x="-61354875" y="2671225"/>
            <a:chExt cx="316650" cy="316650"/>
          </a:xfrm>
        </p:grpSpPr>
        <p:sp>
          <p:nvSpPr>
            <p:cNvPr id="9940" name="Google Shape;9940;p74"/>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4"/>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4"/>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4"/>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4"/>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74"/>
          <p:cNvGrpSpPr/>
          <p:nvPr/>
        </p:nvGrpSpPr>
        <p:grpSpPr>
          <a:xfrm>
            <a:off x="3952502" y="2731001"/>
            <a:ext cx="368987" cy="369566"/>
            <a:chOff x="-59502375" y="1904375"/>
            <a:chExt cx="319000" cy="319500"/>
          </a:xfrm>
        </p:grpSpPr>
        <p:sp>
          <p:nvSpPr>
            <p:cNvPr id="9946" name="Google Shape;9946;p74"/>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4"/>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4"/>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74"/>
          <p:cNvGrpSpPr/>
          <p:nvPr/>
        </p:nvGrpSpPr>
        <p:grpSpPr>
          <a:xfrm>
            <a:off x="1298621" y="1315207"/>
            <a:ext cx="368987" cy="363666"/>
            <a:chOff x="-64774725" y="1916550"/>
            <a:chExt cx="319000" cy="314400"/>
          </a:xfrm>
        </p:grpSpPr>
        <p:sp>
          <p:nvSpPr>
            <p:cNvPr id="9950" name="Google Shape;9950;p74"/>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4"/>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74"/>
          <p:cNvGrpSpPr/>
          <p:nvPr/>
        </p:nvGrpSpPr>
        <p:grpSpPr>
          <a:xfrm>
            <a:off x="1299979" y="1792386"/>
            <a:ext cx="366269" cy="369913"/>
            <a:chOff x="-64764500" y="2280550"/>
            <a:chExt cx="316650" cy="319800"/>
          </a:xfrm>
        </p:grpSpPr>
        <p:sp>
          <p:nvSpPr>
            <p:cNvPr id="9953" name="Google Shape;9953;p74"/>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4"/>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5" name="Google Shape;9955;p74"/>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6" name="Google Shape;9956;p74"/>
          <p:cNvGrpSpPr/>
          <p:nvPr/>
        </p:nvGrpSpPr>
        <p:grpSpPr>
          <a:xfrm>
            <a:off x="3512023" y="1352163"/>
            <a:ext cx="365344" cy="289753"/>
            <a:chOff x="-62882850" y="1999375"/>
            <a:chExt cx="315850" cy="250500"/>
          </a:xfrm>
        </p:grpSpPr>
        <p:sp>
          <p:nvSpPr>
            <p:cNvPr id="9957" name="Google Shape;9957;p74"/>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3503362" y="1793745"/>
            <a:ext cx="382665" cy="367194"/>
            <a:chOff x="-62890750" y="2296300"/>
            <a:chExt cx="330825" cy="317450"/>
          </a:xfrm>
        </p:grpSpPr>
        <p:sp>
          <p:nvSpPr>
            <p:cNvPr id="9960" name="Google Shape;9960;p74"/>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4"/>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3" name="Google Shape;9963;p74"/>
          <p:cNvGrpSpPr/>
          <p:nvPr/>
        </p:nvGrpSpPr>
        <p:grpSpPr>
          <a:xfrm>
            <a:off x="3512023" y="2259206"/>
            <a:ext cx="365344" cy="367165"/>
            <a:chOff x="-62882850" y="2664925"/>
            <a:chExt cx="315850" cy="317425"/>
          </a:xfrm>
        </p:grpSpPr>
        <p:sp>
          <p:nvSpPr>
            <p:cNvPr id="9964" name="Google Shape;9964;p74"/>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4"/>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6" name="Google Shape;9966;p74"/>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7" name="Google Shape;9967;p74"/>
          <p:cNvGrpSpPr/>
          <p:nvPr/>
        </p:nvGrpSpPr>
        <p:grpSpPr>
          <a:xfrm>
            <a:off x="2183172" y="3171846"/>
            <a:ext cx="366269" cy="359907"/>
            <a:chOff x="-60988625" y="2310475"/>
            <a:chExt cx="316650" cy="311150"/>
          </a:xfrm>
        </p:grpSpPr>
        <p:sp>
          <p:nvSpPr>
            <p:cNvPr id="9968" name="Google Shape;9968;p74"/>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4"/>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4"/>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4"/>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83634" y="3610009"/>
            <a:ext cx="365344" cy="368785"/>
            <a:chOff x="-60987050" y="2671400"/>
            <a:chExt cx="315850" cy="318825"/>
          </a:xfrm>
        </p:grpSpPr>
        <p:sp>
          <p:nvSpPr>
            <p:cNvPr id="9975" name="Google Shape;9975;p74"/>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3952500" y="3172771"/>
            <a:ext cx="368987" cy="358056"/>
            <a:chOff x="-59481900" y="2290800"/>
            <a:chExt cx="319000" cy="309550"/>
          </a:xfrm>
        </p:grpSpPr>
        <p:sp>
          <p:nvSpPr>
            <p:cNvPr id="9978" name="Google Shape;9978;p74"/>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4"/>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4"/>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4"/>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74"/>
          <p:cNvGrpSpPr/>
          <p:nvPr/>
        </p:nvGrpSpPr>
        <p:grpSpPr>
          <a:xfrm>
            <a:off x="1741805" y="1313544"/>
            <a:ext cx="368987" cy="366992"/>
            <a:chOff x="-64401400" y="1914475"/>
            <a:chExt cx="319000" cy="317275"/>
          </a:xfrm>
        </p:grpSpPr>
        <p:sp>
          <p:nvSpPr>
            <p:cNvPr id="9985" name="Google Shape;9985;p74"/>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4"/>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4"/>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74"/>
          <p:cNvGrpSpPr/>
          <p:nvPr/>
        </p:nvGrpSpPr>
        <p:grpSpPr>
          <a:xfrm>
            <a:off x="1806493" y="1794583"/>
            <a:ext cx="239610" cy="365517"/>
            <a:chOff x="-64343900" y="2282125"/>
            <a:chExt cx="207150" cy="316000"/>
          </a:xfrm>
        </p:grpSpPr>
        <p:sp>
          <p:nvSpPr>
            <p:cNvPr id="9989" name="Google Shape;9989;p74"/>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4"/>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1" name="Google Shape;9991;p74"/>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2" name="Google Shape;9992;p74"/>
          <p:cNvGrpSpPr/>
          <p:nvPr/>
        </p:nvGrpSpPr>
        <p:grpSpPr>
          <a:xfrm>
            <a:off x="3986941" y="1313804"/>
            <a:ext cx="318873" cy="366471"/>
            <a:chOff x="-62496925" y="1931475"/>
            <a:chExt cx="275675" cy="316825"/>
          </a:xfrm>
        </p:grpSpPr>
        <p:sp>
          <p:nvSpPr>
            <p:cNvPr id="9993" name="Google Shape;9993;p74"/>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4"/>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74"/>
          <p:cNvGrpSpPr/>
          <p:nvPr/>
        </p:nvGrpSpPr>
        <p:grpSpPr>
          <a:xfrm>
            <a:off x="3963691" y="1793629"/>
            <a:ext cx="365373" cy="367426"/>
            <a:chOff x="-62516625" y="2297875"/>
            <a:chExt cx="315875" cy="317650"/>
          </a:xfrm>
        </p:grpSpPr>
        <p:sp>
          <p:nvSpPr>
            <p:cNvPr id="9996" name="Google Shape;9996;p74"/>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4"/>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74"/>
          <p:cNvGrpSpPr/>
          <p:nvPr/>
        </p:nvGrpSpPr>
        <p:grpSpPr>
          <a:xfrm>
            <a:off x="3962332" y="2275588"/>
            <a:ext cx="368091" cy="334402"/>
            <a:chOff x="-62518200" y="2692475"/>
            <a:chExt cx="318225" cy="289100"/>
          </a:xfrm>
        </p:grpSpPr>
        <p:sp>
          <p:nvSpPr>
            <p:cNvPr id="9999" name="Google Shape;9999;p74"/>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4"/>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74"/>
          <p:cNvGrpSpPr/>
          <p:nvPr/>
        </p:nvGrpSpPr>
        <p:grpSpPr>
          <a:xfrm>
            <a:off x="2648986" y="2733112"/>
            <a:ext cx="309793" cy="365344"/>
            <a:chOff x="-60597975" y="1939525"/>
            <a:chExt cx="267825" cy="315850"/>
          </a:xfrm>
        </p:grpSpPr>
        <p:sp>
          <p:nvSpPr>
            <p:cNvPr id="10002" name="Google Shape;10002;p74"/>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4"/>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74"/>
          <p:cNvGrpSpPr/>
          <p:nvPr/>
        </p:nvGrpSpPr>
        <p:grpSpPr>
          <a:xfrm>
            <a:off x="2619389" y="3167537"/>
            <a:ext cx="368987" cy="368525"/>
            <a:chOff x="-60620800" y="2304600"/>
            <a:chExt cx="319000" cy="318600"/>
          </a:xfrm>
        </p:grpSpPr>
        <p:sp>
          <p:nvSpPr>
            <p:cNvPr id="10005" name="Google Shape;10005;p74"/>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4"/>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4"/>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74"/>
          <p:cNvGrpSpPr/>
          <p:nvPr/>
        </p:nvGrpSpPr>
        <p:grpSpPr>
          <a:xfrm>
            <a:off x="2620748" y="3663188"/>
            <a:ext cx="366269" cy="262426"/>
            <a:chOff x="-60621600" y="2716100"/>
            <a:chExt cx="316650" cy="226875"/>
          </a:xfrm>
        </p:grpSpPr>
        <p:sp>
          <p:nvSpPr>
            <p:cNvPr id="10009" name="Google Shape;10009;p74"/>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4"/>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74"/>
          <p:cNvGrpSpPr/>
          <p:nvPr/>
        </p:nvGrpSpPr>
        <p:grpSpPr>
          <a:xfrm>
            <a:off x="3957965" y="3611281"/>
            <a:ext cx="358056" cy="366240"/>
            <a:chOff x="-59475600" y="2658625"/>
            <a:chExt cx="309550" cy="316625"/>
          </a:xfrm>
        </p:grpSpPr>
        <p:sp>
          <p:nvSpPr>
            <p:cNvPr id="10012" name="Google Shape;10012;p74"/>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4"/>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4"/>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4"/>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4"/>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4"/>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4"/>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9" name="Google Shape;10019;p74"/>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4"/>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4"/>
          <p:cNvGrpSpPr/>
          <p:nvPr/>
        </p:nvGrpSpPr>
        <p:grpSpPr>
          <a:xfrm>
            <a:off x="2233086" y="2259206"/>
            <a:ext cx="263294" cy="367165"/>
            <a:chOff x="-63987100" y="2646800"/>
            <a:chExt cx="227625" cy="317425"/>
          </a:xfrm>
        </p:grpSpPr>
        <p:sp>
          <p:nvSpPr>
            <p:cNvPr id="10022" name="Google Shape;10022;p74"/>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4"/>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74"/>
          <p:cNvGrpSpPr/>
          <p:nvPr/>
        </p:nvGrpSpPr>
        <p:grpSpPr>
          <a:xfrm>
            <a:off x="852428" y="2730827"/>
            <a:ext cx="358056" cy="369913"/>
            <a:chOff x="-62148000" y="1930075"/>
            <a:chExt cx="309550" cy="319800"/>
          </a:xfrm>
        </p:grpSpPr>
        <p:sp>
          <p:nvSpPr>
            <p:cNvPr id="10025" name="Google Shape;10025;p74"/>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4"/>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74"/>
          <p:cNvGrpSpPr/>
          <p:nvPr/>
        </p:nvGrpSpPr>
        <p:grpSpPr>
          <a:xfrm>
            <a:off x="849695" y="3169113"/>
            <a:ext cx="363522" cy="365373"/>
            <a:chOff x="-62150375" y="2297875"/>
            <a:chExt cx="314275" cy="315875"/>
          </a:xfrm>
        </p:grpSpPr>
        <p:sp>
          <p:nvSpPr>
            <p:cNvPr id="10028" name="Google Shape;10028;p74"/>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4"/>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4"/>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4"/>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4"/>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74"/>
          <p:cNvGrpSpPr/>
          <p:nvPr/>
        </p:nvGrpSpPr>
        <p:grpSpPr>
          <a:xfrm>
            <a:off x="848322" y="3610356"/>
            <a:ext cx="366269" cy="368091"/>
            <a:chOff x="-62150375" y="2664925"/>
            <a:chExt cx="316650" cy="318225"/>
          </a:xfrm>
        </p:grpSpPr>
        <p:sp>
          <p:nvSpPr>
            <p:cNvPr id="10034" name="Google Shape;10034;p74"/>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4"/>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4"/>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4"/>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74"/>
          <p:cNvGrpSpPr/>
          <p:nvPr/>
        </p:nvGrpSpPr>
        <p:grpSpPr>
          <a:xfrm>
            <a:off x="3065911" y="2731333"/>
            <a:ext cx="367165" cy="368901"/>
            <a:chOff x="-60254550" y="1938025"/>
            <a:chExt cx="317425" cy="318925"/>
          </a:xfrm>
        </p:grpSpPr>
        <p:sp>
          <p:nvSpPr>
            <p:cNvPr id="10039" name="Google Shape;10039;p74"/>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4"/>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4"/>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4"/>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74"/>
          <p:cNvGrpSpPr/>
          <p:nvPr/>
        </p:nvGrpSpPr>
        <p:grpSpPr>
          <a:xfrm>
            <a:off x="3094149" y="3609907"/>
            <a:ext cx="310690" cy="368987"/>
            <a:chOff x="-60232500" y="2671225"/>
            <a:chExt cx="268600" cy="319000"/>
          </a:xfrm>
        </p:grpSpPr>
        <p:sp>
          <p:nvSpPr>
            <p:cNvPr id="10044" name="Google Shape;10044;p74"/>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4"/>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74"/>
          <p:cNvGrpSpPr/>
          <p:nvPr/>
        </p:nvGrpSpPr>
        <p:grpSpPr>
          <a:xfrm>
            <a:off x="2179643" y="4058541"/>
            <a:ext cx="365373" cy="368987"/>
            <a:chOff x="-59100700" y="1911950"/>
            <a:chExt cx="315875" cy="319000"/>
          </a:xfrm>
        </p:grpSpPr>
        <p:sp>
          <p:nvSpPr>
            <p:cNvPr id="10047" name="Google Shape;10047;p74"/>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4"/>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4"/>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4"/>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4"/>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4"/>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4"/>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4"/>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4"/>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4"/>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74"/>
          <p:cNvGrpSpPr/>
          <p:nvPr/>
        </p:nvGrpSpPr>
        <p:grpSpPr>
          <a:xfrm>
            <a:off x="2621810" y="1314021"/>
            <a:ext cx="379918" cy="366038"/>
            <a:chOff x="-63665750" y="1914325"/>
            <a:chExt cx="328450" cy="316450"/>
          </a:xfrm>
        </p:grpSpPr>
        <p:sp>
          <p:nvSpPr>
            <p:cNvPr id="10058" name="Google Shape;10058;p74"/>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4"/>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74"/>
          <p:cNvGrpSpPr/>
          <p:nvPr/>
        </p:nvGrpSpPr>
        <p:grpSpPr>
          <a:xfrm>
            <a:off x="2626814" y="1793065"/>
            <a:ext cx="369913" cy="368554"/>
            <a:chOff x="-63666550" y="2278975"/>
            <a:chExt cx="319800" cy="318625"/>
          </a:xfrm>
        </p:grpSpPr>
        <p:sp>
          <p:nvSpPr>
            <p:cNvPr id="10061" name="Google Shape;10061;p74"/>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4"/>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74"/>
          <p:cNvGrpSpPr/>
          <p:nvPr/>
        </p:nvGrpSpPr>
        <p:grpSpPr>
          <a:xfrm>
            <a:off x="2624081" y="2259090"/>
            <a:ext cx="375378" cy="367397"/>
            <a:chOff x="-63669700" y="2646600"/>
            <a:chExt cx="324525" cy="317625"/>
          </a:xfrm>
        </p:grpSpPr>
        <p:sp>
          <p:nvSpPr>
            <p:cNvPr id="10064" name="Google Shape;10064;p74"/>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4"/>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74"/>
          <p:cNvGrpSpPr/>
          <p:nvPr/>
        </p:nvGrpSpPr>
        <p:grpSpPr>
          <a:xfrm>
            <a:off x="1286361" y="2732418"/>
            <a:ext cx="366269" cy="366732"/>
            <a:chOff x="-61784125" y="1931250"/>
            <a:chExt cx="316650" cy="317050"/>
          </a:xfrm>
        </p:grpSpPr>
        <p:sp>
          <p:nvSpPr>
            <p:cNvPr id="10067" name="Google Shape;10067;p74"/>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4"/>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4"/>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4"/>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74"/>
          <p:cNvGrpSpPr/>
          <p:nvPr/>
        </p:nvGrpSpPr>
        <p:grpSpPr>
          <a:xfrm>
            <a:off x="1286360" y="3168665"/>
            <a:ext cx="366269" cy="366269"/>
            <a:chOff x="-61783350" y="2297100"/>
            <a:chExt cx="316650" cy="316650"/>
          </a:xfrm>
        </p:grpSpPr>
        <p:sp>
          <p:nvSpPr>
            <p:cNvPr id="10072" name="Google Shape;10072;p74"/>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4"/>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74"/>
          <p:cNvGrpSpPr/>
          <p:nvPr/>
        </p:nvGrpSpPr>
        <p:grpSpPr>
          <a:xfrm>
            <a:off x="1286360" y="3609748"/>
            <a:ext cx="366269" cy="369305"/>
            <a:chOff x="-61782550" y="2664925"/>
            <a:chExt cx="316650" cy="319275"/>
          </a:xfrm>
        </p:grpSpPr>
        <p:sp>
          <p:nvSpPr>
            <p:cNvPr id="10075" name="Google Shape;10075;p74"/>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4"/>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4"/>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74"/>
          <p:cNvGrpSpPr/>
          <p:nvPr/>
        </p:nvGrpSpPr>
        <p:grpSpPr>
          <a:xfrm>
            <a:off x="3508137" y="2741136"/>
            <a:ext cx="367165" cy="349294"/>
            <a:chOff x="-59889100" y="1945025"/>
            <a:chExt cx="317425" cy="301975"/>
          </a:xfrm>
        </p:grpSpPr>
        <p:sp>
          <p:nvSpPr>
            <p:cNvPr id="10079" name="Google Shape;10079;p74"/>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4"/>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4"/>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4"/>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74"/>
          <p:cNvGrpSpPr/>
          <p:nvPr/>
        </p:nvGrpSpPr>
        <p:grpSpPr>
          <a:xfrm>
            <a:off x="3040249" y="3168589"/>
            <a:ext cx="366648" cy="366420"/>
            <a:chOff x="6479471" y="2079003"/>
            <a:chExt cx="348923" cy="348706"/>
          </a:xfrm>
        </p:grpSpPr>
        <p:sp>
          <p:nvSpPr>
            <p:cNvPr id="10084" name="Google Shape;10084;p74"/>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5" name="Google Shape;10085;p74"/>
            <p:cNvGrpSpPr/>
            <p:nvPr/>
          </p:nvGrpSpPr>
          <p:grpSpPr>
            <a:xfrm>
              <a:off x="6520582" y="2079003"/>
              <a:ext cx="307811" cy="348706"/>
              <a:chOff x="-60218325" y="2304850"/>
              <a:chExt cx="279625" cy="316775"/>
            </a:xfrm>
          </p:grpSpPr>
          <p:sp>
            <p:nvSpPr>
              <p:cNvPr id="10086" name="Google Shape;10086;p74"/>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4"/>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4"/>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4"/>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4"/>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4"/>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4"/>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93" name="Google Shape;10093;p74"/>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4" name="Google Shape;10094;p74"/>
          <p:cNvGrpSpPr/>
          <p:nvPr/>
        </p:nvGrpSpPr>
        <p:grpSpPr>
          <a:xfrm>
            <a:off x="3507226" y="3611671"/>
            <a:ext cx="368987" cy="365459"/>
            <a:chOff x="-59889100" y="2671925"/>
            <a:chExt cx="319000" cy="315950"/>
          </a:xfrm>
        </p:grpSpPr>
        <p:sp>
          <p:nvSpPr>
            <p:cNvPr id="10095" name="Google Shape;10095;p74"/>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4"/>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4"/>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4"/>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74"/>
          <p:cNvGrpSpPr/>
          <p:nvPr/>
        </p:nvGrpSpPr>
        <p:grpSpPr>
          <a:xfrm>
            <a:off x="2620204" y="4054176"/>
            <a:ext cx="367165" cy="366269"/>
            <a:chOff x="-59092025" y="2296300"/>
            <a:chExt cx="317425" cy="316650"/>
          </a:xfrm>
        </p:grpSpPr>
        <p:sp>
          <p:nvSpPr>
            <p:cNvPr id="10100" name="Google Shape;10100;p74"/>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4"/>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74"/>
          <p:cNvGrpSpPr/>
          <p:nvPr/>
        </p:nvGrpSpPr>
        <p:grpSpPr>
          <a:xfrm>
            <a:off x="4865611" y="1305095"/>
            <a:ext cx="353174" cy="347599"/>
            <a:chOff x="683125" y="1955275"/>
            <a:chExt cx="299325" cy="294600"/>
          </a:xfrm>
        </p:grpSpPr>
        <p:sp>
          <p:nvSpPr>
            <p:cNvPr id="10103" name="Google Shape;10103;p74"/>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4"/>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4"/>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4"/>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74"/>
          <p:cNvGrpSpPr/>
          <p:nvPr/>
        </p:nvGrpSpPr>
        <p:grpSpPr>
          <a:xfrm>
            <a:off x="4866541" y="1755653"/>
            <a:ext cx="351315" cy="349486"/>
            <a:chOff x="685475" y="2318350"/>
            <a:chExt cx="297750" cy="296200"/>
          </a:xfrm>
        </p:grpSpPr>
        <p:sp>
          <p:nvSpPr>
            <p:cNvPr id="10108" name="Google Shape;10108;p74"/>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4"/>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4"/>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1" name="Google Shape;10111;p74"/>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2" name="Google Shape;10112;p74"/>
          <p:cNvGrpSpPr/>
          <p:nvPr/>
        </p:nvGrpSpPr>
        <p:grpSpPr>
          <a:xfrm>
            <a:off x="7094699" y="1304859"/>
            <a:ext cx="309517" cy="348071"/>
            <a:chOff x="2523000" y="1954875"/>
            <a:chExt cx="262325" cy="295000"/>
          </a:xfrm>
        </p:grpSpPr>
        <p:sp>
          <p:nvSpPr>
            <p:cNvPr id="10113" name="Google Shape;10113;p74"/>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4"/>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5" name="Google Shape;10115;p74"/>
          <p:cNvGrpSpPr/>
          <p:nvPr/>
        </p:nvGrpSpPr>
        <p:grpSpPr>
          <a:xfrm>
            <a:off x="7073800" y="1756125"/>
            <a:ext cx="351315" cy="348542"/>
            <a:chOff x="2508825" y="2318350"/>
            <a:chExt cx="297750" cy="295400"/>
          </a:xfrm>
        </p:grpSpPr>
        <p:sp>
          <p:nvSpPr>
            <p:cNvPr id="10116" name="Google Shape;10116;p74"/>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4"/>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8" name="Google Shape;10118;p74"/>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9" name="Google Shape;10119;p74"/>
          <p:cNvGrpSpPr/>
          <p:nvPr/>
        </p:nvGrpSpPr>
        <p:grpSpPr>
          <a:xfrm>
            <a:off x="5747373" y="2670178"/>
            <a:ext cx="347599" cy="348513"/>
            <a:chOff x="4321150" y="1946600"/>
            <a:chExt cx="294600" cy="295375"/>
          </a:xfrm>
        </p:grpSpPr>
        <p:sp>
          <p:nvSpPr>
            <p:cNvPr id="10120" name="Google Shape;10120;p74"/>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4"/>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4"/>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3" name="Google Shape;10123;p74"/>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4"/>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4"/>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4"/>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7" name="Google Shape;10127;p74"/>
          <p:cNvGrpSpPr/>
          <p:nvPr/>
        </p:nvGrpSpPr>
        <p:grpSpPr>
          <a:xfrm>
            <a:off x="5309921" y="1756125"/>
            <a:ext cx="352230" cy="348542"/>
            <a:chOff x="1049375" y="2318350"/>
            <a:chExt cx="298525" cy="295400"/>
          </a:xfrm>
        </p:grpSpPr>
        <p:sp>
          <p:nvSpPr>
            <p:cNvPr id="10128" name="Google Shape;10128;p74"/>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4"/>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4"/>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4"/>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74"/>
          <p:cNvGrpSpPr/>
          <p:nvPr/>
        </p:nvGrpSpPr>
        <p:grpSpPr>
          <a:xfrm>
            <a:off x="5310393" y="2196576"/>
            <a:ext cx="351286" cy="351286"/>
            <a:chOff x="1049375" y="2680675"/>
            <a:chExt cx="297725" cy="297725"/>
          </a:xfrm>
        </p:grpSpPr>
        <p:sp>
          <p:nvSpPr>
            <p:cNvPr id="10133" name="Google Shape;10133;p7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74"/>
          <p:cNvGrpSpPr/>
          <p:nvPr/>
        </p:nvGrpSpPr>
        <p:grpSpPr>
          <a:xfrm>
            <a:off x="7523845" y="1304623"/>
            <a:ext cx="348513" cy="348542"/>
            <a:chOff x="2872725" y="1954475"/>
            <a:chExt cx="295375" cy="295400"/>
          </a:xfrm>
        </p:grpSpPr>
        <p:sp>
          <p:nvSpPr>
            <p:cNvPr id="10136" name="Google Shape;10136;p74"/>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4"/>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4"/>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9" name="Google Shape;10139;p74"/>
          <p:cNvGrpSpPr/>
          <p:nvPr/>
        </p:nvGrpSpPr>
        <p:grpSpPr>
          <a:xfrm>
            <a:off x="7545216" y="1755196"/>
            <a:ext cx="305771" cy="350401"/>
            <a:chOff x="2890050" y="2318350"/>
            <a:chExt cx="259150" cy="296975"/>
          </a:xfrm>
        </p:grpSpPr>
        <p:sp>
          <p:nvSpPr>
            <p:cNvPr id="10140" name="Google Shape;10140;p74"/>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4"/>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2" name="Google Shape;10142;p74"/>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3" name="Google Shape;10143;p74"/>
          <p:cNvGrpSpPr/>
          <p:nvPr/>
        </p:nvGrpSpPr>
        <p:grpSpPr>
          <a:xfrm>
            <a:off x="6187732" y="2670650"/>
            <a:ext cx="347569" cy="347569"/>
            <a:chOff x="4685050" y="1945825"/>
            <a:chExt cx="294575" cy="294575"/>
          </a:xfrm>
        </p:grpSpPr>
        <p:sp>
          <p:nvSpPr>
            <p:cNvPr id="10144" name="Google Shape;10144;p74"/>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4"/>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4"/>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4"/>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4"/>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9" name="Google Shape;10149;p74"/>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4"/>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1" name="Google Shape;10151;p74"/>
          <p:cNvGrpSpPr/>
          <p:nvPr/>
        </p:nvGrpSpPr>
        <p:grpSpPr>
          <a:xfrm>
            <a:off x="7958004" y="3159625"/>
            <a:ext cx="348513" cy="347599"/>
            <a:chOff x="6131900" y="2301825"/>
            <a:chExt cx="295375" cy="294600"/>
          </a:xfrm>
        </p:grpSpPr>
        <p:sp>
          <p:nvSpPr>
            <p:cNvPr id="10152" name="Google Shape;10152;p74"/>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4"/>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4"/>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4"/>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4"/>
          <p:cNvGrpSpPr/>
          <p:nvPr/>
        </p:nvGrpSpPr>
        <p:grpSpPr>
          <a:xfrm>
            <a:off x="5753997" y="1304166"/>
            <a:ext cx="351315" cy="349457"/>
            <a:chOff x="1412450" y="1954475"/>
            <a:chExt cx="297750" cy="296175"/>
          </a:xfrm>
        </p:grpSpPr>
        <p:sp>
          <p:nvSpPr>
            <p:cNvPr id="10157" name="Google Shape;10157;p74"/>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4"/>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9" name="Google Shape;10159;p74"/>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0" name="Google Shape;10160;p74"/>
          <p:cNvGrpSpPr/>
          <p:nvPr/>
        </p:nvGrpSpPr>
        <p:grpSpPr>
          <a:xfrm>
            <a:off x="5753997" y="2196694"/>
            <a:ext cx="351315" cy="351050"/>
            <a:chOff x="1413250" y="2680675"/>
            <a:chExt cx="297750" cy="297525"/>
          </a:xfrm>
        </p:grpSpPr>
        <p:sp>
          <p:nvSpPr>
            <p:cNvPr id="10161" name="Google Shape;10161;p74"/>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4"/>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4"/>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4"/>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5" name="Google Shape;10165;p74"/>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4"/>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4"/>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8" name="Google Shape;10168;p74"/>
          <p:cNvGrpSpPr/>
          <p:nvPr/>
        </p:nvGrpSpPr>
        <p:grpSpPr>
          <a:xfrm>
            <a:off x="6630407" y="2670311"/>
            <a:ext cx="350371" cy="348247"/>
            <a:chOff x="5045775" y="1946400"/>
            <a:chExt cx="296950" cy="295150"/>
          </a:xfrm>
        </p:grpSpPr>
        <p:sp>
          <p:nvSpPr>
            <p:cNvPr id="10169" name="Google Shape;10169;p7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74"/>
          <p:cNvGrpSpPr/>
          <p:nvPr/>
        </p:nvGrpSpPr>
        <p:grpSpPr>
          <a:xfrm>
            <a:off x="6629006" y="3179138"/>
            <a:ext cx="353174" cy="308573"/>
            <a:chOff x="5046550" y="2327025"/>
            <a:chExt cx="299325" cy="261525"/>
          </a:xfrm>
        </p:grpSpPr>
        <p:sp>
          <p:nvSpPr>
            <p:cNvPr id="10172" name="Google Shape;10172;p74"/>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4"/>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4"/>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5" name="Google Shape;10175;p74"/>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6" name="Google Shape;10176;p74"/>
          <p:cNvGrpSpPr/>
          <p:nvPr/>
        </p:nvGrpSpPr>
        <p:grpSpPr>
          <a:xfrm>
            <a:off x="7956604" y="3608476"/>
            <a:ext cx="351315" cy="348513"/>
            <a:chOff x="6167350" y="2672800"/>
            <a:chExt cx="297750" cy="295375"/>
          </a:xfrm>
        </p:grpSpPr>
        <p:sp>
          <p:nvSpPr>
            <p:cNvPr id="10177" name="Google Shape;10177;p74"/>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4"/>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4"/>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4"/>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4"/>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2" name="Google Shape;10182;p74"/>
          <p:cNvGrpSpPr/>
          <p:nvPr/>
        </p:nvGrpSpPr>
        <p:grpSpPr>
          <a:xfrm>
            <a:off x="6197601" y="1303709"/>
            <a:ext cx="347599" cy="350371"/>
            <a:chOff x="1777925" y="1953700"/>
            <a:chExt cx="294600" cy="296950"/>
          </a:xfrm>
        </p:grpSpPr>
        <p:sp>
          <p:nvSpPr>
            <p:cNvPr id="10183" name="Google Shape;10183;p74"/>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4"/>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4"/>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4"/>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7" name="Google Shape;10187;p74"/>
          <p:cNvGrpSpPr/>
          <p:nvPr/>
        </p:nvGrpSpPr>
        <p:grpSpPr>
          <a:xfrm>
            <a:off x="6213411" y="1756597"/>
            <a:ext cx="315977" cy="347599"/>
            <a:chOff x="1790525" y="2319150"/>
            <a:chExt cx="267800" cy="294600"/>
          </a:xfrm>
        </p:grpSpPr>
        <p:sp>
          <p:nvSpPr>
            <p:cNvPr id="10188" name="Google Shape;10188;p74"/>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4"/>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0" name="Google Shape;10190;p74"/>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1" name="Google Shape;10191;p74"/>
          <p:cNvGrpSpPr/>
          <p:nvPr/>
        </p:nvGrpSpPr>
        <p:grpSpPr>
          <a:xfrm>
            <a:off x="4866386" y="2670163"/>
            <a:ext cx="349457" cy="348542"/>
            <a:chOff x="3599700" y="1954475"/>
            <a:chExt cx="296175" cy="295400"/>
          </a:xfrm>
        </p:grpSpPr>
        <p:sp>
          <p:nvSpPr>
            <p:cNvPr id="10192" name="Google Shape;10192;p7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74"/>
          <p:cNvGrpSpPr/>
          <p:nvPr/>
        </p:nvGrpSpPr>
        <p:grpSpPr>
          <a:xfrm>
            <a:off x="4867316" y="3159626"/>
            <a:ext cx="347599" cy="347599"/>
            <a:chOff x="3601275" y="2319150"/>
            <a:chExt cx="294600" cy="294600"/>
          </a:xfrm>
        </p:grpSpPr>
        <p:sp>
          <p:nvSpPr>
            <p:cNvPr id="10196" name="Google Shape;10196;p74"/>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4"/>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74"/>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9" name="Google Shape;10199;p74"/>
          <p:cNvGrpSpPr/>
          <p:nvPr/>
        </p:nvGrpSpPr>
        <p:grpSpPr>
          <a:xfrm>
            <a:off x="7087019" y="2669721"/>
            <a:ext cx="328071" cy="349427"/>
            <a:chOff x="5421475" y="1945825"/>
            <a:chExt cx="278050" cy="296150"/>
          </a:xfrm>
        </p:grpSpPr>
        <p:sp>
          <p:nvSpPr>
            <p:cNvPr id="10200" name="Google Shape;10200;p74"/>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4"/>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4"/>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4"/>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4"/>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4"/>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4"/>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4"/>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8" name="Google Shape;10208;p74"/>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9" name="Google Shape;10209;p74"/>
          <p:cNvGrpSpPr/>
          <p:nvPr/>
        </p:nvGrpSpPr>
        <p:grpSpPr>
          <a:xfrm>
            <a:off x="7075869" y="3670273"/>
            <a:ext cx="350371" cy="224918"/>
            <a:chOff x="5411225" y="2726350"/>
            <a:chExt cx="296950" cy="190625"/>
          </a:xfrm>
        </p:grpSpPr>
        <p:sp>
          <p:nvSpPr>
            <p:cNvPr id="10210" name="Google Shape;10210;p74"/>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4"/>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2" name="Google Shape;10212;p74"/>
          <p:cNvGrpSpPr/>
          <p:nvPr/>
        </p:nvGrpSpPr>
        <p:grpSpPr>
          <a:xfrm>
            <a:off x="6185904" y="4059546"/>
            <a:ext cx="351286" cy="326390"/>
            <a:chOff x="6524150" y="1938725"/>
            <a:chExt cx="297725" cy="276625"/>
          </a:xfrm>
        </p:grpSpPr>
        <p:sp>
          <p:nvSpPr>
            <p:cNvPr id="10213" name="Google Shape;10213;p74"/>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4"/>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4"/>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4"/>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4"/>
          <p:cNvGrpSpPr/>
          <p:nvPr/>
        </p:nvGrpSpPr>
        <p:grpSpPr>
          <a:xfrm>
            <a:off x="6637536" y="1304166"/>
            <a:ext cx="350401" cy="349457"/>
            <a:chOff x="2141000" y="1954475"/>
            <a:chExt cx="296975" cy="296175"/>
          </a:xfrm>
        </p:grpSpPr>
        <p:sp>
          <p:nvSpPr>
            <p:cNvPr id="10218" name="Google Shape;10218;p74"/>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4"/>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4"/>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4"/>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74"/>
          <p:cNvGrpSpPr/>
          <p:nvPr/>
        </p:nvGrpSpPr>
        <p:grpSpPr>
          <a:xfrm>
            <a:off x="6631047" y="1756007"/>
            <a:ext cx="363380" cy="348778"/>
            <a:chOff x="2140225" y="2318650"/>
            <a:chExt cx="307975" cy="295600"/>
          </a:xfrm>
        </p:grpSpPr>
        <p:sp>
          <p:nvSpPr>
            <p:cNvPr id="10223" name="Google Shape;10223;p74"/>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4"/>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5" name="Google Shape;10225;p74"/>
          <p:cNvGrpSpPr/>
          <p:nvPr/>
        </p:nvGrpSpPr>
        <p:grpSpPr>
          <a:xfrm>
            <a:off x="6636607" y="2197505"/>
            <a:ext cx="352259" cy="349427"/>
            <a:chOff x="2139425" y="2682250"/>
            <a:chExt cx="298550" cy="296150"/>
          </a:xfrm>
        </p:grpSpPr>
        <p:sp>
          <p:nvSpPr>
            <p:cNvPr id="10226" name="Google Shape;10226;p74"/>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4"/>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4"/>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4"/>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74"/>
          <p:cNvGrpSpPr/>
          <p:nvPr/>
        </p:nvGrpSpPr>
        <p:grpSpPr>
          <a:xfrm>
            <a:off x="5301219" y="2711991"/>
            <a:ext cx="350401" cy="264888"/>
            <a:chOff x="3962775" y="1990700"/>
            <a:chExt cx="296975" cy="224500"/>
          </a:xfrm>
        </p:grpSpPr>
        <p:sp>
          <p:nvSpPr>
            <p:cNvPr id="10231" name="Google Shape;10231;p7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74"/>
          <p:cNvGrpSpPr/>
          <p:nvPr/>
        </p:nvGrpSpPr>
        <p:grpSpPr>
          <a:xfrm>
            <a:off x="5301691" y="3158697"/>
            <a:ext cx="349457" cy="349457"/>
            <a:chOff x="3963575" y="2317575"/>
            <a:chExt cx="296175" cy="296175"/>
          </a:xfrm>
        </p:grpSpPr>
        <p:sp>
          <p:nvSpPr>
            <p:cNvPr id="10236" name="Google Shape;10236;p74"/>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4"/>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4"/>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4"/>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4"/>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4"/>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4"/>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4"/>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4"/>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4"/>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4"/>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4"/>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4"/>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4"/>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4"/>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4"/>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74"/>
          <p:cNvGrpSpPr/>
          <p:nvPr/>
        </p:nvGrpSpPr>
        <p:grpSpPr>
          <a:xfrm>
            <a:off x="5301691" y="3608476"/>
            <a:ext cx="349457" cy="348513"/>
            <a:chOff x="3962775" y="2683025"/>
            <a:chExt cx="296175" cy="295375"/>
          </a:xfrm>
        </p:grpSpPr>
        <p:sp>
          <p:nvSpPr>
            <p:cNvPr id="10253" name="Google Shape;10253;p74"/>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4"/>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4"/>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6" name="Google Shape;10256;p74"/>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7" name="Google Shape;10257;p74"/>
          <p:cNvGrpSpPr/>
          <p:nvPr/>
        </p:nvGrpSpPr>
        <p:grpSpPr>
          <a:xfrm>
            <a:off x="7516228" y="3159168"/>
            <a:ext cx="348513" cy="348513"/>
            <a:chOff x="5775900" y="2308125"/>
            <a:chExt cx="295375" cy="295375"/>
          </a:xfrm>
        </p:grpSpPr>
        <p:sp>
          <p:nvSpPr>
            <p:cNvPr id="10258" name="Google Shape;10258;p74"/>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4"/>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4"/>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4"/>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4"/>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74"/>
          <p:cNvGrpSpPr/>
          <p:nvPr/>
        </p:nvGrpSpPr>
        <p:grpSpPr>
          <a:xfrm>
            <a:off x="7537142" y="3608004"/>
            <a:ext cx="306686" cy="349457"/>
            <a:chOff x="5794025" y="2673575"/>
            <a:chExt cx="259925" cy="296175"/>
          </a:xfrm>
        </p:grpSpPr>
        <p:sp>
          <p:nvSpPr>
            <p:cNvPr id="10264" name="Google Shape;10264;p74"/>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4"/>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6" name="Google Shape;10266;p74"/>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70"/>
        <p:cNvGrpSpPr/>
        <p:nvPr/>
      </p:nvGrpSpPr>
      <p:grpSpPr>
        <a:xfrm>
          <a:off x="0" y="0"/>
          <a:ext cx="0" cy="0"/>
          <a:chOff x="0" y="0"/>
          <a:chExt cx="0" cy="0"/>
        </a:xfrm>
      </p:grpSpPr>
      <p:sp>
        <p:nvSpPr>
          <p:cNvPr id="10271" name="Google Shape;10271;p75"/>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72" name="Google Shape;10272;p75"/>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273" name="Google Shape;10273;p75"/>
          <p:cNvGrpSpPr/>
          <p:nvPr/>
        </p:nvGrpSpPr>
        <p:grpSpPr>
          <a:xfrm>
            <a:off x="882957" y="1306638"/>
            <a:ext cx="292442" cy="355741"/>
            <a:chOff x="-35830350" y="1912725"/>
            <a:chExt cx="241050" cy="293225"/>
          </a:xfrm>
        </p:grpSpPr>
        <p:sp>
          <p:nvSpPr>
            <p:cNvPr id="10274" name="Google Shape;10274;p75"/>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851444" y="1766235"/>
            <a:ext cx="355468" cy="353587"/>
            <a:chOff x="-35854750" y="2272675"/>
            <a:chExt cx="293000" cy="291450"/>
          </a:xfrm>
        </p:grpSpPr>
        <p:sp>
          <p:nvSpPr>
            <p:cNvPr id="10277" name="Google Shape;10277;p75"/>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5"/>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0" name="Google Shape;10280;p75"/>
          <p:cNvGrpSpPr/>
          <p:nvPr/>
        </p:nvGrpSpPr>
        <p:grpSpPr>
          <a:xfrm>
            <a:off x="850958" y="2220821"/>
            <a:ext cx="356438" cy="354558"/>
            <a:chOff x="-35853975" y="2631825"/>
            <a:chExt cx="293800" cy="292250"/>
          </a:xfrm>
        </p:grpSpPr>
        <p:sp>
          <p:nvSpPr>
            <p:cNvPr id="10281" name="Google Shape;10281;p75"/>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5"/>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3089562" y="1307714"/>
            <a:ext cx="353587" cy="353587"/>
            <a:chOff x="-34032200" y="1916675"/>
            <a:chExt cx="291450" cy="291450"/>
          </a:xfrm>
        </p:grpSpPr>
        <p:sp>
          <p:nvSpPr>
            <p:cNvPr id="10287" name="Google Shape;10287;p75"/>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5"/>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75"/>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75"/>
          <p:cNvGrpSpPr/>
          <p:nvPr/>
        </p:nvGrpSpPr>
        <p:grpSpPr>
          <a:xfrm>
            <a:off x="3089092" y="2220821"/>
            <a:ext cx="354527" cy="354558"/>
            <a:chOff x="-34032200" y="2634975"/>
            <a:chExt cx="292225" cy="292250"/>
          </a:xfrm>
        </p:grpSpPr>
        <p:sp>
          <p:nvSpPr>
            <p:cNvPr id="10293" name="Google Shape;10293;p75"/>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5"/>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5"/>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75"/>
          <p:cNvGrpSpPr/>
          <p:nvPr/>
        </p:nvGrpSpPr>
        <p:grpSpPr>
          <a:xfrm>
            <a:off x="1739487" y="2687069"/>
            <a:ext cx="358379" cy="354527"/>
            <a:chOff x="-32245875" y="1938725"/>
            <a:chExt cx="295400" cy="292225"/>
          </a:xfrm>
        </p:grpSpPr>
        <p:sp>
          <p:nvSpPr>
            <p:cNvPr id="10297" name="Google Shape;10297;p75"/>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5"/>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5"/>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75"/>
          <p:cNvGrpSpPr/>
          <p:nvPr/>
        </p:nvGrpSpPr>
        <p:grpSpPr>
          <a:xfrm>
            <a:off x="1736150" y="3156468"/>
            <a:ext cx="365052" cy="352162"/>
            <a:chOff x="-32243500" y="2299850"/>
            <a:chExt cx="300900" cy="290275"/>
          </a:xfrm>
        </p:grpSpPr>
        <p:sp>
          <p:nvSpPr>
            <p:cNvPr id="10301" name="Google Shape;10301;p75"/>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5"/>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3" name="Google Shape;10303;p75"/>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4" name="Google Shape;10304;p75"/>
          <p:cNvGrpSpPr/>
          <p:nvPr/>
        </p:nvGrpSpPr>
        <p:grpSpPr>
          <a:xfrm>
            <a:off x="1299432" y="1306759"/>
            <a:ext cx="354527" cy="355498"/>
            <a:chOff x="-35495600" y="1912725"/>
            <a:chExt cx="292225" cy="293025"/>
          </a:xfrm>
        </p:grpSpPr>
        <p:sp>
          <p:nvSpPr>
            <p:cNvPr id="10305" name="Google Shape;10305;p75"/>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5"/>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5"/>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75"/>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9" name="Google Shape;10309;p75"/>
          <p:cNvGrpSpPr/>
          <p:nvPr/>
        </p:nvGrpSpPr>
        <p:grpSpPr>
          <a:xfrm>
            <a:off x="1299432" y="2221307"/>
            <a:ext cx="354527" cy="353587"/>
            <a:chOff x="-35495600" y="2631825"/>
            <a:chExt cx="292225" cy="291450"/>
          </a:xfrm>
        </p:grpSpPr>
        <p:sp>
          <p:nvSpPr>
            <p:cNvPr id="10310" name="Google Shape;10310;p75"/>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5"/>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5"/>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75"/>
          <p:cNvGrpSpPr/>
          <p:nvPr/>
        </p:nvGrpSpPr>
        <p:grpSpPr>
          <a:xfrm>
            <a:off x="3537081" y="1307714"/>
            <a:ext cx="353587" cy="353587"/>
            <a:chOff x="-33673825" y="1916675"/>
            <a:chExt cx="291450" cy="291450"/>
          </a:xfrm>
        </p:grpSpPr>
        <p:sp>
          <p:nvSpPr>
            <p:cNvPr id="10315" name="Google Shape;10315;p75"/>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a:off x="3534700" y="1765295"/>
            <a:ext cx="358349" cy="355468"/>
            <a:chOff x="-33676975" y="2275050"/>
            <a:chExt cx="295375" cy="293000"/>
          </a:xfrm>
        </p:grpSpPr>
        <p:sp>
          <p:nvSpPr>
            <p:cNvPr id="10320" name="Google Shape;10320;p75"/>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75"/>
          <p:cNvGrpSpPr/>
          <p:nvPr/>
        </p:nvGrpSpPr>
        <p:grpSpPr>
          <a:xfrm>
            <a:off x="3537081" y="2220594"/>
            <a:ext cx="353587" cy="355013"/>
            <a:chOff x="-33673825" y="2634975"/>
            <a:chExt cx="291450" cy="292625"/>
          </a:xfrm>
        </p:grpSpPr>
        <p:sp>
          <p:nvSpPr>
            <p:cNvPr id="10324" name="Google Shape;10324;p75"/>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75"/>
          <p:cNvGrpSpPr/>
          <p:nvPr/>
        </p:nvGrpSpPr>
        <p:grpSpPr>
          <a:xfrm>
            <a:off x="2205089" y="2687509"/>
            <a:ext cx="329687" cy="353648"/>
            <a:chOff x="-31874100" y="1939525"/>
            <a:chExt cx="271750" cy="291500"/>
          </a:xfrm>
        </p:grpSpPr>
        <p:sp>
          <p:nvSpPr>
            <p:cNvPr id="10327" name="Google Shape;10327;p75"/>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5"/>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75"/>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75"/>
          <p:cNvGrpSpPr/>
          <p:nvPr/>
        </p:nvGrpSpPr>
        <p:grpSpPr>
          <a:xfrm>
            <a:off x="2186451" y="3616531"/>
            <a:ext cx="366963" cy="352768"/>
            <a:chOff x="-31889075" y="2658950"/>
            <a:chExt cx="302475" cy="290775"/>
          </a:xfrm>
        </p:grpSpPr>
        <p:sp>
          <p:nvSpPr>
            <p:cNvPr id="10331" name="Google Shape;10331;p75"/>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3" name="Google Shape;10333;p75"/>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4" name="Google Shape;10334;p75"/>
          <p:cNvGrpSpPr/>
          <p:nvPr/>
        </p:nvGrpSpPr>
        <p:grpSpPr>
          <a:xfrm>
            <a:off x="1747421" y="1306759"/>
            <a:ext cx="354527" cy="355498"/>
            <a:chOff x="-35136450" y="1912725"/>
            <a:chExt cx="292225" cy="293025"/>
          </a:xfrm>
        </p:grpSpPr>
        <p:sp>
          <p:nvSpPr>
            <p:cNvPr id="10335" name="Google Shape;10335;p75"/>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5"/>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8" name="Google Shape;10338;p75"/>
          <p:cNvGrpSpPr/>
          <p:nvPr/>
        </p:nvGrpSpPr>
        <p:grpSpPr>
          <a:xfrm>
            <a:off x="1747891" y="1765978"/>
            <a:ext cx="353587" cy="354103"/>
            <a:chOff x="-35134875" y="2272675"/>
            <a:chExt cx="291450" cy="291875"/>
          </a:xfrm>
        </p:grpSpPr>
        <p:sp>
          <p:nvSpPr>
            <p:cNvPr id="10339" name="Google Shape;10339;p75"/>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75"/>
          <p:cNvGrpSpPr/>
          <p:nvPr/>
        </p:nvGrpSpPr>
        <p:grpSpPr>
          <a:xfrm>
            <a:off x="1789458" y="2221307"/>
            <a:ext cx="270453" cy="353587"/>
            <a:chOff x="-35101800" y="2631050"/>
            <a:chExt cx="222925" cy="291450"/>
          </a:xfrm>
        </p:grpSpPr>
        <p:sp>
          <p:nvSpPr>
            <p:cNvPr id="10344" name="Google Shape;10344;p75"/>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5"/>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75"/>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75"/>
          <p:cNvGrpSpPr/>
          <p:nvPr/>
        </p:nvGrpSpPr>
        <p:grpSpPr>
          <a:xfrm>
            <a:off x="3977510" y="1765295"/>
            <a:ext cx="353587" cy="355468"/>
            <a:chOff x="-33314675" y="2275050"/>
            <a:chExt cx="291450" cy="293000"/>
          </a:xfrm>
        </p:grpSpPr>
        <p:sp>
          <p:nvSpPr>
            <p:cNvPr id="10350" name="Google Shape;10350;p75"/>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5"/>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5"/>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3" name="Google Shape;10353;p75"/>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4" name="Google Shape;10354;p75"/>
          <p:cNvGrpSpPr/>
          <p:nvPr/>
        </p:nvGrpSpPr>
        <p:grpSpPr>
          <a:xfrm>
            <a:off x="2639701" y="2687555"/>
            <a:ext cx="353587" cy="353557"/>
            <a:chOff x="-31523625" y="1939525"/>
            <a:chExt cx="291450" cy="291425"/>
          </a:xfrm>
        </p:grpSpPr>
        <p:sp>
          <p:nvSpPr>
            <p:cNvPr id="10355" name="Google Shape;10355;p75"/>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5"/>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5"/>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6" name="Google Shape;10366;p75"/>
          <p:cNvGrpSpPr/>
          <p:nvPr/>
        </p:nvGrpSpPr>
        <p:grpSpPr>
          <a:xfrm>
            <a:off x="2638746" y="3155755"/>
            <a:ext cx="355498" cy="353587"/>
            <a:chOff x="-31523625" y="2298675"/>
            <a:chExt cx="293025" cy="291450"/>
          </a:xfrm>
        </p:grpSpPr>
        <p:sp>
          <p:nvSpPr>
            <p:cNvPr id="10367" name="Google Shape;10367;p75"/>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5"/>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5"/>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0" name="Google Shape;10370;p75"/>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5"/>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2" name="Google Shape;10372;p75"/>
          <p:cNvGrpSpPr/>
          <p:nvPr/>
        </p:nvGrpSpPr>
        <p:grpSpPr>
          <a:xfrm>
            <a:off x="2205934" y="1307729"/>
            <a:ext cx="331598" cy="353557"/>
            <a:chOff x="-34767825" y="1914325"/>
            <a:chExt cx="273325" cy="291425"/>
          </a:xfrm>
        </p:grpSpPr>
        <p:sp>
          <p:nvSpPr>
            <p:cNvPr id="10373" name="Google Shape;10373;p75"/>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5"/>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75"/>
          <p:cNvGrpSpPr/>
          <p:nvPr/>
        </p:nvGrpSpPr>
        <p:grpSpPr>
          <a:xfrm>
            <a:off x="2193513" y="1765280"/>
            <a:ext cx="356438" cy="355498"/>
            <a:chOff x="-34778075" y="2272675"/>
            <a:chExt cx="293800" cy="293025"/>
          </a:xfrm>
        </p:grpSpPr>
        <p:sp>
          <p:nvSpPr>
            <p:cNvPr id="10377" name="Google Shape;10377;p75"/>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5"/>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5"/>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75"/>
          <p:cNvGrpSpPr/>
          <p:nvPr/>
        </p:nvGrpSpPr>
        <p:grpSpPr>
          <a:xfrm>
            <a:off x="2194939" y="2221307"/>
            <a:ext cx="353587" cy="353587"/>
            <a:chOff x="-34776500" y="2631825"/>
            <a:chExt cx="291450" cy="291450"/>
          </a:xfrm>
        </p:grpSpPr>
        <p:sp>
          <p:nvSpPr>
            <p:cNvPr id="10381" name="Google Shape;10381;p75"/>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5"/>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75"/>
          <p:cNvGrpSpPr/>
          <p:nvPr/>
        </p:nvGrpSpPr>
        <p:grpSpPr>
          <a:xfrm>
            <a:off x="853628" y="2685160"/>
            <a:ext cx="354527" cy="358349"/>
            <a:chOff x="-32956300" y="1915900"/>
            <a:chExt cx="292225" cy="295375"/>
          </a:xfrm>
        </p:grpSpPr>
        <p:sp>
          <p:nvSpPr>
            <p:cNvPr id="10385" name="Google Shape;10385;p75"/>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5"/>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7" name="Google Shape;10387;p75"/>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5"/>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9" name="Google Shape;10389;p75"/>
          <p:cNvGrpSpPr/>
          <p:nvPr/>
        </p:nvGrpSpPr>
        <p:grpSpPr>
          <a:xfrm>
            <a:off x="3081101" y="2687555"/>
            <a:ext cx="356438" cy="353557"/>
            <a:chOff x="-31166825" y="1939525"/>
            <a:chExt cx="293800" cy="291425"/>
          </a:xfrm>
        </p:grpSpPr>
        <p:sp>
          <p:nvSpPr>
            <p:cNvPr id="10390" name="Google Shape;10390;p75"/>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5"/>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5"/>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5"/>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5"/>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5"/>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5"/>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5"/>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5"/>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5"/>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5"/>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5"/>
          <p:cNvGrpSpPr/>
          <p:nvPr/>
        </p:nvGrpSpPr>
        <p:grpSpPr>
          <a:xfrm>
            <a:off x="3082057" y="3155482"/>
            <a:ext cx="354527" cy="354133"/>
            <a:chOff x="-31165250" y="2298675"/>
            <a:chExt cx="292225" cy="291900"/>
          </a:xfrm>
        </p:grpSpPr>
        <p:sp>
          <p:nvSpPr>
            <p:cNvPr id="10402" name="Google Shape;10402;p75"/>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5"/>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5"/>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5" name="Google Shape;10405;p75"/>
          <p:cNvGrpSpPr/>
          <p:nvPr/>
        </p:nvGrpSpPr>
        <p:grpSpPr>
          <a:xfrm>
            <a:off x="3082542" y="3616136"/>
            <a:ext cx="353557" cy="353557"/>
            <a:chOff x="-31164450" y="2657050"/>
            <a:chExt cx="291425" cy="291425"/>
          </a:xfrm>
        </p:grpSpPr>
        <p:sp>
          <p:nvSpPr>
            <p:cNvPr id="10406" name="Google Shape;10406;p75"/>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5"/>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5"/>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5"/>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0" name="Google Shape;10410;p75"/>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1" name="Google Shape;10411;p75"/>
          <p:cNvGrpSpPr/>
          <p:nvPr/>
        </p:nvGrpSpPr>
        <p:grpSpPr>
          <a:xfrm>
            <a:off x="2632987" y="1307366"/>
            <a:ext cx="358349" cy="354285"/>
            <a:chOff x="-34421275" y="1912725"/>
            <a:chExt cx="295375" cy="292025"/>
          </a:xfrm>
        </p:grpSpPr>
        <p:sp>
          <p:nvSpPr>
            <p:cNvPr id="10412" name="Google Shape;10412;p75"/>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5"/>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75"/>
          <p:cNvGrpSpPr/>
          <p:nvPr/>
        </p:nvGrpSpPr>
        <p:grpSpPr>
          <a:xfrm>
            <a:off x="2632032" y="1765280"/>
            <a:ext cx="360260" cy="355498"/>
            <a:chOff x="-34418125" y="2271100"/>
            <a:chExt cx="296950" cy="293025"/>
          </a:xfrm>
        </p:grpSpPr>
        <p:sp>
          <p:nvSpPr>
            <p:cNvPr id="10415" name="Google Shape;10415;p75"/>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5"/>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5"/>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5"/>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5"/>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75"/>
          <p:cNvGrpSpPr/>
          <p:nvPr/>
        </p:nvGrpSpPr>
        <p:grpSpPr>
          <a:xfrm>
            <a:off x="2632987" y="2221307"/>
            <a:ext cx="358349" cy="353587"/>
            <a:chOff x="-34421275" y="2631050"/>
            <a:chExt cx="295375" cy="291450"/>
          </a:xfrm>
        </p:grpSpPr>
        <p:sp>
          <p:nvSpPr>
            <p:cNvPr id="10421" name="Google Shape;10421;p75"/>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5"/>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5"/>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5"/>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5" name="Google Shape;10425;p75"/>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5"/>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5"/>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8" name="Google Shape;10428;p75"/>
          <p:cNvGrpSpPr/>
          <p:nvPr/>
        </p:nvGrpSpPr>
        <p:grpSpPr>
          <a:xfrm>
            <a:off x="3537620" y="2688025"/>
            <a:ext cx="353587" cy="352617"/>
            <a:chOff x="-30805300" y="1938725"/>
            <a:chExt cx="291450" cy="290650"/>
          </a:xfrm>
        </p:grpSpPr>
        <p:sp>
          <p:nvSpPr>
            <p:cNvPr id="10429" name="Google Shape;10429;p75"/>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5"/>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75"/>
          <p:cNvGrpSpPr/>
          <p:nvPr/>
        </p:nvGrpSpPr>
        <p:grpSpPr>
          <a:xfrm>
            <a:off x="3538105" y="3155952"/>
            <a:ext cx="352617" cy="353193"/>
            <a:chOff x="-30805300" y="2298675"/>
            <a:chExt cx="290650" cy="291125"/>
          </a:xfrm>
        </p:grpSpPr>
        <p:sp>
          <p:nvSpPr>
            <p:cNvPr id="10432" name="Google Shape;10432;p75"/>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5"/>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5"/>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5"/>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75"/>
          <p:cNvGrpSpPr/>
          <p:nvPr/>
        </p:nvGrpSpPr>
        <p:grpSpPr>
          <a:xfrm>
            <a:off x="3537635" y="3616136"/>
            <a:ext cx="353557" cy="353557"/>
            <a:chOff x="-30806075" y="2657050"/>
            <a:chExt cx="291425" cy="291425"/>
          </a:xfrm>
        </p:grpSpPr>
        <p:sp>
          <p:nvSpPr>
            <p:cNvPr id="10437" name="Google Shape;10437;p75"/>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5"/>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5"/>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75"/>
          <p:cNvGrpSpPr/>
          <p:nvPr/>
        </p:nvGrpSpPr>
        <p:grpSpPr>
          <a:xfrm>
            <a:off x="2639681" y="4073943"/>
            <a:ext cx="353557" cy="353557"/>
            <a:chOff x="-30064925" y="2332550"/>
            <a:chExt cx="291425" cy="291425"/>
          </a:xfrm>
        </p:grpSpPr>
        <p:sp>
          <p:nvSpPr>
            <p:cNvPr id="10441" name="Google Shape;10441;p75"/>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5"/>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5"/>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75"/>
          <p:cNvGrpSpPr/>
          <p:nvPr/>
        </p:nvGrpSpPr>
        <p:grpSpPr>
          <a:xfrm>
            <a:off x="3983068" y="2683443"/>
            <a:ext cx="348855" cy="347879"/>
            <a:chOff x="2821450" y="2957850"/>
            <a:chExt cx="259275" cy="258550"/>
          </a:xfrm>
        </p:grpSpPr>
        <p:sp>
          <p:nvSpPr>
            <p:cNvPr id="10445" name="Google Shape;10445;p75"/>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5"/>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5"/>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txBody>
            <a:bodyPr/>
            <a:lstStyle/>
            <a:p>
              <a:endParaRPr lang="he-IL"/>
            </a:p>
          </p:txBody>
        </p:sp>
      </p:grpSp>
      <p:grpSp>
        <p:nvGrpSpPr>
          <p:cNvPr id="10448" name="Google Shape;10448;p75"/>
          <p:cNvGrpSpPr/>
          <p:nvPr/>
        </p:nvGrpSpPr>
        <p:grpSpPr>
          <a:xfrm>
            <a:off x="4858100" y="1304461"/>
            <a:ext cx="361090" cy="361090"/>
            <a:chOff x="-57970450" y="1903275"/>
            <a:chExt cx="318225" cy="318225"/>
          </a:xfrm>
        </p:grpSpPr>
        <p:sp>
          <p:nvSpPr>
            <p:cNvPr id="10449" name="Google Shape;10449;p75"/>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5"/>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5"/>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5"/>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75"/>
          <p:cNvGrpSpPr/>
          <p:nvPr/>
        </p:nvGrpSpPr>
        <p:grpSpPr>
          <a:xfrm>
            <a:off x="4880000" y="1780418"/>
            <a:ext cx="317290" cy="359303"/>
            <a:chOff x="-57950750" y="2296300"/>
            <a:chExt cx="279625" cy="316650"/>
          </a:xfrm>
        </p:grpSpPr>
        <p:sp>
          <p:nvSpPr>
            <p:cNvPr id="10454" name="Google Shape;10454;p75"/>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5"/>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5"/>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5"/>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75"/>
          <p:cNvGrpSpPr/>
          <p:nvPr/>
        </p:nvGrpSpPr>
        <p:grpSpPr>
          <a:xfrm>
            <a:off x="4858214" y="2232094"/>
            <a:ext cx="360863" cy="360211"/>
            <a:chOff x="-57969675" y="2687750"/>
            <a:chExt cx="318025" cy="317450"/>
          </a:xfrm>
        </p:grpSpPr>
        <p:sp>
          <p:nvSpPr>
            <p:cNvPr id="10459" name="Google Shape;10459;p75"/>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5"/>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5"/>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5"/>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75"/>
          <p:cNvGrpSpPr/>
          <p:nvPr/>
        </p:nvGrpSpPr>
        <p:grpSpPr>
          <a:xfrm>
            <a:off x="7067397" y="1304461"/>
            <a:ext cx="363785" cy="361090"/>
            <a:chOff x="-56012425" y="1903275"/>
            <a:chExt cx="320600" cy="318225"/>
          </a:xfrm>
        </p:grpSpPr>
        <p:sp>
          <p:nvSpPr>
            <p:cNvPr id="10464" name="Google Shape;10464;p75"/>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5"/>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75"/>
          <p:cNvGrpSpPr/>
          <p:nvPr/>
        </p:nvGrpSpPr>
        <p:grpSpPr>
          <a:xfrm>
            <a:off x="7068290" y="1778631"/>
            <a:ext cx="361998" cy="361998"/>
            <a:chOff x="-56010850" y="2294725"/>
            <a:chExt cx="319025" cy="319025"/>
          </a:xfrm>
        </p:grpSpPr>
        <p:sp>
          <p:nvSpPr>
            <p:cNvPr id="10467" name="Google Shape;10467;p75"/>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5"/>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5"/>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5"/>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1" name="Google Shape;10471;p75"/>
          <p:cNvGrpSpPr/>
          <p:nvPr/>
        </p:nvGrpSpPr>
        <p:grpSpPr>
          <a:xfrm>
            <a:off x="7068305" y="2231215"/>
            <a:ext cx="361969" cy="361090"/>
            <a:chOff x="-56010050" y="2686975"/>
            <a:chExt cx="319000" cy="318225"/>
          </a:xfrm>
        </p:grpSpPr>
        <p:sp>
          <p:nvSpPr>
            <p:cNvPr id="10472" name="Google Shape;10472;p75"/>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5"/>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5"/>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5"/>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75"/>
          <p:cNvGrpSpPr/>
          <p:nvPr/>
        </p:nvGrpSpPr>
        <p:grpSpPr>
          <a:xfrm>
            <a:off x="5753801" y="2684124"/>
            <a:ext cx="361998" cy="361090"/>
            <a:chOff x="-54081175" y="1903275"/>
            <a:chExt cx="319025" cy="318225"/>
          </a:xfrm>
        </p:grpSpPr>
        <p:sp>
          <p:nvSpPr>
            <p:cNvPr id="10477" name="Google Shape;10477;p75"/>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5"/>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75"/>
          <p:cNvGrpSpPr/>
          <p:nvPr/>
        </p:nvGrpSpPr>
        <p:grpSpPr>
          <a:xfrm>
            <a:off x="5776154" y="3137587"/>
            <a:ext cx="317290" cy="360211"/>
            <a:chOff x="-54063050" y="2296300"/>
            <a:chExt cx="279625" cy="317450"/>
          </a:xfrm>
        </p:grpSpPr>
        <p:sp>
          <p:nvSpPr>
            <p:cNvPr id="10480" name="Google Shape;10480;p75"/>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5"/>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5"/>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5"/>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75"/>
          <p:cNvGrpSpPr/>
          <p:nvPr/>
        </p:nvGrpSpPr>
        <p:grpSpPr>
          <a:xfrm>
            <a:off x="5776154" y="3601649"/>
            <a:ext cx="317290" cy="361033"/>
            <a:chOff x="-54061475" y="2685450"/>
            <a:chExt cx="279625" cy="318175"/>
          </a:xfrm>
        </p:grpSpPr>
        <p:sp>
          <p:nvSpPr>
            <p:cNvPr id="10485" name="Google Shape;10485;p75"/>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5"/>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5"/>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5"/>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5"/>
          <p:cNvGrpSpPr/>
          <p:nvPr/>
        </p:nvGrpSpPr>
        <p:grpSpPr>
          <a:xfrm>
            <a:off x="8029690" y="2693967"/>
            <a:ext cx="275278" cy="361969"/>
            <a:chOff x="-52074300" y="1911950"/>
            <a:chExt cx="242600" cy="319000"/>
          </a:xfrm>
        </p:grpSpPr>
        <p:sp>
          <p:nvSpPr>
            <p:cNvPr id="10490" name="Google Shape;10490;p75"/>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5"/>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5"/>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5"/>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4" name="Google Shape;10494;p75"/>
          <p:cNvGrpSpPr/>
          <p:nvPr/>
        </p:nvGrpSpPr>
        <p:grpSpPr>
          <a:xfrm>
            <a:off x="5287689" y="1305369"/>
            <a:ext cx="361998" cy="361090"/>
            <a:chOff x="-57578225" y="1904075"/>
            <a:chExt cx="319025" cy="318225"/>
          </a:xfrm>
        </p:grpSpPr>
        <p:sp>
          <p:nvSpPr>
            <p:cNvPr id="10495" name="Google Shape;10495;p75"/>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5"/>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5"/>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5"/>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75"/>
          <p:cNvGrpSpPr/>
          <p:nvPr/>
        </p:nvGrpSpPr>
        <p:grpSpPr>
          <a:xfrm>
            <a:off x="5310042" y="1778631"/>
            <a:ext cx="317290" cy="361090"/>
            <a:chOff x="-57558525" y="2294725"/>
            <a:chExt cx="279625" cy="318225"/>
          </a:xfrm>
        </p:grpSpPr>
        <p:sp>
          <p:nvSpPr>
            <p:cNvPr id="10500" name="Google Shape;10500;p75"/>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5"/>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5"/>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5"/>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5"/>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75"/>
          <p:cNvGrpSpPr/>
          <p:nvPr/>
        </p:nvGrpSpPr>
        <p:grpSpPr>
          <a:xfrm>
            <a:off x="5285901" y="2231215"/>
            <a:ext cx="365572" cy="361969"/>
            <a:chOff x="-57579800" y="2686975"/>
            <a:chExt cx="322175" cy="319000"/>
          </a:xfrm>
        </p:grpSpPr>
        <p:sp>
          <p:nvSpPr>
            <p:cNvPr id="10506" name="Google Shape;10506;p75"/>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5"/>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75"/>
          <p:cNvGrpSpPr/>
          <p:nvPr/>
        </p:nvGrpSpPr>
        <p:grpSpPr>
          <a:xfrm>
            <a:off x="7510682" y="1778631"/>
            <a:ext cx="367359" cy="361090"/>
            <a:chOff x="-55620975" y="2294725"/>
            <a:chExt cx="323750" cy="318225"/>
          </a:xfrm>
        </p:grpSpPr>
        <p:sp>
          <p:nvSpPr>
            <p:cNvPr id="10509" name="Google Shape;10509;p75"/>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5"/>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5"/>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5"/>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5"/>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5"/>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75"/>
          <p:cNvGrpSpPr/>
          <p:nvPr/>
        </p:nvGrpSpPr>
        <p:grpSpPr>
          <a:xfrm>
            <a:off x="7512923" y="2231130"/>
            <a:ext cx="362877" cy="361175"/>
            <a:chOff x="-55620175" y="2686900"/>
            <a:chExt cx="319800" cy="318300"/>
          </a:xfrm>
        </p:grpSpPr>
        <p:sp>
          <p:nvSpPr>
            <p:cNvPr id="10516" name="Google Shape;10516;p75"/>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5"/>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5"/>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5"/>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75"/>
          <p:cNvGrpSpPr/>
          <p:nvPr/>
        </p:nvGrpSpPr>
        <p:grpSpPr>
          <a:xfrm>
            <a:off x="6198887" y="2684124"/>
            <a:ext cx="361969" cy="361090"/>
            <a:chOff x="-53690500" y="1903275"/>
            <a:chExt cx="319000" cy="318225"/>
          </a:xfrm>
        </p:grpSpPr>
        <p:sp>
          <p:nvSpPr>
            <p:cNvPr id="10521" name="Google Shape;10521;p75"/>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5"/>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5"/>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5"/>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75"/>
          <p:cNvGrpSpPr/>
          <p:nvPr/>
        </p:nvGrpSpPr>
        <p:grpSpPr>
          <a:xfrm>
            <a:off x="6221226" y="3137587"/>
            <a:ext cx="317290" cy="359303"/>
            <a:chOff x="-53670800" y="2296300"/>
            <a:chExt cx="279625" cy="316650"/>
          </a:xfrm>
        </p:grpSpPr>
        <p:sp>
          <p:nvSpPr>
            <p:cNvPr id="10526" name="Google Shape;10526;p75"/>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5"/>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5"/>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5"/>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75"/>
          <p:cNvGrpSpPr/>
          <p:nvPr/>
        </p:nvGrpSpPr>
        <p:grpSpPr>
          <a:xfrm>
            <a:off x="6198887" y="3602925"/>
            <a:ext cx="361969" cy="361544"/>
            <a:chOff x="-53690500" y="2686575"/>
            <a:chExt cx="319000" cy="318625"/>
          </a:xfrm>
        </p:grpSpPr>
        <p:sp>
          <p:nvSpPr>
            <p:cNvPr id="10531" name="Google Shape;10531;p75"/>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5"/>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5"/>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5"/>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75"/>
          <p:cNvGrpSpPr/>
          <p:nvPr/>
        </p:nvGrpSpPr>
        <p:grpSpPr>
          <a:xfrm>
            <a:off x="8008669" y="3145785"/>
            <a:ext cx="317319" cy="360948"/>
            <a:chOff x="-52092425" y="2303525"/>
            <a:chExt cx="279650" cy="318100"/>
          </a:xfrm>
        </p:grpSpPr>
        <p:sp>
          <p:nvSpPr>
            <p:cNvPr id="10536" name="Google Shape;10536;p75"/>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5"/>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5"/>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5"/>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5"/>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75"/>
          <p:cNvGrpSpPr/>
          <p:nvPr/>
        </p:nvGrpSpPr>
        <p:grpSpPr>
          <a:xfrm>
            <a:off x="5727728" y="1306249"/>
            <a:ext cx="363756" cy="361090"/>
            <a:chOff x="-57189125" y="1904850"/>
            <a:chExt cx="320575" cy="318225"/>
          </a:xfrm>
        </p:grpSpPr>
        <p:sp>
          <p:nvSpPr>
            <p:cNvPr id="10542" name="Google Shape;10542;p75"/>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5"/>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5"/>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5"/>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5"/>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5"/>
          <p:cNvGrpSpPr/>
          <p:nvPr/>
        </p:nvGrpSpPr>
        <p:grpSpPr>
          <a:xfrm>
            <a:off x="5728621" y="1800985"/>
            <a:ext cx="361969" cy="316411"/>
            <a:chOff x="-57187550" y="2314425"/>
            <a:chExt cx="319000" cy="278850"/>
          </a:xfrm>
        </p:grpSpPr>
        <p:sp>
          <p:nvSpPr>
            <p:cNvPr id="10548" name="Google Shape;10548;p75"/>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5"/>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5"/>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5"/>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2" name="Google Shape;10552;p75"/>
          <p:cNvGrpSpPr/>
          <p:nvPr/>
        </p:nvGrpSpPr>
        <p:grpSpPr>
          <a:xfrm>
            <a:off x="5745585" y="2230534"/>
            <a:ext cx="328042" cy="361771"/>
            <a:chOff x="-57172600" y="2686375"/>
            <a:chExt cx="289100" cy="318825"/>
          </a:xfrm>
        </p:grpSpPr>
        <p:sp>
          <p:nvSpPr>
            <p:cNvPr id="10553" name="Google Shape;10553;p75"/>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5"/>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5" name="Google Shape;10555;p75"/>
          <p:cNvGrpSpPr/>
          <p:nvPr/>
        </p:nvGrpSpPr>
        <p:grpSpPr>
          <a:xfrm>
            <a:off x="7958434" y="1304461"/>
            <a:ext cx="361090" cy="359303"/>
            <a:chOff x="-55225575" y="1903275"/>
            <a:chExt cx="318225" cy="316650"/>
          </a:xfrm>
        </p:grpSpPr>
        <p:sp>
          <p:nvSpPr>
            <p:cNvPr id="10556" name="Google Shape;10556;p75"/>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5"/>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5"/>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5"/>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5"/>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1" name="Google Shape;10561;p75"/>
          <p:cNvGrpSpPr/>
          <p:nvPr/>
        </p:nvGrpSpPr>
        <p:grpSpPr>
          <a:xfrm>
            <a:off x="7969611" y="1780418"/>
            <a:ext cx="338736" cy="359303"/>
            <a:chOff x="-55217700" y="2296300"/>
            <a:chExt cx="298525" cy="316650"/>
          </a:xfrm>
        </p:grpSpPr>
        <p:sp>
          <p:nvSpPr>
            <p:cNvPr id="10562" name="Google Shape;10562;p75"/>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5"/>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5"/>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5"/>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75"/>
          <p:cNvGrpSpPr/>
          <p:nvPr/>
        </p:nvGrpSpPr>
        <p:grpSpPr>
          <a:xfrm>
            <a:off x="7957541" y="2233002"/>
            <a:ext cx="362877" cy="359303"/>
            <a:chOff x="-55229525" y="2688550"/>
            <a:chExt cx="319800" cy="316650"/>
          </a:xfrm>
        </p:grpSpPr>
        <p:sp>
          <p:nvSpPr>
            <p:cNvPr id="10567" name="Google Shape;10567;p75"/>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5"/>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5"/>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5"/>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5"/>
          <p:cNvGrpSpPr/>
          <p:nvPr/>
        </p:nvGrpSpPr>
        <p:grpSpPr>
          <a:xfrm>
            <a:off x="6653760" y="2684124"/>
            <a:ext cx="338765" cy="361090"/>
            <a:chOff x="-53288825" y="1903275"/>
            <a:chExt cx="298550" cy="318225"/>
          </a:xfrm>
        </p:grpSpPr>
        <p:sp>
          <p:nvSpPr>
            <p:cNvPr id="10572" name="Google Shape;10572;p75"/>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5"/>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5"/>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5"/>
          <p:cNvGrpSpPr/>
          <p:nvPr/>
        </p:nvGrpSpPr>
        <p:grpSpPr>
          <a:xfrm>
            <a:off x="6642143" y="3135800"/>
            <a:ext cx="361998" cy="361090"/>
            <a:chOff x="-53299850" y="2294725"/>
            <a:chExt cx="319025" cy="318225"/>
          </a:xfrm>
        </p:grpSpPr>
        <p:sp>
          <p:nvSpPr>
            <p:cNvPr id="10576" name="Google Shape;10576;p75"/>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5"/>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5"/>
          <p:cNvGrpSpPr/>
          <p:nvPr/>
        </p:nvGrpSpPr>
        <p:grpSpPr>
          <a:xfrm>
            <a:off x="6664936" y="3604259"/>
            <a:ext cx="316411" cy="360211"/>
            <a:chOff x="-53278575" y="2687750"/>
            <a:chExt cx="278850" cy="317450"/>
          </a:xfrm>
        </p:grpSpPr>
        <p:sp>
          <p:nvSpPr>
            <p:cNvPr id="10579" name="Google Shape;10579;p75"/>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5"/>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5"/>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5"/>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75"/>
          <p:cNvGrpSpPr/>
          <p:nvPr/>
        </p:nvGrpSpPr>
        <p:grpSpPr>
          <a:xfrm>
            <a:off x="7986330" y="3603947"/>
            <a:ext cx="361998" cy="362310"/>
            <a:chOff x="-52101875" y="2687475"/>
            <a:chExt cx="319025" cy="319300"/>
          </a:xfrm>
        </p:grpSpPr>
        <p:sp>
          <p:nvSpPr>
            <p:cNvPr id="10584" name="Google Shape;10584;p75"/>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5"/>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5"/>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5"/>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75"/>
          <p:cNvGrpSpPr/>
          <p:nvPr/>
        </p:nvGrpSpPr>
        <p:grpSpPr>
          <a:xfrm>
            <a:off x="6201079" y="1305369"/>
            <a:ext cx="317290" cy="361090"/>
            <a:chOff x="-56774050" y="1904075"/>
            <a:chExt cx="279625" cy="318225"/>
          </a:xfrm>
        </p:grpSpPr>
        <p:sp>
          <p:nvSpPr>
            <p:cNvPr id="10589" name="Google Shape;10589;p75"/>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5"/>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75"/>
          <p:cNvGrpSpPr/>
          <p:nvPr/>
        </p:nvGrpSpPr>
        <p:grpSpPr>
          <a:xfrm>
            <a:off x="6201079" y="1778631"/>
            <a:ext cx="317290" cy="361090"/>
            <a:chOff x="-56774850" y="2294725"/>
            <a:chExt cx="279625" cy="318225"/>
          </a:xfrm>
        </p:grpSpPr>
        <p:sp>
          <p:nvSpPr>
            <p:cNvPr id="10592" name="Google Shape;10592;p75"/>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5"/>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5"/>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75"/>
          <p:cNvGrpSpPr/>
          <p:nvPr/>
        </p:nvGrpSpPr>
        <p:grpSpPr>
          <a:xfrm>
            <a:off x="6222086" y="2231215"/>
            <a:ext cx="275278" cy="360182"/>
            <a:chOff x="-56756725" y="2686975"/>
            <a:chExt cx="242600" cy="317425"/>
          </a:xfrm>
        </p:grpSpPr>
        <p:sp>
          <p:nvSpPr>
            <p:cNvPr id="10596" name="Google Shape;10596;p75"/>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5"/>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5"/>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9" name="Google Shape;10599;p75"/>
          <p:cNvGrpSpPr/>
          <p:nvPr/>
        </p:nvGrpSpPr>
        <p:grpSpPr>
          <a:xfrm>
            <a:off x="4870518" y="2684124"/>
            <a:ext cx="337346" cy="361998"/>
            <a:chOff x="-54826975" y="1903275"/>
            <a:chExt cx="297300" cy="319025"/>
          </a:xfrm>
        </p:grpSpPr>
        <p:sp>
          <p:nvSpPr>
            <p:cNvPr id="10600" name="Google Shape;10600;p75"/>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5"/>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5"/>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75"/>
          <p:cNvGrpSpPr/>
          <p:nvPr/>
        </p:nvGrpSpPr>
        <p:grpSpPr>
          <a:xfrm>
            <a:off x="4858206" y="3137587"/>
            <a:ext cx="361969" cy="359274"/>
            <a:chOff x="-54836500" y="2296300"/>
            <a:chExt cx="319000" cy="316625"/>
          </a:xfrm>
        </p:grpSpPr>
        <p:sp>
          <p:nvSpPr>
            <p:cNvPr id="10604" name="Google Shape;10604;p75"/>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5"/>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5"/>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5"/>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8" name="Google Shape;10608;p75"/>
          <p:cNvGrpSpPr/>
          <p:nvPr/>
        </p:nvGrpSpPr>
        <p:grpSpPr>
          <a:xfrm>
            <a:off x="4879652" y="3604259"/>
            <a:ext cx="319078" cy="361090"/>
            <a:chOff x="-54817600" y="2687750"/>
            <a:chExt cx="281200" cy="318225"/>
          </a:xfrm>
        </p:grpSpPr>
        <p:sp>
          <p:nvSpPr>
            <p:cNvPr id="10609" name="Google Shape;10609;p75"/>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5"/>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5"/>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75"/>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3" name="Google Shape;10613;p75"/>
          <p:cNvGrpSpPr/>
          <p:nvPr/>
        </p:nvGrpSpPr>
        <p:grpSpPr>
          <a:xfrm>
            <a:off x="7110476" y="2684124"/>
            <a:ext cx="317290" cy="359303"/>
            <a:chOff x="-52887125" y="1903275"/>
            <a:chExt cx="279625" cy="316650"/>
          </a:xfrm>
        </p:grpSpPr>
        <p:sp>
          <p:nvSpPr>
            <p:cNvPr id="10614" name="Google Shape;10614;p75"/>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5"/>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6" name="Google Shape;10616;p75"/>
          <p:cNvGrpSpPr/>
          <p:nvPr/>
        </p:nvGrpSpPr>
        <p:grpSpPr>
          <a:xfrm>
            <a:off x="7089030" y="3134920"/>
            <a:ext cx="360182" cy="361969"/>
            <a:chOff x="-52906025" y="2293950"/>
            <a:chExt cx="317425" cy="319000"/>
          </a:xfrm>
        </p:grpSpPr>
        <p:sp>
          <p:nvSpPr>
            <p:cNvPr id="10617" name="Google Shape;10617;p75"/>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5"/>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5"/>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5"/>
          <p:cNvGrpSpPr/>
          <p:nvPr/>
        </p:nvGrpSpPr>
        <p:grpSpPr>
          <a:xfrm>
            <a:off x="7110476" y="3603379"/>
            <a:ext cx="317290" cy="361090"/>
            <a:chOff x="-52887125" y="2686975"/>
            <a:chExt cx="279625" cy="318225"/>
          </a:xfrm>
        </p:grpSpPr>
        <p:sp>
          <p:nvSpPr>
            <p:cNvPr id="10621" name="Google Shape;10621;p75"/>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5"/>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5"/>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5"/>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75"/>
          <p:cNvGrpSpPr/>
          <p:nvPr/>
        </p:nvGrpSpPr>
        <p:grpSpPr>
          <a:xfrm>
            <a:off x="6220848" y="4062998"/>
            <a:ext cx="318170" cy="359303"/>
            <a:chOff x="-51722225" y="1915100"/>
            <a:chExt cx="280400" cy="316650"/>
          </a:xfrm>
        </p:grpSpPr>
        <p:sp>
          <p:nvSpPr>
            <p:cNvPr id="10626" name="Google Shape;10626;p75"/>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5"/>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5"/>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5"/>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75"/>
          <p:cNvGrpSpPr/>
          <p:nvPr/>
        </p:nvGrpSpPr>
        <p:grpSpPr>
          <a:xfrm>
            <a:off x="6616678" y="1303695"/>
            <a:ext cx="370905" cy="360976"/>
            <a:chOff x="-56407800" y="1902600"/>
            <a:chExt cx="326875" cy="318125"/>
          </a:xfrm>
        </p:grpSpPr>
        <p:sp>
          <p:nvSpPr>
            <p:cNvPr id="10631" name="Google Shape;10631;p75"/>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5"/>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5"/>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75"/>
          <p:cNvGrpSpPr/>
          <p:nvPr/>
        </p:nvGrpSpPr>
        <p:grpSpPr>
          <a:xfrm>
            <a:off x="6622479" y="1790262"/>
            <a:ext cx="359303" cy="338736"/>
            <a:chOff x="-56401500" y="2304975"/>
            <a:chExt cx="316650" cy="298525"/>
          </a:xfrm>
        </p:grpSpPr>
        <p:sp>
          <p:nvSpPr>
            <p:cNvPr id="10635" name="Google Shape;10635;p75"/>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5"/>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5"/>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5"/>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5"/>
          <p:cNvGrpSpPr/>
          <p:nvPr/>
        </p:nvGrpSpPr>
        <p:grpSpPr>
          <a:xfrm>
            <a:off x="5328863" y="2682337"/>
            <a:ext cx="319985" cy="361090"/>
            <a:chOff x="-54426150" y="1901700"/>
            <a:chExt cx="282000" cy="318225"/>
          </a:xfrm>
        </p:grpSpPr>
        <p:sp>
          <p:nvSpPr>
            <p:cNvPr id="10640" name="Google Shape;10640;p75"/>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5"/>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5"/>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5"/>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75"/>
          <p:cNvGrpSpPr/>
          <p:nvPr/>
        </p:nvGrpSpPr>
        <p:grpSpPr>
          <a:xfrm>
            <a:off x="5328863" y="3135800"/>
            <a:ext cx="319985" cy="361998"/>
            <a:chOff x="-54426150" y="2294725"/>
            <a:chExt cx="282000" cy="319025"/>
          </a:xfrm>
        </p:grpSpPr>
        <p:sp>
          <p:nvSpPr>
            <p:cNvPr id="10645" name="Google Shape;10645;p75"/>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5"/>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5"/>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5"/>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5"/>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75"/>
          <p:cNvGrpSpPr/>
          <p:nvPr/>
        </p:nvGrpSpPr>
        <p:grpSpPr>
          <a:xfrm>
            <a:off x="5327076" y="3603379"/>
            <a:ext cx="323560" cy="361969"/>
            <a:chOff x="-54427725" y="2686975"/>
            <a:chExt cx="285150" cy="319000"/>
          </a:xfrm>
        </p:grpSpPr>
        <p:sp>
          <p:nvSpPr>
            <p:cNvPr id="10651" name="Google Shape;10651;p75"/>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5"/>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5"/>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5"/>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75"/>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75"/>
          <p:cNvGrpSpPr/>
          <p:nvPr/>
        </p:nvGrpSpPr>
        <p:grpSpPr>
          <a:xfrm>
            <a:off x="7533634" y="2684351"/>
            <a:ext cx="359303" cy="359984"/>
            <a:chOff x="-52513800" y="1903475"/>
            <a:chExt cx="316650" cy="317250"/>
          </a:xfrm>
        </p:grpSpPr>
        <p:sp>
          <p:nvSpPr>
            <p:cNvPr id="10657" name="Google Shape;10657;p75"/>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5"/>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75"/>
          <p:cNvGrpSpPr/>
          <p:nvPr/>
        </p:nvGrpSpPr>
        <p:grpSpPr>
          <a:xfrm>
            <a:off x="7543464" y="3136708"/>
            <a:ext cx="339644" cy="360182"/>
            <a:chOff x="-52505925" y="2295525"/>
            <a:chExt cx="299325" cy="317425"/>
          </a:xfrm>
        </p:grpSpPr>
        <p:sp>
          <p:nvSpPr>
            <p:cNvPr id="10660" name="Google Shape;10660;p75"/>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5"/>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5"/>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5"/>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4" name="Google Shape;10664;p75"/>
          <p:cNvGrpSpPr/>
          <p:nvPr/>
        </p:nvGrpSpPr>
        <p:grpSpPr>
          <a:xfrm>
            <a:off x="7554641" y="3603379"/>
            <a:ext cx="317290" cy="361090"/>
            <a:chOff x="-52494100" y="2686975"/>
            <a:chExt cx="279625" cy="318225"/>
          </a:xfrm>
        </p:grpSpPr>
        <p:sp>
          <p:nvSpPr>
            <p:cNvPr id="10665" name="Google Shape;10665;p75"/>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5"/>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5"/>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5"/>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75"/>
          <p:cNvGrpSpPr/>
          <p:nvPr/>
        </p:nvGrpSpPr>
        <p:grpSpPr>
          <a:xfrm>
            <a:off x="6665412" y="4064322"/>
            <a:ext cx="315503" cy="361090"/>
            <a:chOff x="-51708850" y="2305750"/>
            <a:chExt cx="278050" cy="318225"/>
          </a:xfrm>
        </p:grpSpPr>
        <p:sp>
          <p:nvSpPr>
            <p:cNvPr id="10670" name="Google Shape;10670;p75"/>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5"/>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5"/>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5"/>
          <p:cNvGrpSpPr/>
          <p:nvPr/>
        </p:nvGrpSpPr>
        <p:grpSpPr>
          <a:xfrm>
            <a:off x="7536807" y="1306109"/>
            <a:ext cx="319089" cy="362073"/>
            <a:chOff x="1044400" y="2917425"/>
            <a:chExt cx="248125" cy="281550"/>
          </a:xfrm>
        </p:grpSpPr>
        <p:sp>
          <p:nvSpPr>
            <p:cNvPr id="10674" name="Google Shape;10674;p75"/>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5"/>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5"/>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5"/>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5"/>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txBody>
            <a:bodyPr/>
            <a:lstStyle/>
            <a:p>
              <a:endParaRPr lang="he-IL"/>
            </a:p>
          </p:txBody>
        </p:sp>
        <p:sp>
          <p:nvSpPr>
            <p:cNvPr id="10679" name="Google Shape;10679;p75"/>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txBody>
            <a:bodyPr/>
            <a:lstStyle/>
            <a:p>
              <a:endParaRPr lang="he-IL"/>
            </a:p>
          </p:txBody>
        </p:sp>
        <p:sp>
          <p:nvSpPr>
            <p:cNvPr id="10680" name="Google Shape;10680;p75"/>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txBody>
            <a:bodyPr/>
            <a:lstStyle/>
            <a:p>
              <a:endParaRPr lang="he-IL"/>
            </a:p>
          </p:txBody>
        </p:sp>
        <p:sp>
          <p:nvSpPr>
            <p:cNvPr id="10681" name="Google Shape;10681;p75"/>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5"/>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3" name="Google Shape;10683;p75"/>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87"/>
        <p:cNvGrpSpPr/>
        <p:nvPr/>
      </p:nvGrpSpPr>
      <p:grpSpPr>
        <a:xfrm>
          <a:off x="0" y="0"/>
          <a:ext cx="0" cy="0"/>
          <a:chOff x="0" y="0"/>
          <a:chExt cx="0" cy="0"/>
        </a:xfrm>
      </p:grpSpPr>
      <p:sp>
        <p:nvSpPr>
          <p:cNvPr id="10688" name="Google Shape;10688;p76"/>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89" name="Google Shape;10689;p76"/>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690" name="Google Shape;10690;p76"/>
          <p:cNvGrpSpPr/>
          <p:nvPr/>
        </p:nvGrpSpPr>
        <p:grpSpPr>
          <a:xfrm>
            <a:off x="889109" y="1303003"/>
            <a:ext cx="278288" cy="357036"/>
            <a:chOff x="-50489600" y="1947400"/>
            <a:chExt cx="233150" cy="299125"/>
          </a:xfrm>
        </p:grpSpPr>
        <p:sp>
          <p:nvSpPr>
            <p:cNvPr id="10691" name="Google Shape;10691;p76"/>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6"/>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76"/>
          <p:cNvGrpSpPr/>
          <p:nvPr/>
        </p:nvGrpSpPr>
        <p:grpSpPr>
          <a:xfrm>
            <a:off x="849616" y="1757960"/>
            <a:ext cx="357274" cy="358199"/>
            <a:chOff x="-50523475" y="2316000"/>
            <a:chExt cx="299325" cy="300100"/>
          </a:xfrm>
        </p:grpSpPr>
        <p:sp>
          <p:nvSpPr>
            <p:cNvPr id="10694" name="Google Shape;10694;p76"/>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6"/>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76"/>
          <p:cNvGrpSpPr/>
          <p:nvPr/>
        </p:nvGrpSpPr>
        <p:grpSpPr>
          <a:xfrm>
            <a:off x="848213" y="2207269"/>
            <a:ext cx="360079" cy="357304"/>
            <a:chOff x="-50524250" y="2686150"/>
            <a:chExt cx="301675" cy="299350"/>
          </a:xfrm>
        </p:grpSpPr>
        <p:sp>
          <p:nvSpPr>
            <p:cNvPr id="10697" name="Google Shape;10697;p76"/>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6"/>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76"/>
          <p:cNvGrpSpPr/>
          <p:nvPr/>
        </p:nvGrpSpPr>
        <p:grpSpPr>
          <a:xfrm>
            <a:off x="3070976" y="1333082"/>
            <a:ext cx="358199" cy="359154"/>
            <a:chOff x="-48633950" y="1972600"/>
            <a:chExt cx="300100" cy="300900"/>
          </a:xfrm>
        </p:grpSpPr>
        <p:sp>
          <p:nvSpPr>
            <p:cNvPr id="10704" name="Google Shape;10704;p76"/>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3070499" y="1788993"/>
            <a:ext cx="359154" cy="361004"/>
            <a:chOff x="-48634750" y="2342000"/>
            <a:chExt cx="300900" cy="302450"/>
          </a:xfrm>
        </p:grpSpPr>
        <p:sp>
          <p:nvSpPr>
            <p:cNvPr id="10707" name="Google Shape;10707;p76"/>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6"/>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6"/>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6"/>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6"/>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6"/>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6"/>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76"/>
          <p:cNvGrpSpPr/>
          <p:nvPr/>
        </p:nvGrpSpPr>
        <p:grpSpPr>
          <a:xfrm>
            <a:off x="3071439" y="2237377"/>
            <a:ext cx="357274" cy="357274"/>
            <a:chOff x="-48633175" y="2711375"/>
            <a:chExt cx="299325" cy="299325"/>
          </a:xfrm>
        </p:grpSpPr>
        <p:sp>
          <p:nvSpPr>
            <p:cNvPr id="10716" name="Google Shape;10716;p76"/>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1757928" y="2689329"/>
            <a:ext cx="314006" cy="358229"/>
            <a:chOff x="-46753100" y="1965500"/>
            <a:chExt cx="263075" cy="300125"/>
          </a:xfrm>
        </p:grpSpPr>
        <p:sp>
          <p:nvSpPr>
            <p:cNvPr id="10719" name="Google Shape;10719;p76"/>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6"/>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76"/>
          <p:cNvGrpSpPr/>
          <p:nvPr/>
        </p:nvGrpSpPr>
        <p:grpSpPr>
          <a:xfrm>
            <a:off x="1735354" y="3156542"/>
            <a:ext cx="359154" cy="315916"/>
            <a:chOff x="-46772025" y="2350650"/>
            <a:chExt cx="300900" cy="264675"/>
          </a:xfrm>
        </p:grpSpPr>
        <p:sp>
          <p:nvSpPr>
            <p:cNvPr id="10722" name="Google Shape;10722;p76"/>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6"/>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4" name="Google Shape;10724;p76"/>
          <p:cNvGrpSpPr/>
          <p:nvPr/>
        </p:nvGrpSpPr>
        <p:grpSpPr>
          <a:xfrm>
            <a:off x="1735354" y="3590820"/>
            <a:ext cx="359154" cy="359154"/>
            <a:chOff x="-46772025" y="2701925"/>
            <a:chExt cx="300900" cy="300900"/>
          </a:xfrm>
        </p:grpSpPr>
        <p:sp>
          <p:nvSpPr>
            <p:cNvPr id="10725" name="Google Shape;10725;p76"/>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6"/>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7" name="Google Shape;10727;p76"/>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8" name="Google Shape;10728;p76"/>
          <p:cNvGrpSpPr/>
          <p:nvPr/>
        </p:nvGrpSpPr>
        <p:grpSpPr>
          <a:xfrm>
            <a:off x="1293035" y="1303928"/>
            <a:ext cx="358199" cy="359154"/>
            <a:chOff x="-50154075" y="1948175"/>
            <a:chExt cx="300100" cy="300900"/>
          </a:xfrm>
        </p:grpSpPr>
        <p:sp>
          <p:nvSpPr>
            <p:cNvPr id="10729" name="Google Shape;10729;p76"/>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6"/>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76"/>
          <p:cNvGrpSpPr/>
          <p:nvPr/>
        </p:nvGrpSpPr>
        <p:grpSpPr>
          <a:xfrm>
            <a:off x="1293035" y="1758885"/>
            <a:ext cx="358199" cy="358229"/>
            <a:chOff x="-50154850" y="2316775"/>
            <a:chExt cx="300100" cy="300125"/>
          </a:xfrm>
        </p:grpSpPr>
        <p:sp>
          <p:nvSpPr>
            <p:cNvPr id="10732" name="Google Shape;10732;p76"/>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6"/>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76"/>
          <p:cNvGrpSpPr/>
          <p:nvPr/>
        </p:nvGrpSpPr>
        <p:grpSpPr>
          <a:xfrm>
            <a:off x="1288813" y="2205896"/>
            <a:ext cx="366644" cy="356558"/>
            <a:chOff x="-50158000" y="2685000"/>
            <a:chExt cx="307175" cy="298725"/>
          </a:xfrm>
        </p:grpSpPr>
        <p:sp>
          <p:nvSpPr>
            <p:cNvPr id="10735" name="Google Shape;10735;p76"/>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6"/>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76"/>
          <p:cNvGrpSpPr/>
          <p:nvPr/>
        </p:nvGrpSpPr>
        <p:grpSpPr>
          <a:xfrm>
            <a:off x="3521599" y="1334007"/>
            <a:ext cx="361004" cy="358229"/>
            <a:chOff x="-48266125" y="1973375"/>
            <a:chExt cx="302450" cy="300125"/>
          </a:xfrm>
        </p:grpSpPr>
        <p:sp>
          <p:nvSpPr>
            <p:cNvPr id="10738" name="Google Shape;10738;p76"/>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6"/>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6"/>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6"/>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6"/>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6"/>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76"/>
          <p:cNvGrpSpPr/>
          <p:nvPr/>
        </p:nvGrpSpPr>
        <p:grpSpPr>
          <a:xfrm>
            <a:off x="3548844" y="1789769"/>
            <a:ext cx="306516" cy="358349"/>
            <a:chOff x="-48237000" y="2342650"/>
            <a:chExt cx="256800" cy="300225"/>
          </a:xfrm>
        </p:grpSpPr>
        <p:sp>
          <p:nvSpPr>
            <p:cNvPr id="10745" name="Google Shape;10745;p76"/>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6"/>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6"/>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76"/>
          <p:cNvGrpSpPr/>
          <p:nvPr/>
        </p:nvGrpSpPr>
        <p:grpSpPr>
          <a:xfrm>
            <a:off x="2180338" y="2690046"/>
            <a:ext cx="361034" cy="355633"/>
            <a:chOff x="-46404975" y="1966100"/>
            <a:chExt cx="302475" cy="297950"/>
          </a:xfrm>
        </p:grpSpPr>
        <p:sp>
          <p:nvSpPr>
            <p:cNvPr id="10749" name="Google Shape;10749;p76"/>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6"/>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6"/>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6"/>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76"/>
          <p:cNvGrpSpPr/>
          <p:nvPr/>
        </p:nvGrpSpPr>
        <p:grpSpPr>
          <a:xfrm>
            <a:off x="2181740" y="3135863"/>
            <a:ext cx="358229" cy="358199"/>
            <a:chOff x="-46401050" y="2333325"/>
            <a:chExt cx="300125" cy="300100"/>
          </a:xfrm>
        </p:grpSpPr>
        <p:sp>
          <p:nvSpPr>
            <p:cNvPr id="10754" name="Google Shape;10754;p76"/>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6"/>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6"/>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6"/>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8" name="Google Shape;10758;p76"/>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9" name="Google Shape;10759;p76"/>
          <p:cNvGrpSpPr/>
          <p:nvPr/>
        </p:nvGrpSpPr>
        <p:grpSpPr>
          <a:xfrm>
            <a:off x="3961830" y="3146218"/>
            <a:ext cx="359154" cy="359124"/>
            <a:chOff x="-44914800" y="2342000"/>
            <a:chExt cx="300900" cy="300875"/>
          </a:xfrm>
        </p:grpSpPr>
        <p:sp>
          <p:nvSpPr>
            <p:cNvPr id="10760" name="Google Shape;10760;p76"/>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6"/>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6"/>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3" name="Google Shape;10763;p76"/>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4" name="Google Shape;10764;p76"/>
          <p:cNvGrpSpPr/>
          <p:nvPr/>
        </p:nvGrpSpPr>
        <p:grpSpPr>
          <a:xfrm>
            <a:off x="1735816" y="1758736"/>
            <a:ext cx="359154" cy="357424"/>
            <a:chOff x="-49786250" y="2316650"/>
            <a:chExt cx="300900" cy="299450"/>
          </a:xfrm>
        </p:grpSpPr>
        <p:sp>
          <p:nvSpPr>
            <p:cNvPr id="10765" name="Google Shape;10765;p76"/>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6"/>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6"/>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6"/>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6"/>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6"/>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6"/>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2" name="Google Shape;10772;p76"/>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6"/>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4" name="Google Shape;10774;p76"/>
          <p:cNvGrpSpPr/>
          <p:nvPr/>
        </p:nvGrpSpPr>
        <p:grpSpPr>
          <a:xfrm>
            <a:off x="4033144" y="1788993"/>
            <a:ext cx="230365" cy="359124"/>
            <a:chOff x="-47842400" y="2342000"/>
            <a:chExt cx="193000" cy="300875"/>
          </a:xfrm>
        </p:grpSpPr>
        <p:sp>
          <p:nvSpPr>
            <p:cNvPr id="10775" name="Google Shape;10775;p76"/>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6"/>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6"/>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6"/>
          <p:cNvGrpSpPr/>
          <p:nvPr/>
        </p:nvGrpSpPr>
        <p:grpSpPr>
          <a:xfrm>
            <a:off x="3969212" y="2236452"/>
            <a:ext cx="358229" cy="359154"/>
            <a:chOff x="-47896750" y="2710600"/>
            <a:chExt cx="300125" cy="300900"/>
          </a:xfrm>
        </p:grpSpPr>
        <p:sp>
          <p:nvSpPr>
            <p:cNvPr id="10779" name="Google Shape;10779;p76"/>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6"/>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6"/>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6"/>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6"/>
          <p:cNvGrpSpPr/>
          <p:nvPr/>
        </p:nvGrpSpPr>
        <p:grpSpPr>
          <a:xfrm>
            <a:off x="2624852" y="2710009"/>
            <a:ext cx="359154" cy="314991"/>
            <a:chOff x="-46033225" y="1982825"/>
            <a:chExt cx="300900" cy="263900"/>
          </a:xfrm>
        </p:grpSpPr>
        <p:sp>
          <p:nvSpPr>
            <p:cNvPr id="10784" name="Google Shape;10784;p76"/>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6"/>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6"/>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76"/>
          <p:cNvGrpSpPr/>
          <p:nvPr/>
        </p:nvGrpSpPr>
        <p:grpSpPr>
          <a:xfrm>
            <a:off x="2621569" y="3137266"/>
            <a:ext cx="365719" cy="326151"/>
            <a:chOff x="-46034000" y="2334500"/>
            <a:chExt cx="306400" cy="273250"/>
          </a:xfrm>
        </p:grpSpPr>
        <p:sp>
          <p:nvSpPr>
            <p:cNvPr id="10788" name="Google Shape;10788;p76"/>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6"/>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6"/>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76"/>
          <p:cNvGrpSpPr/>
          <p:nvPr/>
        </p:nvGrpSpPr>
        <p:grpSpPr>
          <a:xfrm>
            <a:off x="2667627" y="3591655"/>
            <a:ext cx="273603" cy="356439"/>
            <a:chOff x="-45998575" y="2702625"/>
            <a:chExt cx="229225" cy="298625"/>
          </a:xfrm>
        </p:grpSpPr>
        <p:sp>
          <p:nvSpPr>
            <p:cNvPr id="10792" name="Google Shape;10792;p76"/>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6"/>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6"/>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6"/>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6"/>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6"/>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6"/>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9" name="Google Shape;10799;p76"/>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6"/>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1" name="Google Shape;10801;p76"/>
          <p:cNvGrpSpPr/>
          <p:nvPr/>
        </p:nvGrpSpPr>
        <p:grpSpPr>
          <a:xfrm>
            <a:off x="2203197" y="2205419"/>
            <a:ext cx="314961" cy="361034"/>
            <a:chOff x="-49398750" y="2684600"/>
            <a:chExt cx="263875" cy="302475"/>
          </a:xfrm>
        </p:grpSpPr>
        <p:sp>
          <p:nvSpPr>
            <p:cNvPr id="10802" name="Google Shape;10802;p76"/>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6"/>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6"/>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76"/>
          <p:cNvGrpSpPr/>
          <p:nvPr/>
        </p:nvGrpSpPr>
        <p:grpSpPr>
          <a:xfrm>
            <a:off x="873121" y="2699684"/>
            <a:ext cx="314006" cy="359154"/>
            <a:chOff x="-47509225" y="1974175"/>
            <a:chExt cx="263075" cy="300900"/>
          </a:xfrm>
        </p:grpSpPr>
        <p:sp>
          <p:nvSpPr>
            <p:cNvPr id="10806" name="Google Shape;10806;p76"/>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6"/>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6"/>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6"/>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6"/>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76"/>
          <p:cNvGrpSpPr/>
          <p:nvPr/>
        </p:nvGrpSpPr>
        <p:grpSpPr>
          <a:xfrm>
            <a:off x="849622" y="3146218"/>
            <a:ext cx="361004" cy="357961"/>
            <a:chOff x="-47529700" y="2342000"/>
            <a:chExt cx="302450" cy="299900"/>
          </a:xfrm>
        </p:grpSpPr>
        <p:sp>
          <p:nvSpPr>
            <p:cNvPr id="10812" name="Google Shape;10812;p76"/>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6"/>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76"/>
          <p:cNvGrpSpPr/>
          <p:nvPr/>
        </p:nvGrpSpPr>
        <p:grpSpPr>
          <a:xfrm>
            <a:off x="851025" y="3645367"/>
            <a:ext cx="358199" cy="272648"/>
            <a:chOff x="-47527350" y="2747625"/>
            <a:chExt cx="300100" cy="228425"/>
          </a:xfrm>
        </p:grpSpPr>
        <p:sp>
          <p:nvSpPr>
            <p:cNvPr id="10815" name="Google Shape;10815;p76"/>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6"/>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6"/>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6"/>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6"/>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6"/>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1" name="Google Shape;10821;p76"/>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2" name="Google Shape;10822;p76"/>
          <p:cNvGrpSpPr/>
          <p:nvPr/>
        </p:nvGrpSpPr>
        <p:grpSpPr>
          <a:xfrm>
            <a:off x="3073924" y="3158422"/>
            <a:ext cx="358229" cy="314961"/>
            <a:chOff x="-45664625" y="2352225"/>
            <a:chExt cx="300125" cy="263875"/>
          </a:xfrm>
        </p:grpSpPr>
        <p:sp>
          <p:nvSpPr>
            <p:cNvPr id="10823" name="Google Shape;10823;p76"/>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6"/>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6"/>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6"/>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6"/>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6"/>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6"/>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76"/>
          <p:cNvGrpSpPr/>
          <p:nvPr/>
        </p:nvGrpSpPr>
        <p:grpSpPr>
          <a:xfrm>
            <a:off x="3073103" y="3592401"/>
            <a:ext cx="359870" cy="357573"/>
            <a:chOff x="-45665400" y="2703250"/>
            <a:chExt cx="301500" cy="299575"/>
          </a:xfrm>
        </p:grpSpPr>
        <p:sp>
          <p:nvSpPr>
            <p:cNvPr id="10831" name="Google Shape;10831;p76"/>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6"/>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6"/>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6"/>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5" name="Google Shape;10835;p76"/>
          <p:cNvGrpSpPr/>
          <p:nvPr/>
        </p:nvGrpSpPr>
        <p:grpSpPr>
          <a:xfrm>
            <a:off x="2174760" y="4033337"/>
            <a:ext cx="359154" cy="360109"/>
            <a:chOff x="-44528075" y="1982825"/>
            <a:chExt cx="300900" cy="301700"/>
          </a:xfrm>
        </p:grpSpPr>
        <p:sp>
          <p:nvSpPr>
            <p:cNvPr id="10836" name="Google Shape;10836;p76"/>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6"/>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6"/>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6"/>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6"/>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6"/>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6"/>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3" name="Google Shape;10843;p76"/>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4" name="Google Shape;10844;p76"/>
          <p:cNvGrpSpPr/>
          <p:nvPr/>
        </p:nvGrpSpPr>
        <p:grpSpPr>
          <a:xfrm>
            <a:off x="2625923" y="1758885"/>
            <a:ext cx="358199" cy="358229"/>
            <a:chOff x="-49048250" y="2316775"/>
            <a:chExt cx="300100" cy="300125"/>
          </a:xfrm>
        </p:grpSpPr>
        <p:sp>
          <p:nvSpPr>
            <p:cNvPr id="10845" name="Google Shape;10845;p76"/>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6"/>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6"/>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6"/>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9" name="Google Shape;10849;p76"/>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0" name="Google Shape;10850;p76"/>
          <p:cNvGrpSpPr/>
          <p:nvPr/>
        </p:nvGrpSpPr>
        <p:grpSpPr>
          <a:xfrm>
            <a:off x="1290494" y="2699684"/>
            <a:ext cx="360109" cy="358199"/>
            <a:chOff x="-47160325" y="1974175"/>
            <a:chExt cx="301700" cy="300100"/>
          </a:xfrm>
        </p:grpSpPr>
        <p:sp>
          <p:nvSpPr>
            <p:cNvPr id="10851" name="Google Shape;10851;p76"/>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6"/>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3" name="Google Shape;10853;p76"/>
          <p:cNvGrpSpPr/>
          <p:nvPr/>
        </p:nvGrpSpPr>
        <p:grpSpPr>
          <a:xfrm>
            <a:off x="1290971" y="3146218"/>
            <a:ext cx="359154" cy="359124"/>
            <a:chOff x="-47159525" y="2342000"/>
            <a:chExt cx="300900" cy="300875"/>
          </a:xfrm>
        </p:grpSpPr>
        <p:sp>
          <p:nvSpPr>
            <p:cNvPr id="10854" name="Google Shape;10854;p76"/>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6"/>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6"/>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6"/>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6"/>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76"/>
          <p:cNvGrpSpPr/>
          <p:nvPr/>
        </p:nvGrpSpPr>
        <p:grpSpPr>
          <a:xfrm>
            <a:off x="1291448" y="3603054"/>
            <a:ext cx="358199" cy="359154"/>
            <a:chOff x="-47157950" y="2712175"/>
            <a:chExt cx="300100" cy="300900"/>
          </a:xfrm>
        </p:grpSpPr>
        <p:sp>
          <p:nvSpPr>
            <p:cNvPr id="10860" name="Google Shape;10860;p76"/>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6"/>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6"/>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6"/>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6"/>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6"/>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6"/>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7" name="Google Shape;10867;p76"/>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8" name="Google Shape;10868;p76"/>
          <p:cNvGrpSpPr/>
          <p:nvPr/>
        </p:nvGrpSpPr>
        <p:grpSpPr>
          <a:xfrm>
            <a:off x="3535175" y="3135863"/>
            <a:ext cx="315886" cy="358199"/>
            <a:chOff x="-45278675" y="2333325"/>
            <a:chExt cx="264650" cy="300100"/>
          </a:xfrm>
        </p:grpSpPr>
        <p:sp>
          <p:nvSpPr>
            <p:cNvPr id="10869" name="Google Shape;10869;p76"/>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6"/>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6"/>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6"/>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3" name="Google Shape;10873;p76"/>
          <p:cNvGrpSpPr/>
          <p:nvPr/>
        </p:nvGrpSpPr>
        <p:grpSpPr>
          <a:xfrm>
            <a:off x="3545500" y="3590820"/>
            <a:ext cx="295237" cy="358229"/>
            <a:chOff x="-45270025" y="2701925"/>
            <a:chExt cx="247350" cy="300125"/>
          </a:xfrm>
        </p:grpSpPr>
        <p:sp>
          <p:nvSpPr>
            <p:cNvPr id="10874" name="Google Shape;10874;p76"/>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6"/>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6"/>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6"/>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8" name="Google Shape;10878;p76"/>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9" name="Google Shape;10879;p76"/>
          <p:cNvGrpSpPr/>
          <p:nvPr/>
        </p:nvGrpSpPr>
        <p:grpSpPr>
          <a:xfrm>
            <a:off x="2209567" y="1743737"/>
            <a:ext cx="307444" cy="366556"/>
            <a:chOff x="2209567" y="1972337"/>
            <a:chExt cx="307444" cy="366556"/>
          </a:xfrm>
        </p:grpSpPr>
        <p:sp>
          <p:nvSpPr>
            <p:cNvPr id="10880" name="Google Shape;10880;p76"/>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6"/>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6"/>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3" name="Google Shape;10883;p76"/>
            <p:cNvGrpSpPr/>
            <p:nvPr/>
          </p:nvGrpSpPr>
          <p:grpSpPr>
            <a:xfrm>
              <a:off x="2209567" y="2078266"/>
              <a:ext cx="307444" cy="260626"/>
              <a:chOff x="1636184" y="2959225"/>
              <a:chExt cx="232666" cy="197250"/>
            </a:xfrm>
          </p:grpSpPr>
          <p:sp>
            <p:nvSpPr>
              <p:cNvPr id="10884" name="Google Shape;10884;p76"/>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6"/>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6"/>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txBody>
              <a:bodyPr/>
              <a:lstStyle/>
              <a:p>
                <a:endParaRPr lang="he-IL"/>
              </a:p>
            </p:txBody>
          </p:sp>
          <p:sp>
            <p:nvSpPr>
              <p:cNvPr id="10887" name="Google Shape;10887;p76"/>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txBody>
              <a:bodyPr/>
              <a:lstStyle/>
              <a:p>
                <a:endParaRPr lang="he-IL"/>
              </a:p>
            </p:txBody>
          </p:sp>
        </p:grpSp>
      </p:grpSp>
      <p:grpSp>
        <p:nvGrpSpPr>
          <p:cNvPr id="10888" name="Google Shape;10888;p76"/>
          <p:cNvGrpSpPr/>
          <p:nvPr/>
        </p:nvGrpSpPr>
        <p:grpSpPr>
          <a:xfrm>
            <a:off x="3577265" y="2235011"/>
            <a:ext cx="258542" cy="365154"/>
            <a:chOff x="-47300587" y="123275"/>
            <a:chExt cx="190975" cy="269725"/>
          </a:xfrm>
        </p:grpSpPr>
        <p:sp>
          <p:nvSpPr>
            <p:cNvPr id="10889" name="Google Shape;10889;p76"/>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6"/>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6"/>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6"/>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6"/>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76"/>
          <p:cNvGrpSpPr/>
          <p:nvPr/>
        </p:nvGrpSpPr>
        <p:grpSpPr>
          <a:xfrm>
            <a:off x="4870788" y="1304201"/>
            <a:ext cx="342328" cy="339793"/>
            <a:chOff x="-13966675" y="1639700"/>
            <a:chExt cx="354450" cy="351825"/>
          </a:xfrm>
        </p:grpSpPr>
        <p:sp>
          <p:nvSpPr>
            <p:cNvPr id="10895" name="Google Shape;10895;p76"/>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6"/>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6"/>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6"/>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6"/>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0" name="Google Shape;10900;p76"/>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6"/>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2" name="Google Shape;10902;p76"/>
          <p:cNvGrpSpPr/>
          <p:nvPr/>
        </p:nvGrpSpPr>
        <p:grpSpPr>
          <a:xfrm>
            <a:off x="6667277" y="1303887"/>
            <a:ext cx="340034" cy="340420"/>
            <a:chOff x="-12199250" y="1662675"/>
            <a:chExt cx="352075" cy="352475"/>
          </a:xfrm>
        </p:grpSpPr>
        <p:sp>
          <p:nvSpPr>
            <p:cNvPr id="10903" name="Google Shape;10903;p76"/>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6"/>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6"/>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76"/>
          <p:cNvGrpSpPr/>
          <p:nvPr/>
        </p:nvGrpSpPr>
        <p:grpSpPr>
          <a:xfrm>
            <a:off x="6666130" y="1710754"/>
            <a:ext cx="342328" cy="342328"/>
            <a:chOff x="-12199250" y="2096250"/>
            <a:chExt cx="354450" cy="354450"/>
          </a:xfrm>
        </p:grpSpPr>
        <p:sp>
          <p:nvSpPr>
            <p:cNvPr id="10907" name="Google Shape;10907;p76"/>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6"/>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76"/>
          <p:cNvGrpSpPr/>
          <p:nvPr/>
        </p:nvGrpSpPr>
        <p:grpSpPr>
          <a:xfrm>
            <a:off x="6667277" y="2119708"/>
            <a:ext cx="340034" cy="341579"/>
            <a:chOff x="-12199250" y="2530225"/>
            <a:chExt cx="352075" cy="353675"/>
          </a:xfrm>
        </p:grpSpPr>
        <p:sp>
          <p:nvSpPr>
            <p:cNvPr id="10910" name="Google Shape;10910;p76"/>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6"/>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6"/>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6"/>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76"/>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5" name="Google Shape;10915;p76"/>
          <p:cNvGrpSpPr/>
          <p:nvPr/>
        </p:nvGrpSpPr>
        <p:grpSpPr>
          <a:xfrm>
            <a:off x="4870788" y="2959488"/>
            <a:ext cx="342328" cy="339310"/>
            <a:chOff x="-10462550" y="2057650"/>
            <a:chExt cx="354450" cy="351325"/>
          </a:xfrm>
        </p:grpSpPr>
        <p:sp>
          <p:nvSpPr>
            <p:cNvPr id="10916" name="Google Shape;10916;p76"/>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6"/>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8" name="Google Shape;10918;p76"/>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9" name="Google Shape;10919;p76"/>
          <p:cNvGrpSpPr/>
          <p:nvPr/>
        </p:nvGrpSpPr>
        <p:grpSpPr>
          <a:xfrm>
            <a:off x="6649772" y="2551051"/>
            <a:ext cx="375044" cy="340541"/>
            <a:chOff x="-8692750" y="1622100"/>
            <a:chExt cx="388325" cy="352600"/>
          </a:xfrm>
        </p:grpSpPr>
        <p:sp>
          <p:nvSpPr>
            <p:cNvPr id="10920" name="Google Shape;10920;p76"/>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6"/>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76"/>
          <p:cNvGrpSpPr/>
          <p:nvPr/>
        </p:nvGrpSpPr>
        <p:grpSpPr>
          <a:xfrm>
            <a:off x="5304253" y="1303307"/>
            <a:ext cx="341555" cy="341579"/>
            <a:chOff x="-13529550" y="1639425"/>
            <a:chExt cx="353650" cy="353675"/>
          </a:xfrm>
        </p:grpSpPr>
        <p:sp>
          <p:nvSpPr>
            <p:cNvPr id="10923" name="Google Shape;10923;p76"/>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6"/>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6"/>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6"/>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6"/>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6"/>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6"/>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6"/>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76"/>
          <p:cNvGrpSpPr/>
          <p:nvPr/>
        </p:nvGrpSpPr>
        <p:grpSpPr>
          <a:xfrm>
            <a:off x="5303106" y="1711889"/>
            <a:ext cx="343849" cy="340058"/>
            <a:chOff x="-13531925" y="2075775"/>
            <a:chExt cx="356025" cy="352100"/>
          </a:xfrm>
        </p:grpSpPr>
        <p:sp>
          <p:nvSpPr>
            <p:cNvPr id="10932" name="Google Shape;10932;p76"/>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6"/>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76"/>
          <p:cNvGrpSpPr/>
          <p:nvPr/>
        </p:nvGrpSpPr>
        <p:grpSpPr>
          <a:xfrm>
            <a:off x="5304627" y="2120094"/>
            <a:ext cx="340807" cy="340807"/>
            <a:chOff x="-13528775" y="2507400"/>
            <a:chExt cx="352875" cy="352875"/>
          </a:xfrm>
        </p:grpSpPr>
        <p:sp>
          <p:nvSpPr>
            <p:cNvPr id="10935" name="Google Shape;10935;p76"/>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6"/>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6"/>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8" name="Google Shape;10938;p76"/>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6"/>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0" name="Google Shape;10940;p76"/>
          <p:cNvGrpSpPr/>
          <p:nvPr/>
        </p:nvGrpSpPr>
        <p:grpSpPr>
          <a:xfrm>
            <a:off x="7140133" y="2119708"/>
            <a:ext cx="308090" cy="341579"/>
            <a:chOff x="-11747150" y="2530225"/>
            <a:chExt cx="319000" cy="353675"/>
          </a:xfrm>
        </p:grpSpPr>
        <p:sp>
          <p:nvSpPr>
            <p:cNvPr id="10941" name="Google Shape;10941;p76"/>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6"/>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76"/>
          <p:cNvGrpSpPr/>
          <p:nvPr/>
        </p:nvGrpSpPr>
        <p:grpSpPr>
          <a:xfrm>
            <a:off x="5304627" y="2550919"/>
            <a:ext cx="340807" cy="340807"/>
            <a:chOff x="-10027775" y="1622900"/>
            <a:chExt cx="352875" cy="352875"/>
          </a:xfrm>
        </p:grpSpPr>
        <p:sp>
          <p:nvSpPr>
            <p:cNvPr id="10944" name="Google Shape;10944;p76"/>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6"/>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6"/>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6"/>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6"/>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6"/>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0" name="Google Shape;10950;p76"/>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1" name="Google Shape;10951;p76"/>
          <p:cNvGrpSpPr/>
          <p:nvPr/>
        </p:nvGrpSpPr>
        <p:grpSpPr>
          <a:xfrm>
            <a:off x="8031595" y="2576583"/>
            <a:ext cx="322553" cy="342328"/>
            <a:chOff x="-10019125" y="2490075"/>
            <a:chExt cx="333975" cy="354450"/>
          </a:xfrm>
        </p:grpSpPr>
        <p:sp>
          <p:nvSpPr>
            <p:cNvPr id="10952" name="Google Shape;10952;p76"/>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6"/>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6"/>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6"/>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76"/>
          <p:cNvGrpSpPr/>
          <p:nvPr/>
        </p:nvGrpSpPr>
        <p:grpSpPr>
          <a:xfrm>
            <a:off x="6661180" y="2957593"/>
            <a:ext cx="352227" cy="343100"/>
            <a:chOff x="-8684100" y="2032450"/>
            <a:chExt cx="364700" cy="355250"/>
          </a:xfrm>
        </p:grpSpPr>
        <p:sp>
          <p:nvSpPr>
            <p:cNvPr id="10957" name="Google Shape;10957;p76"/>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6"/>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6"/>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0" name="Google Shape;10960;p76"/>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1" name="Google Shape;10961;p76"/>
          <p:cNvGrpSpPr/>
          <p:nvPr/>
        </p:nvGrpSpPr>
        <p:grpSpPr>
          <a:xfrm>
            <a:off x="5752039" y="1711056"/>
            <a:ext cx="343849" cy="341724"/>
            <a:chOff x="-13095575" y="2073400"/>
            <a:chExt cx="356025" cy="353825"/>
          </a:xfrm>
        </p:grpSpPr>
        <p:sp>
          <p:nvSpPr>
            <p:cNvPr id="10962" name="Google Shape;10962;p76"/>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6"/>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6"/>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6"/>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6"/>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6"/>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6"/>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6"/>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0" name="Google Shape;10970;p76"/>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1" name="Google Shape;10971;p76"/>
          <p:cNvGrpSpPr/>
          <p:nvPr/>
        </p:nvGrpSpPr>
        <p:grpSpPr>
          <a:xfrm>
            <a:off x="7576787" y="1302885"/>
            <a:ext cx="343100" cy="342424"/>
            <a:chOff x="-11332875" y="1660700"/>
            <a:chExt cx="355250" cy="354550"/>
          </a:xfrm>
        </p:grpSpPr>
        <p:sp>
          <p:nvSpPr>
            <p:cNvPr id="10972" name="Google Shape;10972;p76"/>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6"/>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6"/>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6"/>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6" name="Google Shape;10976;p76"/>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6"/>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8" name="Google Shape;10978;p76"/>
          <p:cNvGrpSpPr/>
          <p:nvPr/>
        </p:nvGrpSpPr>
        <p:grpSpPr>
          <a:xfrm>
            <a:off x="5774096" y="2549397"/>
            <a:ext cx="299736" cy="343849"/>
            <a:chOff x="-9570950" y="1622100"/>
            <a:chExt cx="310350" cy="356025"/>
          </a:xfrm>
        </p:grpSpPr>
        <p:sp>
          <p:nvSpPr>
            <p:cNvPr id="10979" name="Google Shape;10979;p76"/>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6"/>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1" name="Google Shape;10981;p76"/>
          <p:cNvGrpSpPr/>
          <p:nvPr/>
        </p:nvGrpSpPr>
        <p:grpSpPr>
          <a:xfrm>
            <a:off x="5752800" y="2958353"/>
            <a:ext cx="342328" cy="341579"/>
            <a:chOff x="-9594575" y="2056875"/>
            <a:chExt cx="354450" cy="353675"/>
          </a:xfrm>
        </p:grpSpPr>
        <p:sp>
          <p:nvSpPr>
            <p:cNvPr id="10982" name="Google Shape;10982;p76"/>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6"/>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6"/>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5" name="Google Shape;10985;p76"/>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6" name="Google Shape;10986;p76"/>
          <p:cNvGrpSpPr/>
          <p:nvPr/>
        </p:nvGrpSpPr>
        <p:grpSpPr>
          <a:xfrm>
            <a:off x="6208482" y="1303693"/>
            <a:ext cx="342328" cy="340807"/>
            <a:chOff x="-12661600" y="1640225"/>
            <a:chExt cx="354450" cy="352875"/>
          </a:xfrm>
        </p:grpSpPr>
        <p:sp>
          <p:nvSpPr>
            <p:cNvPr id="10987" name="Google Shape;10987;p76"/>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6"/>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6"/>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6"/>
          <p:cNvGrpSpPr/>
          <p:nvPr/>
        </p:nvGrpSpPr>
        <p:grpSpPr>
          <a:xfrm>
            <a:off x="6208857" y="1732231"/>
            <a:ext cx="341579" cy="299374"/>
            <a:chOff x="-12660025" y="2096250"/>
            <a:chExt cx="353675" cy="309975"/>
          </a:xfrm>
        </p:grpSpPr>
        <p:sp>
          <p:nvSpPr>
            <p:cNvPr id="10991" name="Google Shape;10991;p76"/>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6"/>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6"/>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6"/>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6"/>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6"/>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6"/>
          <p:cNvGrpSpPr/>
          <p:nvPr/>
        </p:nvGrpSpPr>
        <p:grpSpPr>
          <a:xfrm>
            <a:off x="6207335" y="2119527"/>
            <a:ext cx="344622" cy="341941"/>
            <a:chOff x="-12663175" y="2506800"/>
            <a:chExt cx="356825" cy="354050"/>
          </a:xfrm>
        </p:grpSpPr>
        <p:sp>
          <p:nvSpPr>
            <p:cNvPr id="10998" name="Google Shape;10998;p76"/>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6"/>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6"/>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6"/>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76"/>
          <p:cNvGrpSpPr/>
          <p:nvPr/>
        </p:nvGrpSpPr>
        <p:grpSpPr>
          <a:xfrm>
            <a:off x="8022468" y="1303307"/>
            <a:ext cx="340807" cy="341579"/>
            <a:chOff x="-10896525" y="1663050"/>
            <a:chExt cx="352875" cy="353675"/>
          </a:xfrm>
        </p:grpSpPr>
        <p:sp>
          <p:nvSpPr>
            <p:cNvPr id="11003" name="Google Shape;11003;p76"/>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6"/>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5" name="Google Shape;11005;p76"/>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6" name="Google Shape;11006;p76"/>
          <p:cNvGrpSpPr/>
          <p:nvPr/>
        </p:nvGrpSpPr>
        <p:grpSpPr>
          <a:xfrm>
            <a:off x="8022082" y="2130742"/>
            <a:ext cx="341579" cy="319511"/>
            <a:chOff x="-10898100" y="2542050"/>
            <a:chExt cx="353675" cy="330825"/>
          </a:xfrm>
        </p:grpSpPr>
        <p:sp>
          <p:nvSpPr>
            <p:cNvPr id="11007" name="Google Shape;11007;p76"/>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6"/>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6"/>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6"/>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6"/>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6"/>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76"/>
          <p:cNvGrpSpPr/>
          <p:nvPr/>
        </p:nvGrpSpPr>
        <p:grpSpPr>
          <a:xfrm>
            <a:off x="6209617" y="2551607"/>
            <a:ext cx="340058" cy="339430"/>
            <a:chOff x="-9157450" y="1622750"/>
            <a:chExt cx="352100" cy="351450"/>
          </a:xfrm>
        </p:grpSpPr>
        <p:sp>
          <p:nvSpPr>
            <p:cNvPr id="11014" name="Google Shape;11014;p76"/>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6"/>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6"/>
          <p:cNvGrpSpPr/>
          <p:nvPr/>
        </p:nvGrpSpPr>
        <p:grpSpPr>
          <a:xfrm>
            <a:off x="6247658" y="2959874"/>
            <a:ext cx="263977" cy="338537"/>
            <a:chOff x="-9119650" y="2056875"/>
            <a:chExt cx="273325" cy="350525"/>
          </a:xfrm>
        </p:grpSpPr>
        <p:sp>
          <p:nvSpPr>
            <p:cNvPr id="11017" name="Google Shape;11017;p76"/>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6"/>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9" name="Google Shape;11019;p76"/>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6"/>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1" name="Google Shape;11021;p76"/>
          <p:cNvGrpSpPr/>
          <p:nvPr/>
        </p:nvGrpSpPr>
        <p:grpSpPr>
          <a:xfrm>
            <a:off x="7576790" y="2989279"/>
            <a:ext cx="343094" cy="341569"/>
            <a:chOff x="6001575" y="3119050"/>
            <a:chExt cx="315025" cy="313625"/>
          </a:xfrm>
        </p:grpSpPr>
        <p:sp>
          <p:nvSpPr>
            <p:cNvPr id="11022" name="Google Shape;11022;p76"/>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6"/>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27"/>
        <p:cNvGrpSpPr/>
        <p:nvPr/>
      </p:nvGrpSpPr>
      <p:grpSpPr>
        <a:xfrm>
          <a:off x="0" y="0"/>
          <a:ext cx="0" cy="0"/>
          <a:chOff x="0" y="0"/>
          <a:chExt cx="0" cy="0"/>
        </a:xfrm>
      </p:grpSpPr>
      <p:sp>
        <p:nvSpPr>
          <p:cNvPr id="11028" name="Google Shape;11028;p77"/>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9" name="Google Shape;11029;p77"/>
          <p:cNvGrpSpPr/>
          <p:nvPr/>
        </p:nvGrpSpPr>
        <p:grpSpPr>
          <a:xfrm>
            <a:off x="845233" y="2273195"/>
            <a:ext cx="476329" cy="476213"/>
            <a:chOff x="-21298675" y="2414425"/>
            <a:chExt cx="306400" cy="306325"/>
          </a:xfrm>
        </p:grpSpPr>
        <p:sp>
          <p:nvSpPr>
            <p:cNvPr id="11030" name="Google Shape;11030;p77"/>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7"/>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77"/>
          <p:cNvGrpSpPr/>
          <p:nvPr/>
        </p:nvGrpSpPr>
        <p:grpSpPr>
          <a:xfrm>
            <a:off x="844611" y="2865128"/>
            <a:ext cx="477573" cy="445432"/>
            <a:chOff x="-21299475" y="2798025"/>
            <a:chExt cx="307200" cy="286525"/>
          </a:xfrm>
        </p:grpSpPr>
        <p:sp>
          <p:nvSpPr>
            <p:cNvPr id="11034" name="Google Shape;11034;p77"/>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7"/>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7"/>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77"/>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7"/>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6" name="Google Shape;11046;p77"/>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7"/>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9" name="Google Shape;11049;p77"/>
          <p:cNvGrpSpPr/>
          <p:nvPr/>
        </p:nvGrpSpPr>
        <p:grpSpPr>
          <a:xfrm>
            <a:off x="6713966" y="1688917"/>
            <a:ext cx="413912" cy="472676"/>
            <a:chOff x="-17545650" y="2051350"/>
            <a:chExt cx="266250" cy="304050"/>
          </a:xfrm>
        </p:grpSpPr>
        <p:sp>
          <p:nvSpPr>
            <p:cNvPr id="11050" name="Google Shape;11050;p77"/>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7"/>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4" name="Google Shape;11054;p77"/>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5" name="Google Shape;11055;p77"/>
          <p:cNvGrpSpPr/>
          <p:nvPr/>
        </p:nvGrpSpPr>
        <p:grpSpPr>
          <a:xfrm>
            <a:off x="6684584" y="2865574"/>
            <a:ext cx="472676" cy="444538"/>
            <a:chOff x="-17565350" y="2809825"/>
            <a:chExt cx="304050" cy="285950"/>
          </a:xfrm>
        </p:grpSpPr>
        <p:sp>
          <p:nvSpPr>
            <p:cNvPr id="11056" name="Google Shape;11056;p77"/>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7"/>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7"/>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77"/>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1" name="Google Shape;11061;p77"/>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4" name="Google Shape;11064;p77"/>
          <p:cNvGrpSpPr/>
          <p:nvPr/>
        </p:nvGrpSpPr>
        <p:grpSpPr>
          <a:xfrm>
            <a:off x="1457493" y="2850904"/>
            <a:ext cx="416283" cy="473881"/>
            <a:chOff x="-20904875" y="2788575"/>
            <a:chExt cx="267775" cy="304825"/>
          </a:xfrm>
        </p:grpSpPr>
        <p:sp>
          <p:nvSpPr>
            <p:cNvPr id="11065" name="Google Shape;11065;p77"/>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4397908" y="2275564"/>
            <a:ext cx="360045" cy="471471"/>
            <a:chOff x="-19006700" y="2434925"/>
            <a:chExt cx="231600" cy="303275"/>
          </a:xfrm>
        </p:grpSpPr>
        <p:sp>
          <p:nvSpPr>
            <p:cNvPr id="11068" name="Google Shape;11068;p77"/>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7"/>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7"/>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2" name="Google Shape;11072;p77"/>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4" name="Google Shape;11074;p77"/>
          <p:cNvGrpSpPr/>
          <p:nvPr/>
        </p:nvGrpSpPr>
        <p:grpSpPr>
          <a:xfrm>
            <a:off x="7276507" y="2289051"/>
            <a:ext cx="473881" cy="444499"/>
            <a:chOff x="-17190425" y="2435725"/>
            <a:chExt cx="304825" cy="285925"/>
          </a:xfrm>
        </p:grpSpPr>
        <p:sp>
          <p:nvSpPr>
            <p:cNvPr id="11075" name="Google Shape;11075;p77"/>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8" name="Google Shape;11078;p77"/>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9" name="Google Shape;11079;p77"/>
          <p:cNvGrpSpPr/>
          <p:nvPr/>
        </p:nvGrpSpPr>
        <p:grpSpPr>
          <a:xfrm>
            <a:off x="4931233" y="3444650"/>
            <a:ext cx="476329" cy="475086"/>
            <a:chOff x="-15719925" y="2416825"/>
            <a:chExt cx="306400" cy="305600"/>
          </a:xfrm>
        </p:grpSpPr>
        <p:sp>
          <p:nvSpPr>
            <p:cNvPr id="11080" name="Google Shape;11080;p77"/>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7"/>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77"/>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77"/>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77"/>
          <p:cNvGrpSpPr/>
          <p:nvPr/>
        </p:nvGrpSpPr>
        <p:grpSpPr>
          <a:xfrm>
            <a:off x="2017527" y="2851506"/>
            <a:ext cx="479983" cy="472676"/>
            <a:chOff x="-20550425" y="2789350"/>
            <a:chExt cx="308750" cy="304050"/>
          </a:xfrm>
        </p:grpSpPr>
        <p:sp>
          <p:nvSpPr>
            <p:cNvPr id="11086" name="Google Shape;11086;p77"/>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7"/>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77"/>
          <p:cNvGrpSpPr/>
          <p:nvPr/>
        </p:nvGrpSpPr>
        <p:grpSpPr>
          <a:xfrm>
            <a:off x="4932894" y="1688158"/>
            <a:ext cx="473920" cy="474192"/>
            <a:chOff x="-18666450" y="2059825"/>
            <a:chExt cx="304850" cy="305025"/>
          </a:xfrm>
        </p:grpSpPr>
        <p:sp>
          <p:nvSpPr>
            <p:cNvPr id="11089" name="Google Shape;11089;p77"/>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77"/>
          <p:cNvGrpSpPr/>
          <p:nvPr/>
        </p:nvGrpSpPr>
        <p:grpSpPr>
          <a:xfrm>
            <a:off x="4932292" y="2275584"/>
            <a:ext cx="475125" cy="471432"/>
            <a:chOff x="-18668025" y="2435725"/>
            <a:chExt cx="305625" cy="303250"/>
          </a:xfrm>
        </p:grpSpPr>
        <p:sp>
          <p:nvSpPr>
            <p:cNvPr id="11092" name="Google Shape;11092;p77"/>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77"/>
          <p:cNvGrpSpPr/>
          <p:nvPr/>
        </p:nvGrpSpPr>
        <p:grpSpPr>
          <a:xfrm>
            <a:off x="4931689" y="2850902"/>
            <a:ext cx="476329" cy="473881"/>
            <a:chOff x="-18668800" y="2807475"/>
            <a:chExt cx="306400" cy="304825"/>
          </a:xfrm>
        </p:grpSpPr>
        <p:sp>
          <p:nvSpPr>
            <p:cNvPr id="11095" name="Google Shape;11095;p77"/>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7"/>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77"/>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77"/>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77"/>
          <p:cNvGrpSpPr/>
          <p:nvPr/>
        </p:nvGrpSpPr>
        <p:grpSpPr>
          <a:xfrm>
            <a:off x="7885658" y="1687693"/>
            <a:ext cx="416361" cy="475125"/>
            <a:chOff x="-16798200" y="2050575"/>
            <a:chExt cx="267825" cy="305625"/>
          </a:xfrm>
        </p:grpSpPr>
        <p:sp>
          <p:nvSpPr>
            <p:cNvPr id="11105" name="Google Shape;11105;p77"/>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7856276" y="2852127"/>
            <a:ext cx="475125" cy="471432"/>
            <a:chOff x="-16817100" y="2801175"/>
            <a:chExt cx="305625" cy="303250"/>
          </a:xfrm>
        </p:grpSpPr>
        <p:sp>
          <p:nvSpPr>
            <p:cNvPr id="11109" name="Google Shape;11109;p77"/>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7263396" y="3444614"/>
            <a:ext cx="476329" cy="475125"/>
            <a:chOff x="-15717575" y="2786200"/>
            <a:chExt cx="306400" cy="305625"/>
          </a:xfrm>
        </p:grpSpPr>
        <p:sp>
          <p:nvSpPr>
            <p:cNvPr id="11118" name="Google Shape;11118;p77"/>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77"/>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7"/>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77"/>
          <p:cNvGrpSpPr/>
          <p:nvPr/>
        </p:nvGrpSpPr>
        <p:grpSpPr>
          <a:xfrm>
            <a:off x="2600969" y="1688296"/>
            <a:ext cx="475125" cy="473920"/>
            <a:chOff x="-20173175" y="2038750"/>
            <a:chExt cx="305625" cy="304850"/>
          </a:xfrm>
        </p:grpSpPr>
        <p:sp>
          <p:nvSpPr>
            <p:cNvPr id="11126" name="Google Shape;11126;p77"/>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7"/>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8" name="Google Shape;11128;p77"/>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9" name="Google Shape;11129;p77"/>
          <p:cNvGrpSpPr/>
          <p:nvPr/>
        </p:nvGrpSpPr>
        <p:grpSpPr>
          <a:xfrm>
            <a:off x="2602193" y="2850282"/>
            <a:ext cx="472676" cy="475125"/>
            <a:chOff x="-20173175" y="2787775"/>
            <a:chExt cx="304050" cy="305625"/>
          </a:xfrm>
        </p:grpSpPr>
        <p:sp>
          <p:nvSpPr>
            <p:cNvPr id="11130" name="Google Shape;11130;p77"/>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77"/>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7"/>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7"/>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77"/>
          <p:cNvGrpSpPr/>
          <p:nvPr/>
        </p:nvGrpSpPr>
        <p:grpSpPr>
          <a:xfrm>
            <a:off x="5527177" y="2275564"/>
            <a:ext cx="473881" cy="471471"/>
            <a:chOff x="-18294675" y="2434925"/>
            <a:chExt cx="304825" cy="303275"/>
          </a:xfrm>
        </p:grpSpPr>
        <p:sp>
          <p:nvSpPr>
            <p:cNvPr id="11138" name="Google Shape;11138;p77"/>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7"/>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1" name="Google Shape;11141;p77"/>
          <p:cNvGrpSpPr/>
          <p:nvPr/>
        </p:nvGrpSpPr>
        <p:grpSpPr>
          <a:xfrm>
            <a:off x="5583492" y="2852107"/>
            <a:ext cx="361250" cy="471471"/>
            <a:chOff x="-18258450" y="2809825"/>
            <a:chExt cx="232375" cy="303275"/>
          </a:xfrm>
        </p:grpSpPr>
        <p:sp>
          <p:nvSpPr>
            <p:cNvPr id="11142" name="Google Shape;11142;p77"/>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5" name="Google Shape;11145;p77"/>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6" name="Google Shape;11146;p77"/>
          <p:cNvGrpSpPr/>
          <p:nvPr/>
        </p:nvGrpSpPr>
        <p:grpSpPr>
          <a:xfrm>
            <a:off x="3793692" y="3445233"/>
            <a:ext cx="415117" cy="473920"/>
            <a:chOff x="-16422500" y="2425450"/>
            <a:chExt cx="267025" cy="304850"/>
          </a:xfrm>
        </p:grpSpPr>
        <p:sp>
          <p:nvSpPr>
            <p:cNvPr id="11147" name="Google Shape;11147;p77"/>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7"/>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7"/>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77"/>
          <p:cNvGrpSpPr/>
          <p:nvPr/>
        </p:nvGrpSpPr>
        <p:grpSpPr>
          <a:xfrm>
            <a:off x="6096453" y="3445838"/>
            <a:ext cx="473920" cy="472676"/>
            <a:chOff x="-16442200" y="2801175"/>
            <a:chExt cx="304850" cy="304050"/>
          </a:xfrm>
        </p:grpSpPr>
        <p:sp>
          <p:nvSpPr>
            <p:cNvPr id="11151" name="Google Shape;11151;p77"/>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77"/>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7"/>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4" name="Google Shape;11154;p77"/>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7"/>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77"/>
          <p:cNvGrpSpPr/>
          <p:nvPr/>
        </p:nvGrpSpPr>
        <p:grpSpPr>
          <a:xfrm>
            <a:off x="3172167" y="2276343"/>
            <a:ext cx="481265" cy="469917"/>
            <a:chOff x="-19802200" y="2416025"/>
            <a:chExt cx="309575" cy="302275"/>
          </a:xfrm>
        </p:grpSpPr>
        <p:sp>
          <p:nvSpPr>
            <p:cNvPr id="11157" name="Google Shape;11157;p77"/>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7"/>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7"/>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7"/>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7"/>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7"/>
          <p:cNvGrpSpPr/>
          <p:nvPr/>
        </p:nvGrpSpPr>
        <p:grpSpPr>
          <a:xfrm>
            <a:off x="3175238" y="2851506"/>
            <a:ext cx="475125" cy="472676"/>
            <a:chOff x="-19801400" y="2788575"/>
            <a:chExt cx="305625" cy="304050"/>
          </a:xfrm>
        </p:grpSpPr>
        <p:sp>
          <p:nvSpPr>
            <p:cNvPr id="11163" name="Google Shape;11163;p77"/>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7"/>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7"/>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7"/>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7"/>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7"/>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9" name="Google Shape;11169;p77"/>
          <p:cNvGrpSpPr/>
          <p:nvPr/>
        </p:nvGrpSpPr>
        <p:grpSpPr>
          <a:xfrm>
            <a:off x="6130314" y="1688916"/>
            <a:ext cx="422463" cy="472676"/>
            <a:chOff x="-17903225" y="2060800"/>
            <a:chExt cx="271750" cy="304050"/>
          </a:xfrm>
        </p:grpSpPr>
        <p:sp>
          <p:nvSpPr>
            <p:cNvPr id="11170" name="Google Shape;11170;p77"/>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7"/>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7"/>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7"/>
          <p:cNvGrpSpPr/>
          <p:nvPr/>
        </p:nvGrpSpPr>
        <p:grpSpPr>
          <a:xfrm>
            <a:off x="6104605" y="2274962"/>
            <a:ext cx="473881" cy="472676"/>
            <a:chOff x="-17918975" y="2435725"/>
            <a:chExt cx="304825" cy="304050"/>
          </a:xfrm>
        </p:grpSpPr>
        <p:sp>
          <p:nvSpPr>
            <p:cNvPr id="11174" name="Google Shape;11174;p77"/>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7"/>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7"/>
          <p:cNvGrpSpPr/>
          <p:nvPr/>
        </p:nvGrpSpPr>
        <p:grpSpPr>
          <a:xfrm>
            <a:off x="6133365" y="2852729"/>
            <a:ext cx="416361" cy="470228"/>
            <a:chOff x="-17899300" y="2810625"/>
            <a:chExt cx="267825" cy="302475"/>
          </a:xfrm>
        </p:grpSpPr>
        <p:sp>
          <p:nvSpPr>
            <p:cNvPr id="11177" name="Google Shape;11177;p77"/>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7"/>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7"/>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77"/>
          <p:cNvGrpSpPr/>
          <p:nvPr/>
        </p:nvGrpSpPr>
        <p:grpSpPr>
          <a:xfrm>
            <a:off x="2039218" y="3461166"/>
            <a:ext cx="472676" cy="442089"/>
            <a:chOff x="-16066500" y="2060800"/>
            <a:chExt cx="304050" cy="284375"/>
          </a:xfrm>
        </p:grpSpPr>
        <p:sp>
          <p:nvSpPr>
            <p:cNvPr id="11181" name="Google Shape;11181;p77"/>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7"/>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7"/>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7"/>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7"/>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77"/>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7"/>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7"/>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77"/>
          <p:cNvGrpSpPr/>
          <p:nvPr/>
        </p:nvGrpSpPr>
        <p:grpSpPr>
          <a:xfrm>
            <a:off x="7923925" y="2297751"/>
            <a:ext cx="368362" cy="419314"/>
            <a:chOff x="4995050" y="3245650"/>
            <a:chExt cx="236950" cy="269725"/>
          </a:xfrm>
        </p:grpSpPr>
        <p:sp>
          <p:nvSpPr>
            <p:cNvPr id="11190" name="Google Shape;11190;p77"/>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7"/>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7"/>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3" name="Google Shape;11193;p77"/>
            <p:cNvGrpSpPr/>
            <p:nvPr/>
          </p:nvGrpSpPr>
          <p:grpSpPr>
            <a:xfrm>
              <a:off x="4995050" y="3245650"/>
              <a:ext cx="236950" cy="269725"/>
              <a:chOff x="4995050" y="3245650"/>
              <a:chExt cx="236950" cy="269725"/>
            </a:xfrm>
          </p:grpSpPr>
          <p:sp>
            <p:nvSpPr>
              <p:cNvPr id="11194" name="Google Shape;11194;p77"/>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7"/>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96" name="Google Shape;11196;p77"/>
          <p:cNvGrpSpPr/>
          <p:nvPr/>
        </p:nvGrpSpPr>
        <p:grpSpPr>
          <a:xfrm>
            <a:off x="5523718" y="1689744"/>
            <a:ext cx="483749" cy="481292"/>
            <a:chOff x="4724650" y="2885700"/>
            <a:chExt cx="270750" cy="269375"/>
          </a:xfrm>
        </p:grpSpPr>
        <p:sp>
          <p:nvSpPr>
            <p:cNvPr id="11197" name="Google Shape;11197;p77"/>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7"/>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7"/>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7"/>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7"/>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7"/>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7"/>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77"/>
          <p:cNvGrpSpPr/>
          <p:nvPr/>
        </p:nvGrpSpPr>
        <p:grpSpPr>
          <a:xfrm>
            <a:off x="4390823" y="1683870"/>
            <a:ext cx="389425" cy="467822"/>
            <a:chOff x="4459350" y="2882125"/>
            <a:chExt cx="228375" cy="274350"/>
          </a:xfrm>
        </p:grpSpPr>
        <p:sp>
          <p:nvSpPr>
            <p:cNvPr id="11205" name="Google Shape;11205;p77"/>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7"/>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7"/>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77"/>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7"/>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lstStyle/>
            <a:p>
              <a:endParaRPr lang="he-IL"/>
            </a:p>
          </p:txBody>
        </p:sp>
        <p:sp>
          <p:nvSpPr>
            <p:cNvPr id="11210" name="Google Shape;11210;p77"/>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lstStyle/>
            <a:p>
              <a:endParaRPr lang="he-IL"/>
            </a:p>
          </p:txBody>
        </p:sp>
      </p:grpSp>
      <p:sp>
        <p:nvSpPr>
          <p:cNvPr id="11211" name="Google Shape;11211;p77"/>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15"/>
        <p:cNvGrpSpPr/>
        <p:nvPr/>
      </p:nvGrpSpPr>
      <p:grpSpPr>
        <a:xfrm>
          <a:off x="0" y="0"/>
          <a:ext cx="0" cy="0"/>
          <a:chOff x="0" y="0"/>
          <a:chExt cx="0" cy="0"/>
        </a:xfrm>
      </p:grpSpPr>
      <p:sp>
        <p:nvSpPr>
          <p:cNvPr id="11216" name="Google Shape;11216;p78"/>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217" name="Google Shape;11217;p78"/>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8" name="Google Shape;11218;p78"/>
          <p:cNvGrpSpPr/>
          <p:nvPr/>
        </p:nvGrpSpPr>
        <p:grpSpPr>
          <a:xfrm>
            <a:off x="847082" y="2140412"/>
            <a:ext cx="426462" cy="420796"/>
            <a:chOff x="-6713450" y="2397900"/>
            <a:chExt cx="295375" cy="291450"/>
          </a:xfrm>
        </p:grpSpPr>
        <p:sp>
          <p:nvSpPr>
            <p:cNvPr id="11219" name="Google Shape;11219;p78"/>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8"/>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1" name="Google Shape;11221;p78"/>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2" name="Google Shape;11222;p78"/>
          <p:cNvGrpSpPr/>
          <p:nvPr/>
        </p:nvGrpSpPr>
        <p:grpSpPr>
          <a:xfrm>
            <a:off x="3551844" y="1631401"/>
            <a:ext cx="423069" cy="420507"/>
            <a:chOff x="-4932650" y="2046625"/>
            <a:chExt cx="293025" cy="291250"/>
          </a:xfrm>
        </p:grpSpPr>
        <p:sp>
          <p:nvSpPr>
            <p:cNvPr id="11223" name="Google Shape;11223;p78"/>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8"/>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5" name="Google Shape;11225;p78"/>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6" name="Google Shape;11226;p78"/>
          <p:cNvGrpSpPr/>
          <p:nvPr/>
        </p:nvGrpSpPr>
        <p:grpSpPr>
          <a:xfrm>
            <a:off x="3563775" y="2660957"/>
            <a:ext cx="423069" cy="420796"/>
            <a:chOff x="-4931075" y="2765725"/>
            <a:chExt cx="293025" cy="291450"/>
          </a:xfrm>
        </p:grpSpPr>
        <p:sp>
          <p:nvSpPr>
            <p:cNvPr id="11227" name="Google Shape;11227;p78"/>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78"/>
          <p:cNvGrpSpPr/>
          <p:nvPr/>
        </p:nvGrpSpPr>
        <p:grpSpPr>
          <a:xfrm>
            <a:off x="6269343" y="1656289"/>
            <a:ext cx="420796" cy="370732"/>
            <a:chOff x="-3137650" y="2067900"/>
            <a:chExt cx="291450" cy="256775"/>
          </a:xfrm>
        </p:grpSpPr>
        <p:sp>
          <p:nvSpPr>
            <p:cNvPr id="11230" name="Google Shape;11230;p78"/>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78"/>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8"/>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3" name="Google Shape;11233;p78"/>
          <p:cNvGrpSpPr/>
          <p:nvPr/>
        </p:nvGrpSpPr>
        <p:grpSpPr>
          <a:xfrm>
            <a:off x="6269343" y="2139926"/>
            <a:ext cx="420796" cy="421770"/>
            <a:chOff x="-3137650" y="2408950"/>
            <a:chExt cx="291450" cy="292125"/>
          </a:xfrm>
        </p:grpSpPr>
        <p:sp>
          <p:nvSpPr>
            <p:cNvPr id="11234" name="Google Shape;11234;p78"/>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8"/>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8"/>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8"/>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78"/>
          <p:cNvGrpSpPr/>
          <p:nvPr/>
        </p:nvGrpSpPr>
        <p:grpSpPr>
          <a:xfrm>
            <a:off x="6281274" y="2685412"/>
            <a:ext cx="420796" cy="371887"/>
            <a:chOff x="-3137650" y="2787000"/>
            <a:chExt cx="291450" cy="257575"/>
          </a:xfrm>
        </p:grpSpPr>
        <p:sp>
          <p:nvSpPr>
            <p:cNvPr id="11240" name="Google Shape;11240;p78"/>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8"/>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8"/>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8" name="Google Shape;11248;p78"/>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8"/>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1" name="Google Shape;11251;p78"/>
          <p:cNvGrpSpPr/>
          <p:nvPr/>
        </p:nvGrpSpPr>
        <p:grpSpPr>
          <a:xfrm>
            <a:off x="1399451" y="2660397"/>
            <a:ext cx="421914" cy="421914"/>
            <a:chOff x="-6354300" y="2757075"/>
            <a:chExt cx="292225" cy="292225"/>
          </a:xfrm>
        </p:grpSpPr>
        <p:sp>
          <p:nvSpPr>
            <p:cNvPr id="11252" name="Google Shape;11252;p78"/>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8"/>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8"/>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78"/>
          <p:cNvGrpSpPr/>
          <p:nvPr/>
        </p:nvGrpSpPr>
        <p:grpSpPr>
          <a:xfrm>
            <a:off x="4093454" y="1629560"/>
            <a:ext cx="424188" cy="424188"/>
            <a:chOff x="-4573475" y="2045850"/>
            <a:chExt cx="293800" cy="293800"/>
          </a:xfrm>
        </p:grpSpPr>
        <p:sp>
          <p:nvSpPr>
            <p:cNvPr id="11257" name="Google Shape;11257;p78"/>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8"/>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78"/>
          <p:cNvGrpSpPr/>
          <p:nvPr/>
        </p:nvGrpSpPr>
        <p:grpSpPr>
          <a:xfrm>
            <a:off x="4092877" y="2138699"/>
            <a:ext cx="425343" cy="424225"/>
            <a:chOff x="-4570325" y="2405775"/>
            <a:chExt cx="294600" cy="293825"/>
          </a:xfrm>
        </p:grpSpPr>
        <p:sp>
          <p:nvSpPr>
            <p:cNvPr id="11260" name="Google Shape;11260;p78"/>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4105945" y="2659838"/>
            <a:ext cx="423069" cy="423033"/>
            <a:chOff x="-4572700" y="2764950"/>
            <a:chExt cx="293025" cy="293000"/>
          </a:xfrm>
        </p:grpSpPr>
        <p:sp>
          <p:nvSpPr>
            <p:cNvPr id="11263" name="Google Shape;11263;p78"/>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8"/>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8"/>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78"/>
          <p:cNvGrpSpPr/>
          <p:nvPr/>
        </p:nvGrpSpPr>
        <p:grpSpPr>
          <a:xfrm>
            <a:off x="6824707" y="1631239"/>
            <a:ext cx="414840" cy="420832"/>
            <a:chOff x="-2777700" y="2049775"/>
            <a:chExt cx="287325" cy="291475"/>
          </a:xfrm>
        </p:grpSpPr>
        <p:sp>
          <p:nvSpPr>
            <p:cNvPr id="11269" name="Google Shape;11269;p78"/>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8"/>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78"/>
          <p:cNvGrpSpPr/>
          <p:nvPr/>
        </p:nvGrpSpPr>
        <p:grpSpPr>
          <a:xfrm>
            <a:off x="6821170" y="2140431"/>
            <a:ext cx="421914" cy="420759"/>
            <a:chOff x="-2571737" y="2403625"/>
            <a:chExt cx="292225" cy="291425"/>
          </a:xfrm>
        </p:grpSpPr>
        <p:sp>
          <p:nvSpPr>
            <p:cNvPr id="11273" name="Google Shape;11273;p78"/>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6821170" y="2661534"/>
            <a:ext cx="421914" cy="419640"/>
            <a:chOff x="-2571737" y="2764550"/>
            <a:chExt cx="292225" cy="290650"/>
          </a:xfrm>
        </p:grpSpPr>
        <p:sp>
          <p:nvSpPr>
            <p:cNvPr id="11281" name="Google Shape;11281;p78"/>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78"/>
          <p:cNvGrpSpPr/>
          <p:nvPr/>
        </p:nvGrpSpPr>
        <p:grpSpPr>
          <a:xfrm>
            <a:off x="3020671" y="3230538"/>
            <a:ext cx="421914" cy="423864"/>
            <a:chOff x="-1333975" y="2365850"/>
            <a:chExt cx="292225" cy="293575"/>
          </a:xfrm>
        </p:grpSpPr>
        <p:sp>
          <p:nvSpPr>
            <p:cNvPr id="11285" name="Google Shape;11285;p78"/>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8"/>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3" name="Google Shape;11293;p78"/>
          <p:cNvGrpSpPr/>
          <p:nvPr/>
        </p:nvGrpSpPr>
        <p:grpSpPr>
          <a:xfrm>
            <a:off x="1954146" y="2660397"/>
            <a:ext cx="398020" cy="421914"/>
            <a:chOff x="-5995925" y="2757850"/>
            <a:chExt cx="275675" cy="292225"/>
          </a:xfrm>
        </p:grpSpPr>
        <p:sp>
          <p:nvSpPr>
            <p:cNvPr id="11294" name="Google Shape;11294;p78"/>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8"/>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8"/>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8"/>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8"/>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3" name="Google Shape;11303;p78"/>
          <p:cNvGrpSpPr/>
          <p:nvPr/>
        </p:nvGrpSpPr>
        <p:grpSpPr>
          <a:xfrm>
            <a:off x="4634433" y="1631816"/>
            <a:ext cx="421951" cy="419677"/>
            <a:chOff x="-4211975" y="2046625"/>
            <a:chExt cx="292250" cy="290675"/>
          </a:xfrm>
        </p:grpSpPr>
        <p:sp>
          <p:nvSpPr>
            <p:cNvPr id="11304" name="Google Shape;11304;p78"/>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8"/>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78"/>
          <p:cNvGrpSpPr/>
          <p:nvPr/>
        </p:nvGrpSpPr>
        <p:grpSpPr>
          <a:xfrm>
            <a:off x="4684479" y="2138699"/>
            <a:ext cx="321859" cy="424225"/>
            <a:chOff x="-4178875" y="2405775"/>
            <a:chExt cx="222925" cy="293825"/>
          </a:xfrm>
        </p:grpSpPr>
        <p:sp>
          <p:nvSpPr>
            <p:cNvPr id="11307" name="Google Shape;11307;p78"/>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8"/>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78"/>
          <p:cNvGrpSpPr/>
          <p:nvPr/>
        </p:nvGrpSpPr>
        <p:grpSpPr>
          <a:xfrm>
            <a:off x="4646942" y="2673483"/>
            <a:ext cx="420796" cy="395746"/>
            <a:chOff x="-4211975" y="2783850"/>
            <a:chExt cx="291450" cy="274100"/>
          </a:xfrm>
        </p:grpSpPr>
        <p:sp>
          <p:nvSpPr>
            <p:cNvPr id="11311" name="Google Shape;11311;p78"/>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8"/>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78"/>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4" name="Google Shape;11314;p78"/>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5" name="Google Shape;11315;p78"/>
          <p:cNvGrpSpPr/>
          <p:nvPr/>
        </p:nvGrpSpPr>
        <p:grpSpPr>
          <a:xfrm>
            <a:off x="7351871" y="2140413"/>
            <a:ext cx="420796" cy="420796"/>
            <a:chOff x="-2419325" y="2408150"/>
            <a:chExt cx="291450" cy="291450"/>
          </a:xfrm>
        </p:grpSpPr>
        <p:sp>
          <p:nvSpPr>
            <p:cNvPr id="11316" name="Google Shape;11316;p78"/>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8"/>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78"/>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8"/>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78"/>
          <p:cNvGrpSpPr/>
          <p:nvPr/>
        </p:nvGrpSpPr>
        <p:grpSpPr>
          <a:xfrm>
            <a:off x="4673396" y="3231514"/>
            <a:ext cx="420796" cy="421914"/>
            <a:chOff x="-1333200" y="2770450"/>
            <a:chExt cx="291450" cy="292225"/>
          </a:xfrm>
        </p:grpSpPr>
        <p:sp>
          <p:nvSpPr>
            <p:cNvPr id="11325" name="Google Shape;11325;p78"/>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8"/>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78"/>
          <p:cNvGrpSpPr/>
          <p:nvPr/>
        </p:nvGrpSpPr>
        <p:grpSpPr>
          <a:xfrm>
            <a:off x="2470009" y="1631256"/>
            <a:ext cx="423069" cy="420796"/>
            <a:chOff x="-5635200" y="2037975"/>
            <a:chExt cx="293025" cy="291450"/>
          </a:xfrm>
        </p:grpSpPr>
        <p:sp>
          <p:nvSpPr>
            <p:cNvPr id="11328" name="Google Shape;11328;p78"/>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0" name="Google Shape;11330;p78"/>
          <p:cNvGrpSpPr/>
          <p:nvPr/>
        </p:nvGrpSpPr>
        <p:grpSpPr>
          <a:xfrm>
            <a:off x="2468295" y="2140412"/>
            <a:ext cx="426499" cy="420796"/>
            <a:chOff x="-5637575" y="2397900"/>
            <a:chExt cx="295400" cy="291450"/>
          </a:xfrm>
        </p:grpSpPr>
        <p:sp>
          <p:nvSpPr>
            <p:cNvPr id="11331" name="Google Shape;11331;p78"/>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78"/>
          <p:cNvGrpSpPr/>
          <p:nvPr/>
        </p:nvGrpSpPr>
        <p:grpSpPr>
          <a:xfrm>
            <a:off x="2481958" y="2660397"/>
            <a:ext cx="423033" cy="421914"/>
            <a:chOff x="-5635975" y="2757075"/>
            <a:chExt cx="293000" cy="292225"/>
          </a:xfrm>
        </p:grpSpPr>
        <p:sp>
          <p:nvSpPr>
            <p:cNvPr id="11336" name="Google Shape;11336;p78"/>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8"/>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78"/>
          <p:cNvGrpSpPr/>
          <p:nvPr/>
        </p:nvGrpSpPr>
        <p:grpSpPr>
          <a:xfrm>
            <a:off x="5165893" y="1631256"/>
            <a:ext cx="423069" cy="420796"/>
            <a:chOff x="-3854375" y="2046625"/>
            <a:chExt cx="293025" cy="291450"/>
          </a:xfrm>
        </p:grpSpPr>
        <p:sp>
          <p:nvSpPr>
            <p:cNvPr id="11339" name="Google Shape;11339;p78"/>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78"/>
          <p:cNvGrpSpPr/>
          <p:nvPr/>
        </p:nvGrpSpPr>
        <p:grpSpPr>
          <a:xfrm>
            <a:off x="5164756" y="2138717"/>
            <a:ext cx="425343" cy="424188"/>
            <a:chOff x="-3854375" y="2405000"/>
            <a:chExt cx="294600" cy="293800"/>
          </a:xfrm>
        </p:grpSpPr>
        <p:sp>
          <p:nvSpPr>
            <p:cNvPr id="11342" name="Google Shape;11342;p78"/>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8"/>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78"/>
          <p:cNvGrpSpPr/>
          <p:nvPr/>
        </p:nvGrpSpPr>
        <p:grpSpPr>
          <a:xfrm>
            <a:off x="5178961" y="2659838"/>
            <a:ext cx="420796" cy="423033"/>
            <a:chOff x="-3852025" y="2764950"/>
            <a:chExt cx="291450" cy="293000"/>
          </a:xfrm>
        </p:grpSpPr>
        <p:sp>
          <p:nvSpPr>
            <p:cNvPr id="11345" name="Google Shape;11345;p78"/>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8"/>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7" name="Google Shape;11347;p78"/>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9" name="Google Shape;11349;p78"/>
          <p:cNvGrpSpPr/>
          <p:nvPr/>
        </p:nvGrpSpPr>
        <p:grpSpPr>
          <a:xfrm>
            <a:off x="7901550" y="2660398"/>
            <a:ext cx="420796" cy="421914"/>
            <a:chOff x="-2060175" y="2768875"/>
            <a:chExt cx="291450" cy="292225"/>
          </a:xfrm>
        </p:grpSpPr>
        <p:sp>
          <p:nvSpPr>
            <p:cNvPr id="11350" name="Google Shape;11350;p78"/>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8"/>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2" name="Google Shape;11352;p78"/>
          <p:cNvGrpSpPr/>
          <p:nvPr/>
        </p:nvGrpSpPr>
        <p:grpSpPr>
          <a:xfrm>
            <a:off x="1915160" y="3232071"/>
            <a:ext cx="421914" cy="420796"/>
            <a:chOff x="-937025" y="2064750"/>
            <a:chExt cx="292225" cy="291450"/>
          </a:xfrm>
        </p:grpSpPr>
        <p:sp>
          <p:nvSpPr>
            <p:cNvPr id="11353" name="Google Shape;11353;p78"/>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78"/>
          <p:cNvGrpSpPr/>
          <p:nvPr/>
        </p:nvGrpSpPr>
        <p:grpSpPr>
          <a:xfrm>
            <a:off x="3018323" y="1630697"/>
            <a:ext cx="421951" cy="421914"/>
            <a:chOff x="-5276050" y="2037975"/>
            <a:chExt cx="292250" cy="292225"/>
          </a:xfrm>
        </p:grpSpPr>
        <p:sp>
          <p:nvSpPr>
            <p:cNvPr id="11357" name="Google Shape;11357;p78"/>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0" name="Google Shape;11360;p78"/>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8"/>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2" name="Google Shape;11362;p78"/>
          <p:cNvGrpSpPr/>
          <p:nvPr/>
        </p:nvGrpSpPr>
        <p:grpSpPr>
          <a:xfrm>
            <a:off x="5777136" y="1631256"/>
            <a:ext cx="324133" cy="420796"/>
            <a:chOff x="-3462150" y="2046625"/>
            <a:chExt cx="224500" cy="291450"/>
          </a:xfrm>
        </p:grpSpPr>
        <p:sp>
          <p:nvSpPr>
            <p:cNvPr id="11363" name="Google Shape;11363;p78"/>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8"/>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8"/>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8"/>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752700" y="2139276"/>
            <a:ext cx="373006" cy="423069"/>
            <a:chOff x="-3478675" y="2405775"/>
            <a:chExt cx="258350" cy="293025"/>
          </a:xfrm>
        </p:grpSpPr>
        <p:sp>
          <p:nvSpPr>
            <p:cNvPr id="11371" name="Google Shape;11371;p78"/>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8"/>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8"/>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78"/>
          <p:cNvGrpSpPr/>
          <p:nvPr/>
        </p:nvGrpSpPr>
        <p:grpSpPr>
          <a:xfrm>
            <a:off x="5815218" y="2660398"/>
            <a:ext cx="271831" cy="421914"/>
            <a:chOff x="-3443250" y="2765725"/>
            <a:chExt cx="188275" cy="292225"/>
          </a:xfrm>
        </p:grpSpPr>
        <p:sp>
          <p:nvSpPr>
            <p:cNvPr id="11376" name="Google Shape;11376;p78"/>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8"/>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78"/>
          <p:cNvGrpSpPr/>
          <p:nvPr/>
        </p:nvGrpSpPr>
        <p:grpSpPr>
          <a:xfrm>
            <a:off x="844114" y="3230934"/>
            <a:ext cx="371887" cy="423069"/>
            <a:chOff x="-1684475" y="2049000"/>
            <a:chExt cx="257575" cy="293025"/>
          </a:xfrm>
        </p:grpSpPr>
        <p:sp>
          <p:nvSpPr>
            <p:cNvPr id="11381" name="Google Shape;11381;p78"/>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8"/>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5" name="Google Shape;11385;p78"/>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6" name="Google Shape;11386;p78"/>
          <p:cNvGrpSpPr/>
          <p:nvPr/>
        </p:nvGrpSpPr>
        <p:grpSpPr>
          <a:xfrm>
            <a:off x="4134007" y="3231514"/>
            <a:ext cx="420796" cy="421914"/>
            <a:chOff x="-1700225" y="2768875"/>
            <a:chExt cx="291450" cy="292225"/>
          </a:xfrm>
        </p:grpSpPr>
        <p:sp>
          <p:nvSpPr>
            <p:cNvPr id="11387" name="Google Shape;11387;p78"/>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8"/>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78"/>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3602355" y="3230935"/>
            <a:ext cx="371887" cy="423069"/>
            <a:chOff x="-919700" y="2420750"/>
            <a:chExt cx="257575" cy="293025"/>
          </a:xfrm>
        </p:grpSpPr>
        <p:sp>
          <p:nvSpPr>
            <p:cNvPr id="11394" name="Google Shape;11394;p78"/>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7" name="Google Shape;11397;p78"/>
          <p:cNvGrpSpPr/>
          <p:nvPr/>
        </p:nvGrpSpPr>
        <p:grpSpPr>
          <a:xfrm>
            <a:off x="1937547" y="1645950"/>
            <a:ext cx="409531" cy="410617"/>
            <a:chOff x="6679825" y="2693700"/>
            <a:chExt cx="257875" cy="258575"/>
          </a:xfrm>
        </p:grpSpPr>
        <p:sp>
          <p:nvSpPr>
            <p:cNvPr id="11398" name="Google Shape;11398;p78"/>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78"/>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78"/>
          <p:cNvGrpSpPr/>
          <p:nvPr/>
        </p:nvGrpSpPr>
        <p:grpSpPr>
          <a:xfrm>
            <a:off x="1927121" y="2142110"/>
            <a:ext cx="420531" cy="417262"/>
            <a:chOff x="6790450" y="3119050"/>
            <a:chExt cx="262750" cy="260675"/>
          </a:xfrm>
        </p:grpSpPr>
        <p:sp>
          <p:nvSpPr>
            <p:cNvPr id="11401" name="Google Shape;11401;p78"/>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8"/>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3" name="Google Shape;11403;p78"/>
          <p:cNvGrpSpPr/>
          <p:nvPr/>
        </p:nvGrpSpPr>
        <p:grpSpPr>
          <a:xfrm>
            <a:off x="6554233" y="3755436"/>
            <a:ext cx="358093" cy="407391"/>
            <a:chOff x="7660859" y="2571753"/>
            <a:chExt cx="366561" cy="417024"/>
          </a:xfrm>
        </p:grpSpPr>
        <p:sp>
          <p:nvSpPr>
            <p:cNvPr id="11404" name="Google Shape;11404;p78"/>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78"/>
          <p:cNvGrpSpPr/>
          <p:nvPr/>
        </p:nvGrpSpPr>
        <p:grpSpPr>
          <a:xfrm>
            <a:off x="4088914" y="3755436"/>
            <a:ext cx="407391" cy="407391"/>
            <a:chOff x="5566722" y="2571753"/>
            <a:chExt cx="417024" cy="417024"/>
          </a:xfrm>
        </p:grpSpPr>
        <p:sp>
          <p:nvSpPr>
            <p:cNvPr id="11408" name="Google Shape;11408;p78"/>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8"/>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78"/>
          <p:cNvGrpSpPr/>
          <p:nvPr/>
        </p:nvGrpSpPr>
        <p:grpSpPr>
          <a:xfrm>
            <a:off x="4705247" y="3857692"/>
            <a:ext cx="407381" cy="202880"/>
            <a:chOff x="6090251" y="2676413"/>
            <a:chExt cx="417014" cy="207677"/>
          </a:xfrm>
        </p:grpSpPr>
        <p:sp>
          <p:nvSpPr>
            <p:cNvPr id="11411" name="Google Shape;11411;p78"/>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78"/>
          <p:cNvGrpSpPr/>
          <p:nvPr/>
        </p:nvGrpSpPr>
        <p:grpSpPr>
          <a:xfrm>
            <a:off x="5937901" y="3755436"/>
            <a:ext cx="407391" cy="407391"/>
            <a:chOff x="7137330" y="2571753"/>
            <a:chExt cx="417024" cy="417024"/>
          </a:xfrm>
        </p:grpSpPr>
        <p:sp>
          <p:nvSpPr>
            <p:cNvPr id="11416" name="Google Shape;11416;p78"/>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78"/>
          <p:cNvGrpSpPr/>
          <p:nvPr/>
        </p:nvGrpSpPr>
        <p:grpSpPr>
          <a:xfrm>
            <a:off x="5321569" y="3755436"/>
            <a:ext cx="407391" cy="407391"/>
            <a:chOff x="6613801" y="2571753"/>
            <a:chExt cx="417024" cy="417024"/>
          </a:xfrm>
        </p:grpSpPr>
        <p:sp>
          <p:nvSpPr>
            <p:cNvPr id="11420" name="Google Shape;11420;p78"/>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78"/>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8"/>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8"/>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5" name="Google Shape;11425;p78"/>
          <p:cNvGrpSpPr/>
          <p:nvPr/>
        </p:nvGrpSpPr>
        <p:grpSpPr>
          <a:xfrm>
            <a:off x="7908242" y="3238780"/>
            <a:ext cx="407411" cy="407411"/>
            <a:chOff x="2964567" y="2571753"/>
            <a:chExt cx="417045" cy="417045"/>
          </a:xfrm>
        </p:grpSpPr>
        <p:sp>
          <p:nvSpPr>
            <p:cNvPr id="11426" name="Google Shape;11426;p78"/>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8"/>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78"/>
          <p:cNvGrpSpPr/>
          <p:nvPr/>
        </p:nvGrpSpPr>
        <p:grpSpPr>
          <a:xfrm>
            <a:off x="1623565" y="3815897"/>
            <a:ext cx="407391" cy="286470"/>
            <a:chOff x="3476576" y="2633631"/>
            <a:chExt cx="417024" cy="293244"/>
          </a:xfrm>
        </p:grpSpPr>
        <p:sp>
          <p:nvSpPr>
            <p:cNvPr id="11429" name="Google Shape;11429;p78"/>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8"/>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1" name="Google Shape;11431;p78"/>
          <p:cNvGrpSpPr/>
          <p:nvPr/>
        </p:nvGrpSpPr>
        <p:grpSpPr>
          <a:xfrm>
            <a:off x="2239897" y="3755508"/>
            <a:ext cx="407411" cy="407248"/>
            <a:chOff x="3988564" y="2571836"/>
            <a:chExt cx="417045" cy="416878"/>
          </a:xfrm>
        </p:grpSpPr>
        <p:sp>
          <p:nvSpPr>
            <p:cNvPr id="11432" name="Google Shape;11432;p78"/>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8"/>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78"/>
          <p:cNvGrpSpPr/>
          <p:nvPr/>
        </p:nvGrpSpPr>
        <p:grpSpPr>
          <a:xfrm>
            <a:off x="2856250" y="3755436"/>
            <a:ext cx="407391" cy="407391"/>
            <a:chOff x="4500573" y="2571753"/>
            <a:chExt cx="417024" cy="417024"/>
          </a:xfrm>
        </p:grpSpPr>
        <p:sp>
          <p:nvSpPr>
            <p:cNvPr id="11435" name="Google Shape;11435;p78"/>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78"/>
          <p:cNvGrpSpPr/>
          <p:nvPr/>
        </p:nvGrpSpPr>
        <p:grpSpPr>
          <a:xfrm>
            <a:off x="3472582" y="3755436"/>
            <a:ext cx="407391" cy="407391"/>
            <a:chOff x="5012603" y="2571753"/>
            <a:chExt cx="417024" cy="417024"/>
          </a:xfrm>
        </p:grpSpPr>
        <p:sp>
          <p:nvSpPr>
            <p:cNvPr id="11438" name="Google Shape;11438;p78"/>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8"/>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0" name="Google Shape;11440;p78"/>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1" name="Google Shape;11441;p78"/>
          <p:cNvGrpSpPr/>
          <p:nvPr/>
        </p:nvGrpSpPr>
        <p:grpSpPr>
          <a:xfrm>
            <a:off x="5733329" y="3238790"/>
            <a:ext cx="407432" cy="407391"/>
            <a:chOff x="812101" y="2571761"/>
            <a:chExt cx="417066" cy="417024"/>
          </a:xfrm>
        </p:grpSpPr>
        <p:sp>
          <p:nvSpPr>
            <p:cNvPr id="11442" name="Google Shape;11442;p78"/>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8"/>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8"/>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8"/>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78"/>
          <p:cNvGrpSpPr/>
          <p:nvPr/>
        </p:nvGrpSpPr>
        <p:grpSpPr>
          <a:xfrm>
            <a:off x="6253923" y="3238790"/>
            <a:ext cx="407391" cy="407391"/>
            <a:chOff x="1323129" y="2571761"/>
            <a:chExt cx="417024" cy="417024"/>
          </a:xfrm>
        </p:grpSpPr>
        <p:sp>
          <p:nvSpPr>
            <p:cNvPr id="11447" name="Google Shape;11447;p78"/>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51" name="Google Shape;11451;p78"/>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52" name="Google Shape;11452;p78"/>
          <p:cNvGrpSpPr/>
          <p:nvPr/>
        </p:nvGrpSpPr>
        <p:grpSpPr>
          <a:xfrm>
            <a:off x="7390398" y="3238843"/>
            <a:ext cx="408023" cy="407411"/>
            <a:chOff x="2344476" y="2571761"/>
            <a:chExt cx="417671" cy="417045"/>
          </a:xfrm>
        </p:grpSpPr>
        <p:sp>
          <p:nvSpPr>
            <p:cNvPr id="11453" name="Google Shape;11453;p78"/>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7121258" y="3759535"/>
            <a:ext cx="399178" cy="399178"/>
            <a:chOff x="2038375" y="3798025"/>
            <a:chExt cx="841792" cy="841792"/>
          </a:xfrm>
        </p:grpSpPr>
        <p:sp>
          <p:nvSpPr>
            <p:cNvPr id="11456" name="Google Shape;11456;p78"/>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61"/>
        <p:cNvGrpSpPr/>
        <p:nvPr/>
      </p:nvGrpSpPr>
      <p:grpSpPr>
        <a:xfrm>
          <a:off x="0" y="0"/>
          <a:ext cx="0" cy="0"/>
          <a:chOff x="0" y="0"/>
          <a:chExt cx="0" cy="0"/>
        </a:xfrm>
      </p:grpSpPr>
      <p:pic>
        <p:nvPicPr>
          <p:cNvPr id="11462" name="Google Shape;11462;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Data Entry Specialist Agency by Slidesgo">
  <a:themeElements>
    <a:clrScheme name="Simple Light">
      <a:dk1>
        <a:srgbClr val="FF5CBF"/>
      </a:dk1>
      <a:lt1>
        <a:srgbClr val="FFFFFF"/>
      </a:lt1>
      <a:dk2>
        <a:srgbClr val="2C0746"/>
      </a:dk2>
      <a:lt2>
        <a:srgbClr val="7159FF"/>
      </a:lt2>
      <a:accent1>
        <a:srgbClr val="AC51FF"/>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28684</TotalTime>
  <Words>1625</Words>
  <Application>Microsoft Office PowerPoint</Application>
  <PresentationFormat>‫הצגה על המסך (16:9)</PresentationFormat>
  <Paragraphs>262</Paragraphs>
  <Slides>54</Slides>
  <Notes>54</Notes>
  <HiddenSlides>0</HiddenSlides>
  <MMClips>0</MMClips>
  <ScaleCrop>false</ScaleCrop>
  <HeadingPairs>
    <vt:vector size="6" baseType="variant">
      <vt:variant>
        <vt:lpstr>גופנים בשימוש</vt:lpstr>
      </vt:variant>
      <vt:variant>
        <vt:i4>13</vt:i4>
      </vt:variant>
      <vt:variant>
        <vt:lpstr>ערכת נושא</vt:lpstr>
      </vt:variant>
      <vt:variant>
        <vt:i4>2</vt:i4>
      </vt:variant>
      <vt:variant>
        <vt:lpstr>כותרות שקופיות</vt:lpstr>
      </vt:variant>
      <vt:variant>
        <vt:i4>54</vt:i4>
      </vt:variant>
    </vt:vector>
  </HeadingPairs>
  <TitlesOfParts>
    <vt:vector size="69" baseType="lpstr">
      <vt:lpstr>Amatic SC</vt:lpstr>
      <vt:lpstr>Raleway ExtraBold</vt:lpstr>
      <vt:lpstr>Nunito Light</vt:lpstr>
      <vt:lpstr>Calibri</vt:lpstr>
      <vt:lpstr>Arial</vt:lpstr>
      <vt:lpstr>Proxima Nova</vt:lpstr>
      <vt:lpstr>Roboto Condensed Light</vt:lpstr>
      <vt:lpstr>Constantia</vt:lpstr>
      <vt:lpstr>Roboto Medium</vt:lpstr>
      <vt:lpstr>Varela Round</vt:lpstr>
      <vt:lpstr>Helvetica Neue</vt:lpstr>
      <vt:lpstr>PT Sans</vt:lpstr>
      <vt:lpstr>Audiowide</vt:lpstr>
      <vt:lpstr>Data Entry Specialist Agency by Slidesgo</vt:lpstr>
      <vt:lpstr>Slidesgo Final Pages</vt:lpstr>
      <vt:lpstr>Claude Code</vt:lpstr>
      <vt:lpstr>What is Claude Code?</vt:lpstr>
      <vt:lpstr>CLI-First</vt:lpstr>
      <vt:lpstr>Debug</vt:lpstr>
      <vt:lpstr>The Brain</vt:lpstr>
      <vt:lpstr>The Agentic Loop</vt:lpstr>
      <vt:lpstr>The Agentic Loop</vt:lpstr>
      <vt:lpstr>CLAUDE.md</vt:lpstr>
      <vt:lpstr>Sub Agents</vt:lpstr>
      <vt:lpstr>/Init</vt:lpstr>
      <vt:lpstr>Skills</vt:lpstr>
      <vt:lpstr>Plugin</vt:lpstr>
      <vt:lpstr>Marketplace</vt:lpstr>
      <vt:lpstr>Permissions</vt:lpstr>
      <vt:lpstr>.claudecodeignore</vt:lpstr>
      <vt:lpstr>/compact</vt:lpstr>
      <vt:lpstr>Semantic Search</vt:lpstr>
      <vt:lpstr>Tool set</vt:lpstr>
      <vt:lpstr>Tool Selection</vt:lpstr>
      <vt:lpstr>Context Management</vt:lpstr>
      <vt:lpstr>Thank You For Listening</vt:lpstr>
      <vt:lpstr>INTRODUCTION</vt:lpstr>
      <vt:lpstr>ABOUT US</vt:lpstr>
      <vt:lpstr>A PICTURE IS WORTH A THOUSAND WORDS</vt:lpstr>
      <vt:lpstr>A PICTURE ALWAYS REINFORCES THE CONCEPT</vt:lpstr>
      <vt:lpstr>—SOMEONE FAMOUS</vt:lpstr>
      <vt:lpstr>4,498,300,000</vt:lpstr>
      <vt:lpstr>24h 37m 23s</vt:lpstr>
      <vt:lpstr>INFORMATION STATS</vt:lpstr>
      <vt:lpstr>DESKTOP SOFTWARE</vt:lpstr>
      <vt:lpstr>OUR CLIENTS</vt:lpstr>
      <vt:lpstr>DATA SKILLS GROWTH</vt:lpstr>
      <vt:lpstr>THANKS!</vt:lpstr>
      <vt:lpstr>DATA PROTECTION ICON PACK</vt:lpstr>
      <vt:lpstr>ALTERNATIVE RESOURCES</vt:lpstr>
      <vt:lpstr>RESOURCES</vt:lpstr>
      <vt:lpstr>Instructions for use</vt:lpstr>
      <vt:lpstr>Instructions for use (premium users)</vt:lpstr>
      <vt:lpstr>Fonts &amp; colors used</vt:lpstr>
      <vt:lpstr>Storyset</vt:lpstr>
      <vt:lpstr>Use our editable graphic resources...</vt:lpstr>
      <vt:lpstr>מצגת של PowerPoint‏</vt:lpstr>
      <vt:lpstr>מצגת של PowerPoint‏</vt:lpstr>
      <vt:lpstr>מצגת של PowerPoint‏</vt:lpstr>
      <vt:lpstr>מצגת של PowerPoint‏</vt:lpstr>
      <vt:lpstr>מצגת של PowerPoint‏</vt:lpstr>
      <vt:lpstr>...and our sets of editable icons</vt:lpstr>
      <vt:lpstr>Educational Icons</vt:lpstr>
      <vt:lpstr>Business Icons</vt:lpstr>
      <vt:lpstr>Help &amp; Support Icons</vt:lpstr>
      <vt:lpstr>Creative Process Icons</vt:lpstr>
      <vt:lpstr>מצגת של PowerPoint‏</vt:lpstr>
      <vt:lpstr>SEO &amp; Marketing Icons</vt:lpstr>
      <vt:lpstr>מצגת של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Yael Ziv</dc:creator>
  <cp:lastModifiedBy>Yoav Ziv</cp:lastModifiedBy>
  <cp:revision>11</cp:revision>
  <dcterms:modified xsi:type="dcterms:W3CDTF">2026-03-29T13:38:01Z</dcterms:modified>
</cp:coreProperties>
</file>